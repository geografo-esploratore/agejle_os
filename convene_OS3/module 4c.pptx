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2" r:id="rId3"/>
    <p:sldId id="283" r:id="rId4"/>
    <p:sldId id="280" r:id="rId5"/>
    <p:sldId id="257" r:id="rId6"/>
    <p:sldId id="258" r:id="rId7"/>
    <p:sldId id="259" r:id="rId8"/>
    <p:sldId id="260" r:id="rId9"/>
    <p:sldId id="261" r:id="rId10"/>
    <p:sldId id="262" r:id="rId11"/>
    <p:sldId id="263" r:id="rId12"/>
    <p:sldId id="264" r:id="rId13"/>
    <p:sldId id="265" r:id="rId14"/>
    <p:sldId id="267" r:id="rId15"/>
    <p:sldId id="266" r:id="rId16"/>
    <p:sldId id="268" r:id="rId17"/>
    <p:sldId id="270" r:id="rId18"/>
    <p:sldId id="271" r:id="rId19"/>
    <p:sldId id="272" r:id="rId20"/>
    <p:sldId id="273" r:id="rId21"/>
    <p:sldId id="274" r:id="rId22"/>
    <p:sldId id="275" r:id="rId23"/>
    <p:sldId id="276" r:id="rId24"/>
    <p:sldId id="277" r:id="rId25"/>
    <p:sldId id="279" r:id="rId26"/>
    <p:sldId id="278" r:id="rId27"/>
    <p:sldId id="281" r:id="rId28"/>
    <p:sldId id="284" r:id="rId29"/>
    <p:sldId id="285" r:id="rId30"/>
    <p:sldId id="286" r:id="rId31"/>
    <p:sldId id="287" r:id="rId32"/>
    <p:sldId id="290" r:id="rId33"/>
    <p:sldId id="291" r:id="rId34"/>
    <p:sldId id="289" r:id="rId35"/>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9.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diagrams/_rels/data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ata1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diagrams/_rels/data15.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9.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diagrams/_rels/drawing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diagrams/_rels/drawing15.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26FAC1-E11D-4DAB-BCF2-448FE01BA55A}"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EFF9B4ED-E12A-4CDF-98E6-7BC613B2EE5C}">
      <dgm:prSet/>
      <dgm:spPr/>
      <dgm:t>
        <a:bodyPr/>
        <a:lstStyle/>
        <a:p>
          <a:r>
            <a:rPr lang="en-US"/>
            <a:t>Big overarching question – what should community engaged research look like?</a:t>
          </a:r>
        </a:p>
      </dgm:t>
    </dgm:pt>
    <dgm:pt modelId="{4BCBD8D7-BFD3-4F2F-BCEB-2E939F42883D}" type="parTrans" cxnId="{8A4036F9-9D30-44A7-9065-136470B6DD92}">
      <dgm:prSet/>
      <dgm:spPr/>
      <dgm:t>
        <a:bodyPr/>
        <a:lstStyle/>
        <a:p>
          <a:endParaRPr lang="en-US"/>
        </a:p>
      </dgm:t>
    </dgm:pt>
    <dgm:pt modelId="{20C3B468-8E4D-4EC2-8E04-5CACC76C8667}" type="sibTrans" cxnId="{8A4036F9-9D30-44A7-9065-136470B6DD92}">
      <dgm:prSet/>
      <dgm:spPr/>
      <dgm:t>
        <a:bodyPr/>
        <a:lstStyle/>
        <a:p>
          <a:endParaRPr lang="en-US"/>
        </a:p>
      </dgm:t>
    </dgm:pt>
    <dgm:pt modelId="{141199BA-58ED-4483-9806-EF8A910E6770}">
      <dgm:prSet/>
      <dgm:spPr/>
      <dgm:t>
        <a:bodyPr/>
        <a:lstStyle/>
        <a:p>
          <a:r>
            <a:rPr lang="en-US"/>
            <a:t>How is open science part of it?</a:t>
          </a:r>
        </a:p>
      </dgm:t>
    </dgm:pt>
    <dgm:pt modelId="{B710BD13-697B-4504-9A58-22AD5C631822}" type="parTrans" cxnId="{A33E5DB6-CAEE-49BA-88CB-1723CB4758C1}">
      <dgm:prSet/>
      <dgm:spPr/>
      <dgm:t>
        <a:bodyPr/>
        <a:lstStyle/>
        <a:p>
          <a:endParaRPr lang="en-US"/>
        </a:p>
      </dgm:t>
    </dgm:pt>
    <dgm:pt modelId="{468D8D8B-86AD-49BC-8A16-EE57F08C5A1D}" type="sibTrans" cxnId="{A33E5DB6-CAEE-49BA-88CB-1723CB4758C1}">
      <dgm:prSet/>
      <dgm:spPr/>
      <dgm:t>
        <a:bodyPr/>
        <a:lstStyle/>
        <a:p>
          <a:endParaRPr lang="en-US"/>
        </a:p>
      </dgm:t>
    </dgm:pt>
    <dgm:pt modelId="{A088AA31-C350-4062-AA07-78F0439F066F}">
      <dgm:prSet/>
      <dgm:spPr/>
      <dgm:t>
        <a:bodyPr/>
        <a:lstStyle/>
        <a:p>
          <a:r>
            <a:rPr lang="en-US"/>
            <a:t>How should this look in upcoming projects?</a:t>
          </a:r>
        </a:p>
      </dgm:t>
    </dgm:pt>
    <dgm:pt modelId="{E7461AF1-4E92-434D-B038-3346A640C4F0}" type="parTrans" cxnId="{2FFB4A73-50C4-4C6B-82B8-7804F84F6AAC}">
      <dgm:prSet/>
      <dgm:spPr/>
      <dgm:t>
        <a:bodyPr/>
        <a:lstStyle/>
        <a:p>
          <a:endParaRPr lang="en-US"/>
        </a:p>
      </dgm:t>
    </dgm:pt>
    <dgm:pt modelId="{9AFEE3FA-6E51-4D2B-B69B-9288AE0DC354}" type="sibTrans" cxnId="{2FFB4A73-50C4-4C6B-82B8-7804F84F6AAC}">
      <dgm:prSet/>
      <dgm:spPr/>
      <dgm:t>
        <a:bodyPr/>
        <a:lstStyle/>
        <a:p>
          <a:endParaRPr lang="en-US"/>
        </a:p>
      </dgm:t>
    </dgm:pt>
    <dgm:pt modelId="{8FA56AC5-6381-4E2C-853F-140B43CF536F}">
      <dgm:prSet/>
      <dgm:spPr/>
      <dgm:t>
        <a:bodyPr/>
        <a:lstStyle/>
        <a:p>
          <a:r>
            <a:rPr lang="en-US"/>
            <a:t>Who should do what?</a:t>
          </a:r>
        </a:p>
      </dgm:t>
    </dgm:pt>
    <dgm:pt modelId="{41C8B0C8-FBDF-4B83-ABA6-9991B5D436B1}" type="parTrans" cxnId="{F1D493DE-F886-44F1-BB87-B71B3A69316F}">
      <dgm:prSet/>
      <dgm:spPr/>
      <dgm:t>
        <a:bodyPr/>
        <a:lstStyle/>
        <a:p>
          <a:endParaRPr lang="en-US"/>
        </a:p>
      </dgm:t>
    </dgm:pt>
    <dgm:pt modelId="{FF000E74-DA51-4342-96E6-C8135E545291}" type="sibTrans" cxnId="{F1D493DE-F886-44F1-BB87-B71B3A69316F}">
      <dgm:prSet/>
      <dgm:spPr/>
      <dgm:t>
        <a:bodyPr/>
        <a:lstStyle/>
        <a:p>
          <a:endParaRPr lang="en-US"/>
        </a:p>
      </dgm:t>
    </dgm:pt>
    <dgm:pt modelId="{4FFAEBB5-D3DA-4937-9D64-72CDEA826CCF}">
      <dgm:prSet/>
      <dgm:spPr/>
      <dgm:t>
        <a:bodyPr/>
        <a:lstStyle/>
        <a:p>
          <a:r>
            <a:rPr lang="en-US"/>
            <a:t>What capacity development should we focus on?</a:t>
          </a:r>
        </a:p>
      </dgm:t>
    </dgm:pt>
    <dgm:pt modelId="{746D71DE-C53C-4D8F-8713-C78ED81BD035}" type="parTrans" cxnId="{396364D4-5262-4154-80AA-B68629ABED3F}">
      <dgm:prSet/>
      <dgm:spPr/>
      <dgm:t>
        <a:bodyPr/>
        <a:lstStyle/>
        <a:p>
          <a:endParaRPr lang="en-US"/>
        </a:p>
      </dgm:t>
    </dgm:pt>
    <dgm:pt modelId="{9D1BEEFD-CAB3-47A6-8FCA-3A37EE7367D5}" type="sibTrans" cxnId="{396364D4-5262-4154-80AA-B68629ABED3F}">
      <dgm:prSet/>
      <dgm:spPr/>
      <dgm:t>
        <a:bodyPr/>
        <a:lstStyle/>
        <a:p>
          <a:endParaRPr lang="en-US"/>
        </a:p>
      </dgm:t>
    </dgm:pt>
    <dgm:pt modelId="{3E8E37AD-CD30-034D-815A-793505591DC5}" type="pres">
      <dgm:prSet presAssocID="{6526FAC1-E11D-4DAB-BCF2-448FE01BA55A}" presName="Name0" presStyleCnt="0">
        <dgm:presLayoutVars>
          <dgm:dir/>
          <dgm:animLvl val="lvl"/>
          <dgm:resizeHandles val="exact"/>
        </dgm:presLayoutVars>
      </dgm:prSet>
      <dgm:spPr/>
    </dgm:pt>
    <dgm:pt modelId="{E2DC0F90-8321-F04C-B7E2-0B81F80B648B}" type="pres">
      <dgm:prSet presAssocID="{EFF9B4ED-E12A-4CDF-98E6-7BC613B2EE5C}" presName="composite" presStyleCnt="0"/>
      <dgm:spPr/>
    </dgm:pt>
    <dgm:pt modelId="{3BFD56BF-8374-604F-89C8-3DE5964CA74E}" type="pres">
      <dgm:prSet presAssocID="{EFF9B4ED-E12A-4CDF-98E6-7BC613B2EE5C}" presName="parTx" presStyleLbl="alignNode1" presStyleIdx="0" presStyleCnt="2">
        <dgm:presLayoutVars>
          <dgm:chMax val="0"/>
          <dgm:chPref val="0"/>
          <dgm:bulletEnabled val="1"/>
        </dgm:presLayoutVars>
      </dgm:prSet>
      <dgm:spPr/>
    </dgm:pt>
    <dgm:pt modelId="{CB043162-3D48-6E46-83CF-62BFA6A6D354}" type="pres">
      <dgm:prSet presAssocID="{EFF9B4ED-E12A-4CDF-98E6-7BC613B2EE5C}" presName="desTx" presStyleLbl="alignAccFollowNode1" presStyleIdx="0" presStyleCnt="2">
        <dgm:presLayoutVars>
          <dgm:bulletEnabled val="1"/>
        </dgm:presLayoutVars>
      </dgm:prSet>
      <dgm:spPr/>
    </dgm:pt>
    <dgm:pt modelId="{DDEB5256-2BF8-7641-A47C-B44C933575AF}" type="pres">
      <dgm:prSet presAssocID="{20C3B468-8E4D-4EC2-8E04-5CACC76C8667}" presName="space" presStyleCnt="0"/>
      <dgm:spPr/>
    </dgm:pt>
    <dgm:pt modelId="{80A13201-8EDD-7D42-B9F9-31F98375B70F}" type="pres">
      <dgm:prSet presAssocID="{A088AA31-C350-4062-AA07-78F0439F066F}" presName="composite" presStyleCnt="0"/>
      <dgm:spPr/>
    </dgm:pt>
    <dgm:pt modelId="{106411B0-7473-5C4D-87B5-D9A9EDB34C4A}" type="pres">
      <dgm:prSet presAssocID="{A088AA31-C350-4062-AA07-78F0439F066F}" presName="parTx" presStyleLbl="alignNode1" presStyleIdx="1" presStyleCnt="2">
        <dgm:presLayoutVars>
          <dgm:chMax val="0"/>
          <dgm:chPref val="0"/>
          <dgm:bulletEnabled val="1"/>
        </dgm:presLayoutVars>
      </dgm:prSet>
      <dgm:spPr/>
    </dgm:pt>
    <dgm:pt modelId="{AC99667C-E263-3A4E-9D98-5D6EAF9D1DD6}" type="pres">
      <dgm:prSet presAssocID="{A088AA31-C350-4062-AA07-78F0439F066F}" presName="desTx" presStyleLbl="alignAccFollowNode1" presStyleIdx="1" presStyleCnt="2">
        <dgm:presLayoutVars>
          <dgm:bulletEnabled val="1"/>
        </dgm:presLayoutVars>
      </dgm:prSet>
      <dgm:spPr/>
    </dgm:pt>
  </dgm:ptLst>
  <dgm:cxnLst>
    <dgm:cxn modelId="{1CF39E41-99C8-9F40-B014-DA20BAB2CAE2}" type="presOf" srcId="{141199BA-58ED-4483-9806-EF8A910E6770}" destId="{CB043162-3D48-6E46-83CF-62BFA6A6D354}" srcOrd="0" destOrd="0" presId="urn:microsoft.com/office/officeart/2005/8/layout/hList1"/>
    <dgm:cxn modelId="{2FFB4A73-50C4-4C6B-82B8-7804F84F6AAC}" srcId="{6526FAC1-E11D-4DAB-BCF2-448FE01BA55A}" destId="{A088AA31-C350-4062-AA07-78F0439F066F}" srcOrd="1" destOrd="0" parTransId="{E7461AF1-4E92-434D-B038-3346A640C4F0}" sibTransId="{9AFEE3FA-6E51-4D2B-B69B-9288AE0DC354}"/>
    <dgm:cxn modelId="{94FCE68D-DED0-0842-9E84-A8BA7C8380E8}" type="presOf" srcId="{4FFAEBB5-D3DA-4937-9D64-72CDEA826CCF}" destId="{AC99667C-E263-3A4E-9D98-5D6EAF9D1DD6}" srcOrd="0" destOrd="1" presId="urn:microsoft.com/office/officeart/2005/8/layout/hList1"/>
    <dgm:cxn modelId="{A46FF4A8-07B2-A141-AAEE-AEFE9429BEBE}" type="presOf" srcId="{6526FAC1-E11D-4DAB-BCF2-448FE01BA55A}" destId="{3E8E37AD-CD30-034D-815A-793505591DC5}" srcOrd="0" destOrd="0" presId="urn:microsoft.com/office/officeart/2005/8/layout/hList1"/>
    <dgm:cxn modelId="{A33E5DB6-CAEE-49BA-88CB-1723CB4758C1}" srcId="{EFF9B4ED-E12A-4CDF-98E6-7BC613B2EE5C}" destId="{141199BA-58ED-4483-9806-EF8A910E6770}" srcOrd="0" destOrd="0" parTransId="{B710BD13-697B-4504-9A58-22AD5C631822}" sibTransId="{468D8D8B-86AD-49BC-8A16-EE57F08C5A1D}"/>
    <dgm:cxn modelId="{D9E54CC6-0A16-FD41-B192-056EB174446F}" type="presOf" srcId="{A088AA31-C350-4062-AA07-78F0439F066F}" destId="{106411B0-7473-5C4D-87B5-D9A9EDB34C4A}" srcOrd="0" destOrd="0" presId="urn:microsoft.com/office/officeart/2005/8/layout/hList1"/>
    <dgm:cxn modelId="{396364D4-5262-4154-80AA-B68629ABED3F}" srcId="{A088AA31-C350-4062-AA07-78F0439F066F}" destId="{4FFAEBB5-D3DA-4937-9D64-72CDEA826CCF}" srcOrd="1" destOrd="0" parTransId="{746D71DE-C53C-4D8F-8713-C78ED81BD035}" sibTransId="{9D1BEEFD-CAB3-47A6-8FCA-3A37EE7367D5}"/>
    <dgm:cxn modelId="{F1D493DE-F886-44F1-BB87-B71B3A69316F}" srcId="{A088AA31-C350-4062-AA07-78F0439F066F}" destId="{8FA56AC5-6381-4E2C-853F-140B43CF536F}" srcOrd="0" destOrd="0" parTransId="{41C8B0C8-FBDF-4B83-ABA6-9991B5D436B1}" sibTransId="{FF000E74-DA51-4342-96E6-C8135E545291}"/>
    <dgm:cxn modelId="{09CB18EB-3A76-4742-8B2A-7F6EFF9C5FC8}" type="presOf" srcId="{EFF9B4ED-E12A-4CDF-98E6-7BC613B2EE5C}" destId="{3BFD56BF-8374-604F-89C8-3DE5964CA74E}" srcOrd="0" destOrd="0" presId="urn:microsoft.com/office/officeart/2005/8/layout/hList1"/>
    <dgm:cxn modelId="{4700A4EC-FD52-3F42-A00D-90ED5E44E18E}" type="presOf" srcId="{8FA56AC5-6381-4E2C-853F-140B43CF536F}" destId="{AC99667C-E263-3A4E-9D98-5D6EAF9D1DD6}" srcOrd="0" destOrd="0" presId="urn:microsoft.com/office/officeart/2005/8/layout/hList1"/>
    <dgm:cxn modelId="{8A4036F9-9D30-44A7-9065-136470B6DD92}" srcId="{6526FAC1-E11D-4DAB-BCF2-448FE01BA55A}" destId="{EFF9B4ED-E12A-4CDF-98E6-7BC613B2EE5C}" srcOrd="0" destOrd="0" parTransId="{4BCBD8D7-BFD3-4F2F-BCEB-2E939F42883D}" sibTransId="{20C3B468-8E4D-4EC2-8E04-5CACC76C8667}"/>
    <dgm:cxn modelId="{6CB7AA66-1276-A848-AEE8-1770C29ADD6C}" type="presParOf" srcId="{3E8E37AD-CD30-034D-815A-793505591DC5}" destId="{E2DC0F90-8321-F04C-B7E2-0B81F80B648B}" srcOrd="0" destOrd="0" presId="urn:microsoft.com/office/officeart/2005/8/layout/hList1"/>
    <dgm:cxn modelId="{D346FBAB-71C2-BC48-A81D-BAE424D456CC}" type="presParOf" srcId="{E2DC0F90-8321-F04C-B7E2-0B81F80B648B}" destId="{3BFD56BF-8374-604F-89C8-3DE5964CA74E}" srcOrd="0" destOrd="0" presId="urn:microsoft.com/office/officeart/2005/8/layout/hList1"/>
    <dgm:cxn modelId="{69E26298-0B3D-2E43-86A7-B67D45EECC36}" type="presParOf" srcId="{E2DC0F90-8321-F04C-B7E2-0B81F80B648B}" destId="{CB043162-3D48-6E46-83CF-62BFA6A6D354}" srcOrd="1" destOrd="0" presId="urn:microsoft.com/office/officeart/2005/8/layout/hList1"/>
    <dgm:cxn modelId="{87D44C05-30DB-EF40-BBFE-DA679BD962B2}" type="presParOf" srcId="{3E8E37AD-CD30-034D-815A-793505591DC5}" destId="{DDEB5256-2BF8-7641-A47C-B44C933575AF}" srcOrd="1" destOrd="0" presId="urn:microsoft.com/office/officeart/2005/8/layout/hList1"/>
    <dgm:cxn modelId="{B0709141-4B96-BE43-8AC9-C202A595555F}" type="presParOf" srcId="{3E8E37AD-CD30-034D-815A-793505591DC5}" destId="{80A13201-8EDD-7D42-B9F9-31F98375B70F}" srcOrd="2" destOrd="0" presId="urn:microsoft.com/office/officeart/2005/8/layout/hList1"/>
    <dgm:cxn modelId="{0AE6C682-34F4-3643-A4F1-B64B0AFFB54B}" type="presParOf" srcId="{80A13201-8EDD-7D42-B9F9-31F98375B70F}" destId="{106411B0-7473-5C4D-87B5-D9A9EDB34C4A}" srcOrd="0" destOrd="0" presId="urn:microsoft.com/office/officeart/2005/8/layout/hList1"/>
    <dgm:cxn modelId="{9B033B1B-3205-104E-82A1-DA04C9E8AB1D}" type="presParOf" srcId="{80A13201-8EDD-7D42-B9F9-31F98375B70F}" destId="{AC99667C-E263-3A4E-9D98-5D6EAF9D1DD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17F801-6DFD-49C4-A470-D93F2F9B950B}"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9F72A461-CCFE-415D-9C64-85779BAB57D8}">
      <dgm:prSet/>
      <dgm:spPr/>
      <dgm:t>
        <a:bodyPr/>
        <a:lstStyle/>
        <a:p>
          <a:pPr>
            <a:defRPr cap="all"/>
          </a:pPr>
          <a:r>
            <a:rPr lang="en-US"/>
            <a:t>Fedral grants</a:t>
          </a:r>
        </a:p>
      </dgm:t>
    </dgm:pt>
    <dgm:pt modelId="{357A63CF-F175-492D-B235-E5DF8C3C51CF}" type="parTrans" cxnId="{196C5EF2-28A5-43D5-8EB9-672085F558AF}">
      <dgm:prSet/>
      <dgm:spPr/>
      <dgm:t>
        <a:bodyPr/>
        <a:lstStyle/>
        <a:p>
          <a:endParaRPr lang="en-US"/>
        </a:p>
      </dgm:t>
    </dgm:pt>
    <dgm:pt modelId="{E2FE9107-3257-45D4-8B5F-3CC89CC1B1EF}" type="sibTrans" cxnId="{196C5EF2-28A5-43D5-8EB9-672085F558AF}">
      <dgm:prSet/>
      <dgm:spPr/>
      <dgm:t>
        <a:bodyPr/>
        <a:lstStyle/>
        <a:p>
          <a:endParaRPr lang="en-US"/>
        </a:p>
      </dgm:t>
    </dgm:pt>
    <dgm:pt modelId="{DD08F924-E7CD-4F14-8FD5-E8D098F3C100}">
      <dgm:prSet/>
      <dgm:spPr/>
      <dgm:t>
        <a:bodyPr/>
        <a:lstStyle/>
        <a:p>
          <a:pPr>
            <a:defRPr cap="all"/>
          </a:pPr>
          <a:r>
            <a:rPr lang="en-US"/>
            <a:t>In communnity-engaged research, who should handle any software development? Manage the software plan?</a:t>
          </a:r>
        </a:p>
      </dgm:t>
    </dgm:pt>
    <dgm:pt modelId="{65EEB60B-55F5-4809-BE64-9DBB5FFAA1FA}" type="parTrans" cxnId="{7080BC6A-782C-484F-845D-C1E9974973DF}">
      <dgm:prSet/>
      <dgm:spPr/>
      <dgm:t>
        <a:bodyPr/>
        <a:lstStyle/>
        <a:p>
          <a:endParaRPr lang="en-US"/>
        </a:p>
      </dgm:t>
    </dgm:pt>
    <dgm:pt modelId="{57E3D3E4-33AF-4CD0-9B8F-E45E2B90DB59}" type="sibTrans" cxnId="{7080BC6A-782C-484F-845D-C1E9974973DF}">
      <dgm:prSet/>
      <dgm:spPr/>
      <dgm:t>
        <a:bodyPr/>
        <a:lstStyle/>
        <a:p>
          <a:endParaRPr lang="en-US"/>
        </a:p>
      </dgm:t>
    </dgm:pt>
    <dgm:pt modelId="{EDD61E79-E4CD-469C-A2E1-6E4BE0C39E58}">
      <dgm:prSet/>
      <dgm:spPr/>
      <dgm:t>
        <a:bodyPr/>
        <a:lstStyle/>
        <a:p>
          <a:pPr>
            <a:defRPr cap="all"/>
          </a:pPr>
          <a:r>
            <a:rPr lang="en-US"/>
            <a:t>Could this capacity be develloped with other partners? Who? How?</a:t>
          </a:r>
        </a:p>
      </dgm:t>
    </dgm:pt>
    <dgm:pt modelId="{F466C08E-0FE4-48A2-9F62-150BF5F80BDF}" type="parTrans" cxnId="{FFB3321F-84C3-454C-9F55-043BA92D787E}">
      <dgm:prSet/>
      <dgm:spPr/>
      <dgm:t>
        <a:bodyPr/>
        <a:lstStyle/>
        <a:p>
          <a:endParaRPr lang="en-US"/>
        </a:p>
      </dgm:t>
    </dgm:pt>
    <dgm:pt modelId="{E5D78460-857F-4EA0-BD64-8EC3A8C55CCF}" type="sibTrans" cxnId="{FFB3321F-84C3-454C-9F55-043BA92D787E}">
      <dgm:prSet/>
      <dgm:spPr/>
      <dgm:t>
        <a:bodyPr/>
        <a:lstStyle/>
        <a:p>
          <a:endParaRPr lang="en-US"/>
        </a:p>
      </dgm:t>
    </dgm:pt>
    <dgm:pt modelId="{1FF03A07-B8B8-4125-ADC4-BF02F94D052C}" type="pres">
      <dgm:prSet presAssocID="{2917F801-6DFD-49C4-A470-D93F2F9B950B}" presName="root" presStyleCnt="0">
        <dgm:presLayoutVars>
          <dgm:dir/>
          <dgm:resizeHandles val="exact"/>
        </dgm:presLayoutVars>
      </dgm:prSet>
      <dgm:spPr/>
    </dgm:pt>
    <dgm:pt modelId="{C7B8BD8A-8AA3-4ABA-BE48-03FC955EE8C4}" type="pres">
      <dgm:prSet presAssocID="{9F72A461-CCFE-415D-9C64-85779BAB57D8}" presName="compNode" presStyleCnt="0"/>
      <dgm:spPr/>
    </dgm:pt>
    <dgm:pt modelId="{53398BD8-27B9-4080-93B3-0D194C3A99B9}" type="pres">
      <dgm:prSet presAssocID="{9F72A461-CCFE-415D-9C64-85779BAB57D8}" presName="iconBgRect" presStyleLbl="bgShp" presStyleIdx="0" presStyleCnt="3"/>
      <dgm:spPr>
        <a:prstGeom prst="round2DiagRect">
          <a:avLst>
            <a:gd name="adj1" fmla="val 29727"/>
            <a:gd name="adj2" fmla="val 0"/>
          </a:avLst>
        </a:prstGeom>
      </dgm:spPr>
    </dgm:pt>
    <dgm:pt modelId="{931D7FFD-A71E-41F2-B3E3-C9001AF57AF7}" type="pres">
      <dgm:prSet presAssocID="{9F72A461-CCFE-415D-9C64-85779BAB57D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B34A072A-C29B-4D82-9C6F-EC2D5095045C}" type="pres">
      <dgm:prSet presAssocID="{9F72A461-CCFE-415D-9C64-85779BAB57D8}" presName="spaceRect" presStyleCnt="0"/>
      <dgm:spPr/>
    </dgm:pt>
    <dgm:pt modelId="{F344DA80-49CF-4EF2-A7D3-8267D7ACE268}" type="pres">
      <dgm:prSet presAssocID="{9F72A461-CCFE-415D-9C64-85779BAB57D8}" presName="textRect" presStyleLbl="revTx" presStyleIdx="0" presStyleCnt="3">
        <dgm:presLayoutVars>
          <dgm:chMax val="1"/>
          <dgm:chPref val="1"/>
        </dgm:presLayoutVars>
      </dgm:prSet>
      <dgm:spPr/>
    </dgm:pt>
    <dgm:pt modelId="{DBA080AD-515C-4C33-90C1-14CF9C599917}" type="pres">
      <dgm:prSet presAssocID="{E2FE9107-3257-45D4-8B5F-3CC89CC1B1EF}" presName="sibTrans" presStyleCnt="0"/>
      <dgm:spPr/>
    </dgm:pt>
    <dgm:pt modelId="{60AF4569-3251-4BA9-9C6C-C9284969474C}" type="pres">
      <dgm:prSet presAssocID="{DD08F924-E7CD-4F14-8FD5-E8D098F3C100}" presName="compNode" presStyleCnt="0"/>
      <dgm:spPr/>
    </dgm:pt>
    <dgm:pt modelId="{3C19827A-4BB5-4E52-BA21-F2759884B2F3}" type="pres">
      <dgm:prSet presAssocID="{DD08F924-E7CD-4F14-8FD5-E8D098F3C100}" presName="iconBgRect" presStyleLbl="bgShp" presStyleIdx="1" presStyleCnt="3"/>
      <dgm:spPr>
        <a:prstGeom prst="round2DiagRect">
          <a:avLst>
            <a:gd name="adj1" fmla="val 29727"/>
            <a:gd name="adj2" fmla="val 0"/>
          </a:avLst>
        </a:prstGeom>
      </dgm:spPr>
    </dgm:pt>
    <dgm:pt modelId="{AAC391BE-71B6-4779-81EE-9A629C66AEA2}" type="pres">
      <dgm:prSet presAssocID="{DD08F924-E7CD-4F14-8FD5-E8D098F3C10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ers"/>
        </a:ext>
      </dgm:extLst>
    </dgm:pt>
    <dgm:pt modelId="{675D8AAA-FAD4-4763-BC6C-2FCA43DC44F9}" type="pres">
      <dgm:prSet presAssocID="{DD08F924-E7CD-4F14-8FD5-E8D098F3C100}" presName="spaceRect" presStyleCnt="0"/>
      <dgm:spPr/>
    </dgm:pt>
    <dgm:pt modelId="{311BF333-952F-4837-B246-8C0B37693C14}" type="pres">
      <dgm:prSet presAssocID="{DD08F924-E7CD-4F14-8FD5-E8D098F3C100}" presName="textRect" presStyleLbl="revTx" presStyleIdx="1" presStyleCnt="3">
        <dgm:presLayoutVars>
          <dgm:chMax val="1"/>
          <dgm:chPref val="1"/>
        </dgm:presLayoutVars>
      </dgm:prSet>
      <dgm:spPr/>
    </dgm:pt>
    <dgm:pt modelId="{434216DE-BD30-4E8E-A799-12C0EABEEF90}" type="pres">
      <dgm:prSet presAssocID="{57E3D3E4-33AF-4CD0-9B8F-E45E2B90DB59}" presName="sibTrans" presStyleCnt="0"/>
      <dgm:spPr/>
    </dgm:pt>
    <dgm:pt modelId="{FB21AD36-8FD0-473F-A194-8CB01F836CE0}" type="pres">
      <dgm:prSet presAssocID="{EDD61E79-E4CD-469C-A2E1-6E4BE0C39E58}" presName="compNode" presStyleCnt="0"/>
      <dgm:spPr/>
    </dgm:pt>
    <dgm:pt modelId="{79258828-4030-43E0-A982-146B1521C340}" type="pres">
      <dgm:prSet presAssocID="{EDD61E79-E4CD-469C-A2E1-6E4BE0C39E58}" presName="iconBgRect" presStyleLbl="bgShp" presStyleIdx="2" presStyleCnt="3"/>
      <dgm:spPr>
        <a:prstGeom prst="round2DiagRect">
          <a:avLst>
            <a:gd name="adj1" fmla="val 29727"/>
            <a:gd name="adj2" fmla="val 0"/>
          </a:avLst>
        </a:prstGeom>
      </dgm:spPr>
    </dgm:pt>
    <dgm:pt modelId="{6F557E5E-FDF8-4D26-BF79-CAE5EDDE7F66}" type="pres">
      <dgm:prSet presAssocID="{EDD61E79-E4CD-469C-A2E1-6E4BE0C39E5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5987D59A-B4BB-42AE-92E4-9C848510327D}" type="pres">
      <dgm:prSet presAssocID="{EDD61E79-E4CD-469C-A2E1-6E4BE0C39E58}" presName="spaceRect" presStyleCnt="0"/>
      <dgm:spPr/>
    </dgm:pt>
    <dgm:pt modelId="{792D2C16-076B-4C76-B0D4-D700901410F8}" type="pres">
      <dgm:prSet presAssocID="{EDD61E79-E4CD-469C-A2E1-6E4BE0C39E58}" presName="textRect" presStyleLbl="revTx" presStyleIdx="2" presStyleCnt="3">
        <dgm:presLayoutVars>
          <dgm:chMax val="1"/>
          <dgm:chPref val="1"/>
        </dgm:presLayoutVars>
      </dgm:prSet>
      <dgm:spPr/>
    </dgm:pt>
  </dgm:ptLst>
  <dgm:cxnLst>
    <dgm:cxn modelId="{FFB3321F-84C3-454C-9F55-043BA92D787E}" srcId="{2917F801-6DFD-49C4-A470-D93F2F9B950B}" destId="{EDD61E79-E4CD-469C-A2E1-6E4BE0C39E58}" srcOrd="2" destOrd="0" parTransId="{F466C08E-0FE4-48A2-9F62-150BF5F80BDF}" sibTransId="{E5D78460-857F-4EA0-BD64-8EC3A8C55CCF}"/>
    <dgm:cxn modelId="{F351B35A-65BA-4AE0-A4FF-366042BAFEBF}" type="presOf" srcId="{2917F801-6DFD-49C4-A470-D93F2F9B950B}" destId="{1FF03A07-B8B8-4125-ADC4-BF02F94D052C}" srcOrd="0" destOrd="0" presId="urn:microsoft.com/office/officeart/2018/5/layout/IconLeafLabelList"/>
    <dgm:cxn modelId="{7080BC6A-782C-484F-845D-C1E9974973DF}" srcId="{2917F801-6DFD-49C4-A470-D93F2F9B950B}" destId="{DD08F924-E7CD-4F14-8FD5-E8D098F3C100}" srcOrd="1" destOrd="0" parTransId="{65EEB60B-55F5-4809-BE64-9DBB5FFAA1FA}" sibTransId="{57E3D3E4-33AF-4CD0-9B8F-E45E2B90DB59}"/>
    <dgm:cxn modelId="{AD21D6BE-CFD6-484B-9B1B-7676C24EA57B}" type="presOf" srcId="{DD08F924-E7CD-4F14-8FD5-E8D098F3C100}" destId="{311BF333-952F-4837-B246-8C0B37693C14}" srcOrd="0" destOrd="0" presId="urn:microsoft.com/office/officeart/2018/5/layout/IconLeafLabelList"/>
    <dgm:cxn modelId="{BAB5FEC0-17CB-4821-B828-9B6DEEC9CF42}" type="presOf" srcId="{EDD61E79-E4CD-469C-A2E1-6E4BE0C39E58}" destId="{792D2C16-076B-4C76-B0D4-D700901410F8}" srcOrd="0" destOrd="0" presId="urn:microsoft.com/office/officeart/2018/5/layout/IconLeafLabelList"/>
    <dgm:cxn modelId="{06BECDDC-0BC1-4107-B3EC-07795F3395D9}" type="presOf" srcId="{9F72A461-CCFE-415D-9C64-85779BAB57D8}" destId="{F344DA80-49CF-4EF2-A7D3-8267D7ACE268}" srcOrd="0" destOrd="0" presId="urn:microsoft.com/office/officeart/2018/5/layout/IconLeafLabelList"/>
    <dgm:cxn modelId="{196C5EF2-28A5-43D5-8EB9-672085F558AF}" srcId="{2917F801-6DFD-49C4-A470-D93F2F9B950B}" destId="{9F72A461-CCFE-415D-9C64-85779BAB57D8}" srcOrd="0" destOrd="0" parTransId="{357A63CF-F175-492D-B235-E5DF8C3C51CF}" sibTransId="{E2FE9107-3257-45D4-8B5F-3CC89CC1B1EF}"/>
    <dgm:cxn modelId="{4978B4B8-1BFC-46D0-99D8-E1E8985C1B35}" type="presParOf" srcId="{1FF03A07-B8B8-4125-ADC4-BF02F94D052C}" destId="{C7B8BD8A-8AA3-4ABA-BE48-03FC955EE8C4}" srcOrd="0" destOrd="0" presId="urn:microsoft.com/office/officeart/2018/5/layout/IconLeafLabelList"/>
    <dgm:cxn modelId="{648BD526-5B2B-4EEA-878D-020486D15469}" type="presParOf" srcId="{C7B8BD8A-8AA3-4ABA-BE48-03FC955EE8C4}" destId="{53398BD8-27B9-4080-93B3-0D194C3A99B9}" srcOrd="0" destOrd="0" presId="urn:microsoft.com/office/officeart/2018/5/layout/IconLeafLabelList"/>
    <dgm:cxn modelId="{91415411-563E-4DDB-9A48-2549E35AF453}" type="presParOf" srcId="{C7B8BD8A-8AA3-4ABA-BE48-03FC955EE8C4}" destId="{931D7FFD-A71E-41F2-B3E3-C9001AF57AF7}" srcOrd="1" destOrd="0" presId="urn:microsoft.com/office/officeart/2018/5/layout/IconLeafLabelList"/>
    <dgm:cxn modelId="{AED1271D-BCCD-4D07-90D7-65BF109BADE1}" type="presParOf" srcId="{C7B8BD8A-8AA3-4ABA-BE48-03FC955EE8C4}" destId="{B34A072A-C29B-4D82-9C6F-EC2D5095045C}" srcOrd="2" destOrd="0" presId="urn:microsoft.com/office/officeart/2018/5/layout/IconLeafLabelList"/>
    <dgm:cxn modelId="{5718A7E0-016D-49CB-8406-8CD0830BF285}" type="presParOf" srcId="{C7B8BD8A-8AA3-4ABA-BE48-03FC955EE8C4}" destId="{F344DA80-49CF-4EF2-A7D3-8267D7ACE268}" srcOrd="3" destOrd="0" presId="urn:microsoft.com/office/officeart/2018/5/layout/IconLeafLabelList"/>
    <dgm:cxn modelId="{7CACA80C-BDFD-44BE-A339-4870648093D7}" type="presParOf" srcId="{1FF03A07-B8B8-4125-ADC4-BF02F94D052C}" destId="{DBA080AD-515C-4C33-90C1-14CF9C599917}" srcOrd="1" destOrd="0" presId="urn:microsoft.com/office/officeart/2018/5/layout/IconLeafLabelList"/>
    <dgm:cxn modelId="{FC4C077F-E594-4030-AE62-9B8DE38D0AC6}" type="presParOf" srcId="{1FF03A07-B8B8-4125-ADC4-BF02F94D052C}" destId="{60AF4569-3251-4BA9-9C6C-C9284969474C}" srcOrd="2" destOrd="0" presId="urn:microsoft.com/office/officeart/2018/5/layout/IconLeafLabelList"/>
    <dgm:cxn modelId="{3529321E-CD75-4ECC-82B8-F2E488BA8EF7}" type="presParOf" srcId="{60AF4569-3251-4BA9-9C6C-C9284969474C}" destId="{3C19827A-4BB5-4E52-BA21-F2759884B2F3}" srcOrd="0" destOrd="0" presId="urn:microsoft.com/office/officeart/2018/5/layout/IconLeafLabelList"/>
    <dgm:cxn modelId="{842A76FD-042A-44F0-9CAB-1A533586B091}" type="presParOf" srcId="{60AF4569-3251-4BA9-9C6C-C9284969474C}" destId="{AAC391BE-71B6-4779-81EE-9A629C66AEA2}" srcOrd="1" destOrd="0" presId="urn:microsoft.com/office/officeart/2018/5/layout/IconLeafLabelList"/>
    <dgm:cxn modelId="{171B94E2-1728-460B-944F-62A94EACAEF2}" type="presParOf" srcId="{60AF4569-3251-4BA9-9C6C-C9284969474C}" destId="{675D8AAA-FAD4-4763-BC6C-2FCA43DC44F9}" srcOrd="2" destOrd="0" presId="urn:microsoft.com/office/officeart/2018/5/layout/IconLeafLabelList"/>
    <dgm:cxn modelId="{6FF27D6F-61F3-43F4-9FD5-CB5969C92642}" type="presParOf" srcId="{60AF4569-3251-4BA9-9C6C-C9284969474C}" destId="{311BF333-952F-4837-B246-8C0B37693C14}" srcOrd="3" destOrd="0" presId="urn:microsoft.com/office/officeart/2018/5/layout/IconLeafLabelList"/>
    <dgm:cxn modelId="{601B3C6E-AA0A-4D35-B408-3DCDE4D753C6}" type="presParOf" srcId="{1FF03A07-B8B8-4125-ADC4-BF02F94D052C}" destId="{434216DE-BD30-4E8E-A799-12C0EABEEF90}" srcOrd="3" destOrd="0" presId="urn:microsoft.com/office/officeart/2018/5/layout/IconLeafLabelList"/>
    <dgm:cxn modelId="{9A83EDDE-0F4A-4165-9C31-E1F63C0087D2}" type="presParOf" srcId="{1FF03A07-B8B8-4125-ADC4-BF02F94D052C}" destId="{FB21AD36-8FD0-473F-A194-8CB01F836CE0}" srcOrd="4" destOrd="0" presId="urn:microsoft.com/office/officeart/2018/5/layout/IconLeafLabelList"/>
    <dgm:cxn modelId="{29819125-B3F4-4935-969E-7C6C2E2C4FF3}" type="presParOf" srcId="{FB21AD36-8FD0-473F-A194-8CB01F836CE0}" destId="{79258828-4030-43E0-A982-146B1521C340}" srcOrd="0" destOrd="0" presId="urn:microsoft.com/office/officeart/2018/5/layout/IconLeafLabelList"/>
    <dgm:cxn modelId="{0D8E075C-48A3-4106-838C-994B749DC850}" type="presParOf" srcId="{FB21AD36-8FD0-473F-A194-8CB01F836CE0}" destId="{6F557E5E-FDF8-4D26-BF79-CAE5EDDE7F66}" srcOrd="1" destOrd="0" presId="urn:microsoft.com/office/officeart/2018/5/layout/IconLeafLabelList"/>
    <dgm:cxn modelId="{E1895A07-4D97-45B4-BFC3-45B0273F6ECA}" type="presParOf" srcId="{FB21AD36-8FD0-473F-A194-8CB01F836CE0}" destId="{5987D59A-B4BB-42AE-92E4-9C848510327D}" srcOrd="2" destOrd="0" presId="urn:microsoft.com/office/officeart/2018/5/layout/IconLeafLabelList"/>
    <dgm:cxn modelId="{41D3163F-33E1-4735-B658-3747F551371A}" type="presParOf" srcId="{FB21AD36-8FD0-473F-A194-8CB01F836CE0}" destId="{792D2C16-076B-4C76-B0D4-D700901410F8}"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30128E-B8BB-4CD0-87B9-EF355E7AD26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822FBD1-1FCD-41F0-AD4A-3C5224F01904}">
      <dgm:prSet/>
      <dgm:spPr/>
      <dgm:t>
        <a:bodyPr/>
        <a:lstStyle/>
        <a:p>
          <a:pPr>
            <a:defRPr b="1"/>
          </a:pPr>
          <a:r>
            <a:rPr lang="en-GB"/>
            <a:t>Source code </a:t>
          </a:r>
          <a:endParaRPr lang="en-US"/>
        </a:p>
      </dgm:t>
    </dgm:pt>
    <dgm:pt modelId="{50F4D122-D74E-466C-9815-31FAD815D60D}" type="parTrans" cxnId="{AFD96B37-599E-439F-BA24-20B83ED9FE35}">
      <dgm:prSet/>
      <dgm:spPr/>
      <dgm:t>
        <a:bodyPr/>
        <a:lstStyle/>
        <a:p>
          <a:endParaRPr lang="en-US"/>
        </a:p>
      </dgm:t>
    </dgm:pt>
    <dgm:pt modelId="{753AE743-6227-4E40-8E5F-1DD7A09330FD}" type="sibTrans" cxnId="{AFD96B37-599E-439F-BA24-20B83ED9FE35}">
      <dgm:prSet/>
      <dgm:spPr/>
      <dgm:t>
        <a:bodyPr/>
        <a:lstStyle/>
        <a:p>
          <a:endParaRPr lang="en-US"/>
        </a:p>
      </dgm:t>
    </dgm:pt>
    <dgm:pt modelId="{CA8D4A70-09D8-4AE0-8D88-F246D2F4ECD0}">
      <dgm:prSet/>
      <dgm:spPr/>
      <dgm:t>
        <a:bodyPr/>
        <a:lstStyle/>
        <a:p>
          <a:r>
            <a:rPr lang="en-GB"/>
            <a:t>Human-readable set of statements written in a programming language that together compose software. Programmers write software in source code, often saved as a text file on a computer. The terms code and source code are often used interchangeably.</a:t>
          </a:r>
          <a:endParaRPr lang="en-US"/>
        </a:p>
      </dgm:t>
    </dgm:pt>
    <dgm:pt modelId="{7CF4DCD8-8C56-4F94-81AF-67B7614B5E2B}" type="parTrans" cxnId="{64C8C4C5-1B6E-43A9-B50B-8A257C134F27}">
      <dgm:prSet/>
      <dgm:spPr/>
      <dgm:t>
        <a:bodyPr/>
        <a:lstStyle/>
        <a:p>
          <a:endParaRPr lang="en-US"/>
        </a:p>
      </dgm:t>
    </dgm:pt>
    <dgm:pt modelId="{37EB40DB-82CC-4658-8F15-AAA0EE462F0A}" type="sibTrans" cxnId="{64C8C4C5-1B6E-43A9-B50B-8A257C134F27}">
      <dgm:prSet/>
      <dgm:spPr/>
      <dgm:t>
        <a:bodyPr/>
        <a:lstStyle/>
        <a:p>
          <a:endParaRPr lang="en-US"/>
        </a:p>
      </dgm:t>
    </dgm:pt>
    <dgm:pt modelId="{4513AA69-E416-4CA0-84FF-3F43215BDB7E}">
      <dgm:prSet/>
      <dgm:spPr/>
      <dgm:t>
        <a:bodyPr/>
        <a:lstStyle/>
        <a:p>
          <a:pPr>
            <a:defRPr b="1"/>
          </a:pPr>
          <a:r>
            <a:rPr lang="en-GB"/>
            <a:t>Version control</a:t>
          </a:r>
          <a:endParaRPr lang="en-US"/>
        </a:p>
      </dgm:t>
    </dgm:pt>
    <dgm:pt modelId="{E2A14F70-1532-4DB1-9448-97B13EE49337}" type="parTrans" cxnId="{03BFBC2C-3C0F-4E80-8541-BC85B7C62CB6}">
      <dgm:prSet/>
      <dgm:spPr/>
      <dgm:t>
        <a:bodyPr/>
        <a:lstStyle/>
        <a:p>
          <a:endParaRPr lang="en-US"/>
        </a:p>
      </dgm:t>
    </dgm:pt>
    <dgm:pt modelId="{3521604E-115B-4499-B56E-DE8BBFAE1EF2}" type="sibTrans" cxnId="{03BFBC2C-3C0F-4E80-8541-BC85B7C62CB6}">
      <dgm:prSet/>
      <dgm:spPr/>
      <dgm:t>
        <a:bodyPr/>
        <a:lstStyle/>
        <a:p>
          <a:endParaRPr lang="en-US"/>
        </a:p>
      </dgm:t>
    </dgm:pt>
    <dgm:pt modelId="{F80A25C0-0F71-4143-97FA-72D511631812}">
      <dgm:prSet/>
      <dgm:spPr/>
      <dgm:t>
        <a:bodyPr/>
        <a:lstStyle/>
        <a:p>
          <a:r>
            <a:rPr lang="en-GB"/>
            <a:t>A system to automatically manage changing versions of a computer file, especially one that contains source code. In software development, version control preserves a complete history of changes to the source code and enables a developer to roll back to an earlier version if needed.</a:t>
          </a:r>
          <a:endParaRPr lang="en-US"/>
        </a:p>
      </dgm:t>
    </dgm:pt>
    <dgm:pt modelId="{E32AD60B-E442-4E19-82DC-643ED4C281C8}" type="parTrans" cxnId="{5C4A5698-22D5-4B50-9BA9-AF4E447E8598}">
      <dgm:prSet/>
      <dgm:spPr/>
      <dgm:t>
        <a:bodyPr/>
        <a:lstStyle/>
        <a:p>
          <a:endParaRPr lang="en-US"/>
        </a:p>
      </dgm:t>
    </dgm:pt>
    <dgm:pt modelId="{BA77EC45-A231-4923-BB07-1D729B003CC0}" type="sibTrans" cxnId="{5C4A5698-22D5-4B50-9BA9-AF4E447E8598}">
      <dgm:prSet/>
      <dgm:spPr/>
      <dgm:t>
        <a:bodyPr/>
        <a:lstStyle/>
        <a:p>
          <a:endParaRPr lang="en-US"/>
        </a:p>
      </dgm:t>
    </dgm:pt>
    <dgm:pt modelId="{F9DF5967-E0F7-4EBE-811A-4554FFB67ED9}">
      <dgm:prSet/>
      <dgm:spPr/>
      <dgm:t>
        <a:bodyPr/>
        <a:lstStyle/>
        <a:p>
          <a:pPr>
            <a:defRPr b="1"/>
          </a:pPr>
          <a:r>
            <a:rPr lang="en-GB"/>
            <a:t>Code repository</a:t>
          </a:r>
          <a:endParaRPr lang="en-US"/>
        </a:p>
      </dgm:t>
    </dgm:pt>
    <dgm:pt modelId="{6B509DD1-5901-414F-B253-2F5B5426CFF9}" type="parTrans" cxnId="{C614617B-86D3-4522-8C66-EBA69230571E}">
      <dgm:prSet/>
      <dgm:spPr/>
      <dgm:t>
        <a:bodyPr/>
        <a:lstStyle/>
        <a:p>
          <a:endParaRPr lang="en-US"/>
        </a:p>
      </dgm:t>
    </dgm:pt>
    <dgm:pt modelId="{3253167B-FA79-45F2-AAC1-1DF5522C7D10}" type="sibTrans" cxnId="{C614617B-86D3-4522-8C66-EBA69230571E}">
      <dgm:prSet/>
      <dgm:spPr/>
      <dgm:t>
        <a:bodyPr/>
        <a:lstStyle/>
        <a:p>
          <a:endParaRPr lang="en-US"/>
        </a:p>
      </dgm:t>
    </dgm:pt>
    <dgm:pt modelId="{92D90DFB-9B3B-48AC-9F20-459F9A2D259C}">
      <dgm:prSet/>
      <dgm:spPr/>
      <dgm:t>
        <a:bodyPr/>
        <a:lstStyle/>
        <a:p>
          <a:r>
            <a:rPr lang="en-GB"/>
            <a:t>A central storage location for the source code. Code repositories may contain source code in one or more programming languages. Repositories may provide tools for merging inputs from developers, automated testing to verify the proper functioning of source code, version control to track changes over time, and project management features. These sites may not promise long-term retention.</a:t>
          </a:r>
          <a:endParaRPr lang="en-US"/>
        </a:p>
      </dgm:t>
    </dgm:pt>
    <dgm:pt modelId="{9F5BF0FF-93D0-45C9-B954-264FECCFA137}" type="parTrans" cxnId="{CF934241-A9F9-44C1-9CF3-1CEA940516F4}">
      <dgm:prSet/>
      <dgm:spPr/>
      <dgm:t>
        <a:bodyPr/>
        <a:lstStyle/>
        <a:p>
          <a:endParaRPr lang="en-US"/>
        </a:p>
      </dgm:t>
    </dgm:pt>
    <dgm:pt modelId="{8AE518B1-4A35-45E2-83CC-25B3D19904A5}" type="sibTrans" cxnId="{CF934241-A9F9-44C1-9CF3-1CEA940516F4}">
      <dgm:prSet/>
      <dgm:spPr/>
      <dgm:t>
        <a:bodyPr/>
        <a:lstStyle/>
        <a:p>
          <a:endParaRPr lang="en-US"/>
        </a:p>
      </dgm:t>
    </dgm:pt>
    <dgm:pt modelId="{0CCC92DE-FCC9-45F1-A840-0084499AA4BA}" type="pres">
      <dgm:prSet presAssocID="{7530128E-B8BB-4CD0-87B9-EF355E7AD260}" presName="root" presStyleCnt="0">
        <dgm:presLayoutVars>
          <dgm:dir/>
          <dgm:resizeHandles val="exact"/>
        </dgm:presLayoutVars>
      </dgm:prSet>
      <dgm:spPr/>
    </dgm:pt>
    <dgm:pt modelId="{5740ED2B-2240-48D9-B0F3-3DE8443104A2}" type="pres">
      <dgm:prSet presAssocID="{B822FBD1-1FCD-41F0-AD4A-3C5224F01904}" presName="compNode" presStyleCnt="0"/>
      <dgm:spPr/>
    </dgm:pt>
    <dgm:pt modelId="{4AB494FA-0DF2-446C-975E-415D3C5AD1C0}" type="pres">
      <dgm:prSet presAssocID="{B822FBD1-1FCD-41F0-AD4A-3C5224F0190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2144265A-6432-4200-AD7F-F08BC0EB658B}" type="pres">
      <dgm:prSet presAssocID="{B822FBD1-1FCD-41F0-AD4A-3C5224F01904}" presName="iconSpace" presStyleCnt="0"/>
      <dgm:spPr/>
    </dgm:pt>
    <dgm:pt modelId="{6D9017B8-88A0-4E67-86C2-5AAA04ADAFBC}" type="pres">
      <dgm:prSet presAssocID="{B822FBD1-1FCD-41F0-AD4A-3C5224F01904}" presName="parTx" presStyleLbl="revTx" presStyleIdx="0" presStyleCnt="6">
        <dgm:presLayoutVars>
          <dgm:chMax val="0"/>
          <dgm:chPref val="0"/>
        </dgm:presLayoutVars>
      </dgm:prSet>
      <dgm:spPr/>
    </dgm:pt>
    <dgm:pt modelId="{CF79D9A0-6F39-4CD6-9647-8DB37C92C6B6}" type="pres">
      <dgm:prSet presAssocID="{B822FBD1-1FCD-41F0-AD4A-3C5224F01904}" presName="txSpace" presStyleCnt="0"/>
      <dgm:spPr/>
    </dgm:pt>
    <dgm:pt modelId="{385EA204-126F-484E-B52A-A940B5F6BFE2}" type="pres">
      <dgm:prSet presAssocID="{B822FBD1-1FCD-41F0-AD4A-3C5224F01904}" presName="desTx" presStyleLbl="revTx" presStyleIdx="1" presStyleCnt="6">
        <dgm:presLayoutVars/>
      </dgm:prSet>
      <dgm:spPr/>
    </dgm:pt>
    <dgm:pt modelId="{3A2B4198-F0B9-43E7-957E-F7427CD711E9}" type="pres">
      <dgm:prSet presAssocID="{753AE743-6227-4E40-8E5F-1DD7A09330FD}" presName="sibTrans" presStyleCnt="0"/>
      <dgm:spPr/>
    </dgm:pt>
    <dgm:pt modelId="{FE3AEC0B-CCAC-4308-8D92-36E93C77AD7A}" type="pres">
      <dgm:prSet presAssocID="{4513AA69-E416-4CA0-84FF-3F43215BDB7E}" presName="compNode" presStyleCnt="0"/>
      <dgm:spPr/>
    </dgm:pt>
    <dgm:pt modelId="{5FC238AA-C484-4C88-83C2-D4056650518C}" type="pres">
      <dgm:prSet presAssocID="{4513AA69-E416-4CA0-84FF-3F43215BDB7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593779AB-F4C6-48CE-8610-8AAED905648D}" type="pres">
      <dgm:prSet presAssocID="{4513AA69-E416-4CA0-84FF-3F43215BDB7E}" presName="iconSpace" presStyleCnt="0"/>
      <dgm:spPr/>
    </dgm:pt>
    <dgm:pt modelId="{98308FD0-F271-4796-952B-783EEAA0B317}" type="pres">
      <dgm:prSet presAssocID="{4513AA69-E416-4CA0-84FF-3F43215BDB7E}" presName="parTx" presStyleLbl="revTx" presStyleIdx="2" presStyleCnt="6">
        <dgm:presLayoutVars>
          <dgm:chMax val="0"/>
          <dgm:chPref val="0"/>
        </dgm:presLayoutVars>
      </dgm:prSet>
      <dgm:spPr/>
    </dgm:pt>
    <dgm:pt modelId="{C2A0E9C3-6F37-4BF9-AF4F-F0EE61FA976C}" type="pres">
      <dgm:prSet presAssocID="{4513AA69-E416-4CA0-84FF-3F43215BDB7E}" presName="txSpace" presStyleCnt="0"/>
      <dgm:spPr/>
    </dgm:pt>
    <dgm:pt modelId="{AB292D4C-A471-4B3A-A935-530617375BF8}" type="pres">
      <dgm:prSet presAssocID="{4513AA69-E416-4CA0-84FF-3F43215BDB7E}" presName="desTx" presStyleLbl="revTx" presStyleIdx="3" presStyleCnt="6">
        <dgm:presLayoutVars/>
      </dgm:prSet>
      <dgm:spPr/>
    </dgm:pt>
    <dgm:pt modelId="{5B474C85-BB3F-4677-80C6-08397A831E89}" type="pres">
      <dgm:prSet presAssocID="{3521604E-115B-4499-B56E-DE8BBFAE1EF2}" presName="sibTrans" presStyleCnt="0"/>
      <dgm:spPr/>
    </dgm:pt>
    <dgm:pt modelId="{E894E2D7-0F77-4570-A133-4370C6E38507}" type="pres">
      <dgm:prSet presAssocID="{F9DF5967-E0F7-4EBE-811A-4554FFB67ED9}" presName="compNode" presStyleCnt="0"/>
      <dgm:spPr/>
    </dgm:pt>
    <dgm:pt modelId="{56D72F17-46CC-46F0-A32F-4AD4388E1677}" type="pres">
      <dgm:prSet presAssocID="{F9DF5967-E0F7-4EBE-811A-4554FFB67ED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80436822-4A55-48ED-B4B6-6E0A65A01E5C}" type="pres">
      <dgm:prSet presAssocID="{F9DF5967-E0F7-4EBE-811A-4554FFB67ED9}" presName="iconSpace" presStyleCnt="0"/>
      <dgm:spPr/>
    </dgm:pt>
    <dgm:pt modelId="{9F6140D1-6F1B-44B4-A4D0-6AE4612CC305}" type="pres">
      <dgm:prSet presAssocID="{F9DF5967-E0F7-4EBE-811A-4554FFB67ED9}" presName="parTx" presStyleLbl="revTx" presStyleIdx="4" presStyleCnt="6">
        <dgm:presLayoutVars>
          <dgm:chMax val="0"/>
          <dgm:chPref val="0"/>
        </dgm:presLayoutVars>
      </dgm:prSet>
      <dgm:spPr/>
    </dgm:pt>
    <dgm:pt modelId="{BF81D7EB-B497-4367-9411-796393A45C78}" type="pres">
      <dgm:prSet presAssocID="{F9DF5967-E0F7-4EBE-811A-4554FFB67ED9}" presName="txSpace" presStyleCnt="0"/>
      <dgm:spPr/>
    </dgm:pt>
    <dgm:pt modelId="{FC613FBE-1B0F-4B6A-A5AF-0C21726EA245}" type="pres">
      <dgm:prSet presAssocID="{F9DF5967-E0F7-4EBE-811A-4554FFB67ED9}" presName="desTx" presStyleLbl="revTx" presStyleIdx="5" presStyleCnt="6">
        <dgm:presLayoutVars/>
      </dgm:prSet>
      <dgm:spPr/>
    </dgm:pt>
  </dgm:ptLst>
  <dgm:cxnLst>
    <dgm:cxn modelId="{27740027-9739-4363-BE78-C00D6F86C8D7}" type="presOf" srcId="{B822FBD1-1FCD-41F0-AD4A-3C5224F01904}" destId="{6D9017B8-88A0-4E67-86C2-5AAA04ADAFBC}" srcOrd="0" destOrd="0" presId="urn:microsoft.com/office/officeart/2018/2/layout/IconLabelDescriptionList"/>
    <dgm:cxn modelId="{03BFBC2C-3C0F-4E80-8541-BC85B7C62CB6}" srcId="{7530128E-B8BB-4CD0-87B9-EF355E7AD260}" destId="{4513AA69-E416-4CA0-84FF-3F43215BDB7E}" srcOrd="1" destOrd="0" parTransId="{E2A14F70-1532-4DB1-9448-97B13EE49337}" sibTransId="{3521604E-115B-4499-B56E-DE8BBFAE1EF2}"/>
    <dgm:cxn modelId="{395DF134-A716-41D6-B360-3A38DCE1C286}" type="presOf" srcId="{92D90DFB-9B3B-48AC-9F20-459F9A2D259C}" destId="{FC613FBE-1B0F-4B6A-A5AF-0C21726EA245}" srcOrd="0" destOrd="0" presId="urn:microsoft.com/office/officeart/2018/2/layout/IconLabelDescriptionList"/>
    <dgm:cxn modelId="{AFD96B37-599E-439F-BA24-20B83ED9FE35}" srcId="{7530128E-B8BB-4CD0-87B9-EF355E7AD260}" destId="{B822FBD1-1FCD-41F0-AD4A-3C5224F01904}" srcOrd="0" destOrd="0" parTransId="{50F4D122-D74E-466C-9815-31FAD815D60D}" sibTransId="{753AE743-6227-4E40-8E5F-1DD7A09330FD}"/>
    <dgm:cxn modelId="{CF934241-A9F9-44C1-9CF3-1CEA940516F4}" srcId="{F9DF5967-E0F7-4EBE-811A-4554FFB67ED9}" destId="{92D90DFB-9B3B-48AC-9F20-459F9A2D259C}" srcOrd="0" destOrd="0" parTransId="{9F5BF0FF-93D0-45C9-B954-264FECCFA137}" sibTransId="{8AE518B1-4A35-45E2-83CC-25B3D19904A5}"/>
    <dgm:cxn modelId="{86EE6957-4247-4F2D-9803-37BE1FBFF63B}" type="presOf" srcId="{7530128E-B8BB-4CD0-87B9-EF355E7AD260}" destId="{0CCC92DE-FCC9-45F1-A840-0084499AA4BA}" srcOrd="0" destOrd="0" presId="urn:microsoft.com/office/officeart/2018/2/layout/IconLabelDescriptionList"/>
    <dgm:cxn modelId="{EF93FD6C-93FF-4FE0-BF04-62E73326C4AC}" type="presOf" srcId="{F9DF5967-E0F7-4EBE-811A-4554FFB67ED9}" destId="{9F6140D1-6F1B-44B4-A4D0-6AE4612CC305}" srcOrd="0" destOrd="0" presId="urn:microsoft.com/office/officeart/2018/2/layout/IconLabelDescriptionList"/>
    <dgm:cxn modelId="{C614617B-86D3-4522-8C66-EBA69230571E}" srcId="{7530128E-B8BB-4CD0-87B9-EF355E7AD260}" destId="{F9DF5967-E0F7-4EBE-811A-4554FFB67ED9}" srcOrd="2" destOrd="0" parTransId="{6B509DD1-5901-414F-B253-2F5B5426CFF9}" sibTransId="{3253167B-FA79-45F2-AAC1-1DF5522C7D10}"/>
    <dgm:cxn modelId="{5C4A5698-22D5-4B50-9BA9-AF4E447E8598}" srcId="{4513AA69-E416-4CA0-84FF-3F43215BDB7E}" destId="{F80A25C0-0F71-4143-97FA-72D511631812}" srcOrd="0" destOrd="0" parTransId="{E32AD60B-E442-4E19-82DC-643ED4C281C8}" sibTransId="{BA77EC45-A231-4923-BB07-1D729B003CC0}"/>
    <dgm:cxn modelId="{09F321B6-5EB1-4A62-BC52-F5378C07990F}" type="presOf" srcId="{4513AA69-E416-4CA0-84FF-3F43215BDB7E}" destId="{98308FD0-F271-4796-952B-783EEAA0B317}" srcOrd="0" destOrd="0" presId="urn:microsoft.com/office/officeart/2018/2/layout/IconLabelDescriptionList"/>
    <dgm:cxn modelId="{F1D164B9-FA38-4FAC-94D6-1C3592E3BA1F}" type="presOf" srcId="{CA8D4A70-09D8-4AE0-8D88-F246D2F4ECD0}" destId="{385EA204-126F-484E-B52A-A940B5F6BFE2}" srcOrd="0" destOrd="0" presId="urn:microsoft.com/office/officeart/2018/2/layout/IconLabelDescriptionList"/>
    <dgm:cxn modelId="{64C8C4C5-1B6E-43A9-B50B-8A257C134F27}" srcId="{B822FBD1-1FCD-41F0-AD4A-3C5224F01904}" destId="{CA8D4A70-09D8-4AE0-8D88-F246D2F4ECD0}" srcOrd="0" destOrd="0" parTransId="{7CF4DCD8-8C56-4F94-81AF-67B7614B5E2B}" sibTransId="{37EB40DB-82CC-4658-8F15-AAA0EE462F0A}"/>
    <dgm:cxn modelId="{8DEA3DEE-0D78-45F8-B9BD-5BDF7741C077}" type="presOf" srcId="{F80A25C0-0F71-4143-97FA-72D511631812}" destId="{AB292D4C-A471-4B3A-A935-530617375BF8}" srcOrd="0" destOrd="0" presId="urn:microsoft.com/office/officeart/2018/2/layout/IconLabelDescriptionList"/>
    <dgm:cxn modelId="{5C8100C9-B4DA-4E26-B821-88CD238C43A1}" type="presParOf" srcId="{0CCC92DE-FCC9-45F1-A840-0084499AA4BA}" destId="{5740ED2B-2240-48D9-B0F3-3DE8443104A2}" srcOrd="0" destOrd="0" presId="urn:microsoft.com/office/officeart/2018/2/layout/IconLabelDescriptionList"/>
    <dgm:cxn modelId="{069D2E68-5761-4A3A-82DB-736ED7649986}" type="presParOf" srcId="{5740ED2B-2240-48D9-B0F3-3DE8443104A2}" destId="{4AB494FA-0DF2-446C-975E-415D3C5AD1C0}" srcOrd="0" destOrd="0" presId="urn:microsoft.com/office/officeart/2018/2/layout/IconLabelDescriptionList"/>
    <dgm:cxn modelId="{7B3B037B-8F3A-41D5-A847-B4DF580BF27F}" type="presParOf" srcId="{5740ED2B-2240-48D9-B0F3-3DE8443104A2}" destId="{2144265A-6432-4200-AD7F-F08BC0EB658B}" srcOrd="1" destOrd="0" presId="urn:microsoft.com/office/officeart/2018/2/layout/IconLabelDescriptionList"/>
    <dgm:cxn modelId="{16CBAEC3-A7BD-401A-A07E-C0E909B8CF9B}" type="presParOf" srcId="{5740ED2B-2240-48D9-B0F3-3DE8443104A2}" destId="{6D9017B8-88A0-4E67-86C2-5AAA04ADAFBC}" srcOrd="2" destOrd="0" presId="urn:microsoft.com/office/officeart/2018/2/layout/IconLabelDescriptionList"/>
    <dgm:cxn modelId="{43FCCAD4-34F3-4989-B00D-0CE92287CB23}" type="presParOf" srcId="{5740ED2B-2240-48D9-B0F3-3DE8443104A2}" destId="{CF79D9A0-6F39-4CD6-9647-8DB37C92C6B6}" srcOrd="3" destOrd="0" presId="urn:microsoft.com/office/officeart/2018/2/layout/IconLabelDescriptionList"/>
    <dgm:cxn modelId="{C5A4F070-C3FB-41E6-AA1F-58086615E4B2}" type="presParOf" srcId="{5740ED2B-2240-48D9-B0F3-3DE8443104A2}" destId="{385EA204-126F-484E-B52A-A940B5F6BFE2}" srcOrd="4" destOrd="0" presId="urn:microsoft.com/office/officeart/2018/2/layout/IconLabelDescriptionList"/>
    <dgm:cxn modelId="{696D91A7-ADAA-4FB8-9340-E9284DB58180}" type="presParOf" srcId="{0CCC92DE-FCC9-45F1-A840-0084499AA4BA}" destId="{3A2B4198-F0B9-43E7-957E-F7427CD711E9}" srcOrd="1" destOrd="0" presId="urn:microsoft.com/office/officeart/2018/2/layout/IconLabelDescriptionList"/>
    <dgm:cxn modelId="{36304F71-A3B0-4918-9993-0687D9B45315}" type="presParOf" srcId="{0CCC92DE-FCC9-45F1-A840-0084499AA4BA}" destId="{FE3AEC0B-CCAC-4308-8D92-36E93C77AD7A}" srcOrd="2" destOrd="0" presId="urn:microsoft.com/office/officeart/2018/2/layout/IconLabelDescriptionList"/>
    <dgm:cxn modelId="{1D6D4D64-26D4-4D70-A385-A9BE3E6C65CD}" type="presParOf" srcId="{FE3AEC0B-CCAC-4308-8D92-36E93C77AD7A}" destId="{5FC238AA-C484-4C88-83C2-D4056650518C}" srcOrd="0" destOrd="0" presId="urn:microsoft.com/office/officeart/2018/2/layout/IconLabelDescriptionList"/>
    <dgm:cxn modelId="{ADCA36B7-0FAD-4E07-8DE5-EB99D4A6451E}" type="presParOf" srcId="{FE3AEC0B-CCAC-4308-8D92-36E93C77AD7A}" destId="{593779AB-F4C6-48CE-8610-8AAED905648D}" srcOrd="1" destOrd="0" presId="urn:microsoft.com/office/officeart/2018/2/layout/IconLabelDescriptionList"/>
    <dgm:cxn modelId="{6290153F-647F-4FE9-9D03-FB8F868FB0F7}" type="presParOf" srcId="{FE3AEC0B-CCAC-4308-8D92-36E93C77AD7A}" destId="{98308FD0-F271-4796-952B-783EEAA0B317}" srcOrd="2" destOrd="0" presId="urn:microsoft.com/office/officeart/2018/2/layout/IconLabelDescriptionList"/>
    <dgm:cxn modelId="{611A1AB8-B556-4E00-B499-3BD81AE53560}" type="presParOf" srcId="{FE3AEC0B-CCAC-4308-8D92-36E93C77AD7A}" destId="{C2A0E9C3-6F37-4BF9-AF4F-F0EE61FA976C}" srcOrd="3" destOrd="0" presId="urn:microsoft.com/office/officeart/2018/2/layout/IconLabelDescriptionList"/>
    <dgm:cxn modelId="{EA20E997-0507-477B-B1D9-FA1C283F2A8F}" type="presParOf" srcId="{FE3AEC0B-CCAC-4308-8D92-36E93C77AD7A}" destId="{AB292D4C-A471-4B3A-A935-530617375BF8}" srcOrd="4" destOrd="0" presId="urn:microsoft.com/office/officeart/2018/2/layout/IconLabelDescriptionList"/>
    <dgm:cxn modelId="{7932D21A-EB26-4E20-B19F-56ABFF5FB76B}" type="presParOf" srcId="{0CCC92DE-FCC9-45F1-A840-0084499AA4BA}" destId="{5B474C85-BB3F-4677-80C6-08397A831E89}" srcOrd="3" destOrd="0" presId="urn:microsoft.com/office/officeart/2018/2/layout/IconLabelDescriptionList"/>
    <dgm:cxn modelId="{8B26FF08-6A88-4802-BBD8-37FA606E0EF0}" type="presParOf" srcId="{0CCC92DE-FCC9-45F1-A840-0084499AA4BA}" destId="{E894E2D7-0F77-4570-A133-4370C6E38507}" srcOrd="4" destOrd="0" presId="urn:microsoft.com/office/officeart/2018/2/layout/IconLabelDescriptionList"/>
    <dgm:cxn modelId="{1DFF2532-789F-4727-9AB0-C3E2E75E2C20}" type="presParOf" srcId="{E894E2D7-0F77-4570-A133-4370C6E38507}" destId="{56D72F17-46CC-46F0-A32F-4AD4388E1677}" srcOrd="0" destOrd="0" presId="urn:microsoft.com/office/officeart/2018/2/layout/IconLabelDescriptionList"/>
    <dgm:cxn modelId="{FF84B219-52DC-4BAF-BDEE-D0D369BE3626}" type="presParOf" srcId="{E894E2D7-0F77-4570-A133-4370C6E38507}" destId="{80436822-4A55-48ED-B4B6-6E0A65A01E5C}" srcOrd="1" destOrd="0" presId="urn:microsoft.com/office/officeart/2018/2/layout/IconLabelDescriptionList"/>
    <dgm:cxn modelId="{77E69C88-70B2-4876-B701-62A2E2478E3E}" type="presParOf" srcId="{E894E2D7-0F77-4570-A133-4370C6E38507}" destId="{9F6140D1-6F1B-44B4-A4D0-6AE4612CC305}" srcOrd="2" destOrd="0" presId="urn:microsoft.com/office/officeart/2018/2/layout/IconLabelDescriptionList"/>
    <dgm:cxn modelId="{39EFE452-9F10-42D3-BB16-98537014E3F2}" type="presParOf" srcId="{E894E2D7-0F77-4570-A133-4370C6E38507}" destId="{BF81D7EB-B497-4367-9411-796393A45C78}" srcOrd="3" destOrd="0" presId="urn:microsoft.com/office/officeart/2018/2/layout/IconLabelDescriptionList"/>
    <dgm:cxn modelId="{AC87C8CB-CEBE-4731-81BF-19CB93AD8856}" type="presParOf" srcId="{E894E2D7-0F77-4570-A133-4370C6E38507}" destId="{FC613FBE-1B0F-4B6A-A5AF-0C21726EA245}"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957DD51-107A-4DEC-9ED2-E225EFF16DD9}" type="doc">
      <dgm:prSet loTypeId="urn:microsoft.com/office/officeart/2005/8/layout/bProcess2" loCatId="process" qsTypeId="urn:microsoft.com/office/officeart/2005/8/quickstyle/simple1" qsCatId="simple" csTypeId="urn:microsoft.com/office/officeart/2005/8/colors/colorful2" csCatId="colorful"/>
      <dgm:spPr/>
      <dgm:t>
        <a:bodyPr/>
        <a:lstStyle/>
        <a:p>
          <a:endParaRPr lang="en-US"/>
        </a:p>
      </dgm:t>
    </dgm:pt>
    <dgm:pt modelId="{671C38A0-3DB1-45B5-BE08-3DCAC97DFFC9}">
      <dgm:prSet/>
      <dgm:spPr/>
      <dgm:t>
        <a:bodyPr/>
        <a:lstStyle/>
        <a:p>
          <a:r>
            <a:rPr lang="en-US"/>
            <a:t>Who has done any coding?</a:t>
          </a:r>
        </a:p>
      </dgm:t>
    </dgm:pt>
    <dgm:pt modelId="{C4DE03BD-EEEE-4E2B-85D5-B59B0CCC547C}" type="parTrans" cxnId="{4CA5781A-F973-425D-A5F7-EC519CE82CAF}">
      <dgm:prSet/>
      <dgm:spPr/>
      <dgm:t>
        <a:bodyPr/>
        <a:lstStyle/>
        <a:p>
          <a:endParaRPr lang="en-US"/>
        </a:p>
      </dgm:t>
    </dgm:pt>
    <dgm:pt modelId="{C21F89E8-11F6-455E-B687-87B46D0A0074}" type="sibTrans" cxnId="{4CA5781A-F973-425D-A5F7-EC519CE82CAF}">
      <dgm:prSet/>
      <dgm:spPr/>
      <dgm:t>
        <a:bodyPr/>
        <a:lstStyle/>
        <a:p>
          <a:endParaRPr lang="en-US"/>
        </a:p>
      </dgm:t>
    </dgm:pt>
    <dgm:pt modelId="{D8078AE3-DE4E-4220-986A-66D453DFF81D}">
      <dgm:prSet/>
      <dgm:spPr/>
      <dgm:t>
        <a:bodyPr/>
        <a:lstStyle/>
        <a:p>
          <a:r>
            <a:rPr lang="en-US"/>
            <a:t>Why would we want or need to use code?</a:t>
          </a:r>
        </a:p>
      </dgm:t>
    </dgm:pt>
    <dgm:pt modelId="{D8BB7C18-9E06-42FB-9ACE-4847F2FEAACC}" type="parTrans" cxnId="{096DB698-58F3-4A20-8D34-7FF4E2DEF6C5}">
      <dgm:prSet/>
      <dgm:spPr/>
      <dgm:t>
        <a:bodyPr/>
        <a:lstStyle/>
        <a:p>
          <a:endParaRPr lang="en-US"/>
        </a:p>
      </dgm:t>
    </dgm:pt>
    <dgm:pt modelId="{6E34C707-4690-423F-BCA3-80609012FA4D}" type="sibTrans" cxnId="{096DB698-58F3-4A20-8D34-7FF4E2DEF6C5}">
      <dgm:prSet/>
      <dgm:spPr/>
      <dgm:t>
        <a:bodyPr/>
        <a:lstStyle/>
        <a:p>
          <a:endParaRPr lang="en-US"/>
        </a:p>
      </dgm:t>
    </dgm:pt>
    <dgm:pt modelId="{E08198E5-2C53-0A41-BAAA-FDE103D844F8}" type="pres">
      <dgm:prSet presAssocID="{1957DD51-107A-4DEC-9ED2-E225EFF16DD9}" presName="diagram" presStyleCnt="0">
        <dgm:presLayoutVars>
          <dgm:dir/>
          <dgm:resizeHandles/>
        </dgm:presLayoutVars>
      </dgm:prSet>
      <dgm:spPr/>
    </dgm:pt>
    <dgm:pt modelId="{FC801FA1-EB69-A640-8A10-4E928584926A}" type="pres">
      <dgm:prSet presAssocID="{671C38A0-3DB1-45B5-BE08-3DCAC97DFFC9}" presName="firstNode" presStyleLbl="node1" presStyleIdx="0" presStyleCnt="2">
        <dgm:presLayoutVars>
          <dgm:bulletEnabled val="1"/>
        </dgm:presLayoutVars>
      </dgm:prSet>
      <dgm:spPr/>
    </dgm:pt>
    <dgm:pt modelId="{CA432D13-0D35-414D-B051-DFE25605A2A5}" type="pres">
      <dgm:prSet presAssocID="{C21F89E8-11F6-455E-B687-87B46D0A0074}" presName="sibTrans" presStyleLbl="sibTrans2D1" presStyleIdx="0" presStyleCnt="1"/>
      <dgm:spPr/>
    </dgm:pt>
    <dgm:pt modelId="{B87EA72E-71F2-9042-9DE8-438E853473F4}" type="pres">
      <dgm:prSet presAssocID="{D8078AE3-DE4E-4220-986A-66D453DFF81D}" presName="lastNode" presStyleLbl="node1" presStyleIdx="1" presStyleCnt="2">
        <dgm:presLayoutVars>
          <dgm:bulletEnabled val="1"/>
        </dgm:presLayoutVars>
      </dgm:prSet>
      <dgm:spPr/>
    </dgm:pt>
  </dgm:ptLst>
  <dgm:cxnLst>
    <dgm:cxn modelId="{4CA5781A-F973-425D-A5F7-EC519CE82CAF}" srcId="{1957DD51-107A-4DEC-9ED2-E225EFF16DD9}" destId="{671C38A0-3DB1-45B5-BE08-3DCAC97DFFC9}" srcOrd="0" destOrd="0" parTransId="{C4DE03BD-EEEE-4E2B-85D5-B59B0CCC547C}" sibTransId="{C21F89E8-11F6-455E-B687-87B46D0A0074}"/>
    <dgm:cxn modelId="{7F058A62-42F9-904C-9D58-9CFBF24A5B14}" type="presOf" srcId="{C21F89E8-11F6-455E-B687-87B46D0A0074}" destId="{CA432D13-0D35-414D-B051-DFE25605A2A5}" srcOrd="0" destOrd="0" presId="urn:microsoft.com/office/officeart/2005/8/layout/bProcess2"/>
    <dgm:cxn modelId="{B15B768D-FB30-8A44-B925-709E9D0CC92D}" type="presOf" srcId="{D8078AE3-DE4E-4220-986A-66D453DFF81D}" destId="{B87EA72E-71F2-9042-9DE8-438E853473F4}" srcOrd="0" destOrd="0" presId="urn:microsoft.com/office/officeart/2005/8/layout/bProcess2"/>
    <dgm:cxn modelId="{096DB698-58F3-4A20-8D34-7FF4E2DEF6C5}" srcId="{1957DD51-107A-4DEC-9ED2-E225EFF16DD9}" destId="{D8078AE3-DE4E-4220-986A-66D453DFF81D}" srcOrd="1" destOrd="0" parTransId="{D8BB7C18-9E06-42FB-9ACE-4847F2FEAACC}" sibTransId="{6E34C707-4690-423F-BCA3-80609012FA4D}"/>
    <dgm:cxn modelId="{EFD461B3-CAE4-804E-919A-A935240F6FC1}" type="presOf" srcId="{671C38A0-3DB1-45B5-BE08-3DCAC97DFFC9}" destId="{FC801FA1-EB69-A640-8A10-4E928584926A}" srcOrd="0" destOrd="0" presId="urn:microsoft.com/office/officeart/2005/8/layout/bProcess2"/>
    <dgm:cxn modelId="{871FBBCE-2790-174F-BFF6-F94263663C60}" type="presOf" srcId="{1957DD51-107A-4DEC-9ED2-E225EFF16DD9}" destId="{E08198E5-2C53-0A41-BAAA-FDE103D844F8}" srcOrd="0" destOrd="0" presId="urn:microsoft.com/office/officeart/2005/8/layout/bProcess2"/>
    <dgm:cxn modelId="{C54AECA8-368F-1E4C-8DC8-8145B5410A88}" type="presParOf" srcId="{E08198E5-2C53-0A41-BAAA-FDE103D844F8}" destId="{FC801FA1-EB69-A640-8A10-4E928584926A}" srcOrd="0" destOrd="0" presId="urn:microsoft.com/office/officeart/2005/8/layout/bProcess2"/>
    <dgm:cxn modelId="{37791DA6-4D39-1341-89AC-10B3F1B12E10}" type="presParOf" srcId="{E08198E5-2C53-0A41-BAAA-FDE103D844F8}" destId="{CA432D13-0D35-414D-B051-DFE25605A2A5}" srcOrd="1" destOrd="0" presId="urn:microsoft.com/office/officeart/2005/8/layout/bProcess2"/>
    <dgm:cxn modelId="{31517858-DF06-A645-B962-D8E596E97BE8}" type="presParOf" srcId="{E08198E5-2C53-0A41-BAAA-FDE103D844F8}" destId="{B87EA72E-71F2-9042-9DE8-438E853473F4}" srcOrd="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F1C986B-4EA2-4660-BDA5-03C1D1C0443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FC0A94CC-B17E-417D-96B7-F5FEA19D56F2}">
      <dgm:prSet/>
      <dgm:spPr/>
      <dgm:t>
        <a:bodyPr/>
        <a:lstStyle/>
        <a:p>
          <a:r>
            <a:rPr lang="en-US"/>
            <a:t>What are benefits of open source software?</a:t>
          </a:r>
        </a:p>
      </dgm:t>
    </dgm:pt>
    <dgm:pt modelId="{C0182622-1319-408C-AF2A-DD9C023F8824}" type="parTrans" cxnId="{13F43033-F4E4-4A29-AE34-2F1F69E23FD1}">
      <dgm:prSet/>
      <dgm:spPr/>
      <dgm:t>
        <a:bodyPr/>
        <a:lstStyle/>
        <a:p>
          <a:endParaRPr lang="en-US"/>
        </a:p>
      </dgm:t>
    </dgm:pt>
    <dgm:pt modelId="{E438EA70-2C23-4E77-9B0F-DA9D240765D0}" type="sibTrans" cxnId="{13F43033-F4E4-4A29-AE34-2F1F69E23FD1}">
      <dgm:prSet/>
      <dgm:spPr/>
      <dgm:t>
        <a:bodyPr/>
        <a:lstStyle/>
        <a:p>
          <a:endParaRPr lang="en-US"/>
        </a:p>
      </dgm:t>
    </dgm:pt>
    <dgm:pt modelId="{E6378F90-1BCC-4E32-9573-D906BB522AC4}">
      <dgm:prSet/>
      <dgm:spPr/>
      <dgm:t>
        <a:bodyPr/>
        <a:lstStyle/>
        <a:p>
          <a:r>
            <a:rPr lang="en-US"/>
            <a:t>What are concerns about open source software?</a:t>
          </a:r>
        </a:p>
      </dgm:t>
    </dgm:pt>
    <dgm:pt modelId="{24B8EC8B-87FF-4477-94BF-2B7F51098870}" type="parTrans" cxnId="{1B349B48-4333-44FD-BDED-9A75F4DEC95B}">
      <dgm:prSet/>
      <dgm:spPr/>
      <dgm:t>
        <a:bodyPr/>
        <a:lstStyle/>
        <a:p>
          <a:endParaRPr lang="en-US"/>
        </a:p>
      </dgm:t>
    </dgm:pt>
    <dgm:pt modelId="{C32EBCC8-AEEE-48A9-82E1-0BD0C570449A}" type="sibTrans" cxnId="{1B349B48-4333-44FD-BDED-9A75F4DEC95B}">
      <dgm:prSet/>
      <dgm:spPr/>
      <dgm:t>
        <a:bodyPr/>
        <a:lstStyle/>
        <a:p>
          <a:endParaRPr lang="en-US"/>
        </a:p>
      </dgm:t>
    </dgm:pt>
    <dgm:pt modelId="{CB241BFB-29C9-0E4E-9C63-F07FC677CBFB}" type="pres">
      <dgm:prSet presAssocID="{2F1C986B-4EA2-4660-BDA5-03C1D1C04435}" presName="hierChild1" presStyleCnt="0">
        <dgm:presLayoutVars>
          <dgm:chPref val="1"/>
          <dgm:dir/>
          <dgm:animOne val="branch"/>
          <dgm:animLvl val="lvl"/>
          <dgm:resizeHandles/>
        </dgm:presLayoutVars>
      </dgm:prSet>
      <dgm:spPr/>
    </dgm:pt>
    <dgm:pt modelId="{83D53CD2-3ED9-F84F-AEBF-8FAEC8A6D1FA}" type="pres">
      <dgm:prSet presAssocID="{FC0A94CC-B17E-417D-96B7-F5FEA19D56F2}" presName="hierRoot1" presStyleCnt="0"/>
      <dgm:spPr/>
    </dgm:pt>
    <dgm:pt modelId="{8D02323A-FD8F-1947-9E04-A61CB9B55F42}" type="pres">
      <dgm:prSet presAssocID="{FC0A94CC-B17E-417D-96B7-F5FEA19D56F2}" presName="composite" presStyleCnt="0"/>
      <dgm:spPr/>
    </dgm:pt>
    <dgm:pt modelId="{D743045B-0563-2046-B651-75AB1FC066FD}" type="pres">
      <dgm:prSet presAssocID="{FC0A94CC-B17E-417D-96B7-F5FEA19D56F2}" presName="background" presStyleLbl="node0" presStyleIdx="0" presStyleCnt="2"/>
      <dgm:spPr/>
    </dgm:pt>
    <dgm:pt modelId="{38FBBEFD-FC0F-8147-881F-BF656843EBB0}" type="pres">
      <dgm:prSet presAssocID="{FC0A94CC-B17E-417D-96B7-F5FEA19D56F2}" presName="text" presStyleLbl="fgAcc0" presStyleIdx="0" presStyleCnt="2">
        <dgm:presLayoutVars>
          <dgm:chPref val="3"/>
        </dgm:presLayoutVars>
      </dgm:prSet>
      <dgm:spPr/>
    </dgm:pt>
    <dgm:pt modelId="{6FF63F82-22B4-6048-A480-8B65412FDFBE}" type="pres">
      <dgm:prSet presAssocID="{FC0A94CC-B17E-417D-96B7-F5FEA19D56F2}" presName="hierChild2" presStyleCnt="0"/>
      <dgm:spPr/>
    </dgm:pt>
    <dgm:pt modelId="{A4ABF5C1-7B47-7F4A-AB92-4F6B1A870C4D}" type="pres">
      <dgm:prSet presAssocID="{E6378F90-1BCC-4E32-9573-D906BB522AC4}" presName="hierRoot1" presStyleCnt="0"/>
      <dgm:spPr/>
    </dgm:pt>
    <dgm:pt modelId="{0AF9CB62-7FD2-AD45-AF3F-35EC8A23966E}" type="pres">
      <dgm:prSet presAssocID="{E6378F90-1BCC-4E32-9573-D906BB522AC4}" presName="composite" presStyleCnt="0"/>
      <dgm:spPr/>
    </dgm:pt>
    <dgm:pt modelId="{9349D95A-3E78-6040-B746-4E60A12A90F2}" type="pres">
      <dgm:prSet presAssocID="{E6378F90-1BCC-4E32-9573-D906BB522AC4}" presName="background" presStyleLbl="node0" presStyleIdx="1" presStyleCnt="2"/>
      <dgm:spPr/>
    </dgm:pt>
    <dgm:pt modelId="{A24CB0DC-B25E-4E4C-A8F1-9EA736862943}" type="pres">
      <dgm:prSet presAssocID="{E6378F90-1BCC-4E32-9573-D906BB522AC4}" presName="text" presStyleLbl="fgAcc0" presStyleIdx="1" presStyleCnt="2">
        <dgm:presLayoutVars>
          <dgm:chPref val="3"/>
        </dgm:presLayoutVars>
      </dgm:prSet>
      <dgm:spPr/>
    </dgm:pt>
    <dgm:pt modelId="{7D03DFA2-4638-C14F-A093-65A535344696}" type="pres">
      <dgm:prSet presAssocID="{E6378F90-1BCC-4E32-9573-D906BB522AC4}" presName="hierChild2" presStyleCnt="0"/>
      <dgm:spPr/>
    </dgm:pt>
  </dgm:ptLst>
  <dgm:cxnLst>
    <dgm:cxn modelId="{3B76AE22-9A46-6849-8075-4BFB3A727EC6}" type="presOf" srcId="{2F1C986B-4EA2-4660-BDA5-03C1D1C04435}" destId="{CB241BFB-29C9-0E4E-9C63-F07FC677CBFB}" srcOrd="0" destOrd="0" presId="urn:microsoft.com/office/officeart/2005/8/layout/hierarchy1"/>
    <dgm:cxn modelId="{13F43033-F4E4-4A29-AE34-2F1F69E23FD1}" srcId="{2F1C986B-4EA2-4660-BDA5-03C1D1C04435}" destId="{FC0A94CC-B17E-417D-96B7-F5FEA19D56F2}" srcOrd="0" destOrd="0" parTransId="{C0182622-1319-408C-AF2A-DD9C023F8824}" sibTransId="{E438EA70-2C23-4E77-9B0F-DA9D240765D0}"/>
    <dgm:cxn modelId="{1B349B48-4333-44FD-BDED-9A75F4DEC95B}" srcId="{2F1C986B-4EA2-4660-BDA5-03C1D1C04435}" destId="{E6378F90-1BCC-4E32-9573-D906BB522AC4}" srcOrd="1" destOrd="0" parTransId="{24B8EC8B-87FF-4477-94BF-2B7F51098870}" sibTransId="{C32EBCC8-AEEE-48A9-82E1-0BD0C570449A}"/>
    <dgm:cxn modelId="{B97271BC-97B0-834C-964A-618D06B9A832}" type="presOf" srcId="{FC0A94CC-B17E-417D-96B7-F5FEA19D56F2}" destId="{38FBBEFD-FC0F-8147-881F-BF656843EBB0}" srcOrd="0" destOrd="0" presId="urn:microsoft.com/office/officeart/2005/8/layout/hierarchy1"/>
    <dgm:cxn modelId="{D0CD05BD-242D-EC4C-95AB-CFB122031B80}" type="presOf" srcId="{E6378F90-1BCC-4E32-9573-D906BB522AC4}" destId="{A24CB0DC-B25E-4E4C-A8F1-9EA736862943}" srcOrd="0" destOrd="0" presId="urn:microsoft.com/office/officeart/2005/8/layout/hierarchy1"/>
    <dgm:cxn modelId="{2D495D02-D4C7-0348-A4FA-C8532451886F}" type="presParOf" srcId="{CB241BFB-29C9-0E4E-9C63-F07FC677CBFB}" destId="{83D53CD2-3ED9-F84F-AEBF-8FAEC8A6D1FA}" srcOrd="0" destOrd="0" presId="urn:microsoft.com/office/officeart/2005/8/layout/hierarchy1"/>
    <dgm:cxn modelId="{ADEC579E-F677-B848-843F-72D1551D8A49}" type="presParOf" srcId="{83D53CD2-3ED9-F84F-AEBF-8FAEC8A6D1FA}" destId="{8D02323A-FD8F-1947-9E04-A61CB9B55F42}" srcOrd="0" destOrd="0" presId="urn:microsoft.com/office/officeart/2005/8/layout/hierarchy1"/>
    <dgm:cxn modelId="{9A33AFC0-8900-2649-9D6D-10867124C3AB}" type="presParOf" srcId="{8D02323A-FD8F-1947-9E04-A61CB9B55F42}" destId="{D743045B-0563-2046-B651-75AB1FC066FD}" srcOrd="0" destOrd="0" presId="urn:microsoft.com/office/officeart/2005/8/layout/hierarchy1"/>
    <dgm:cxn modelId="{8644C8E6-D11B-5546-A430-C2C451805763}" type="presParOf" srcId="{8D02323A-FD8F-1947-9E04-A61CB9B55F42}" destId="{38FBBEFD-FC0F-8147-881F-BF656843EBB0}" srcOrd="1" destOrd="0" presId="urn:microsoft.com/office/officeart/2005/8/layout/hierarchy1"/>
    <dgm:cxn modelId="{1E79A40A-8B30-A44C-A1E1-172FAD26B8F3}" type="presParOf" srcId="{83D53CD2-3ED9-F84F-AEBF-8FAEC8A6D1FA}" destId="{6FF63F82-22B4-6048-A480-8B65412FDFBE}" srcOrd="1" destOrd="0" presId="urn:microsoft.com/office/officeart/2005/8/layout/hierarchy1"/>
    <dgm:cxn modelId="{A637B4D8-7F3D-9A42-AEF3-7D647932174A}" type="presParOf" srcId="{CB241BFB-29C9-0E4E-9C63-F07FC677CBFB}" destId="{A4ABF5C1-7B47-7F4A-AB92-4F6B1A870C4D}" srcOrd="1" destOrd="0" presId="urn:microsoft.com/office/officeart/2005/8/layout/hierarchy1"/>
    <dgm:cxn modelId="{277FAD41-FFB7-B847-9B93-A83F4D380031}" type="presParOf" srcId="{A4ABF5C1-7B47-7F4A-AB92-4F6B1A870C4D}" destId="{0AF9CB62-7FD2-AD45-AF3F-35EC8A23966E}" srcOrd="0" destOrd="0" presId="urn:microsoft.com/office/officeart/2005/8/layout/hierarchy1"/>
    <dgm:cxn modelId="{CD7963A1-18ED-CF47-9B98-7E85EEB12433}" type="presParOf" srcId="{0AF9CB62-7FD2-AD45-AF3F-35EC8A23966E}" destId="{9349D95A-3E78-6040-B746-4E60A12A90F2}" srcOrd="0" destOrd="0" presId="urn:microsoft.com/office/officeart/2005/8/layout/hierarchy1"/>
    <dgm:cxn modelId="{E1629E09-1635-EA4A-9749-5496BAC72E07}" type="presParOf" srcId="{0AF9CB62-7FD2-AD45-AF3F-35EC8A23966E}" destId="{A24CB0DC-B25E-4E4C-A8F1-9EA736862943}" srcOrd="1" destOrd="0" presId="urn:microsoft.com/office/officeart/2005/8/layout/hierarchy1"/>
    <dgm:cxn modelId="{12D363C4-89BF-4445-B68F-D8CB88BAB19C}" type="presParOf" srcId="{A4ABF5C1-7B47-7F4A-AB92-4F6B1A870C4D}" destId="{7D03DFA2-4638-C14F-A093-65A53534469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0A2D228-0601-4DE4-BA9F-A21ABC80E24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C3F0634-9A98-4E2B-A514-FFAD56ECA68F}">
      <dgm:prSet/>
      <dgm:spPr/>
      <dgm:t>
        <a:bodyPr/>
        <a:lstStyle/>
        <a:p>
          <a:pPr>
            <a:defRPr cap="all"/>
          </a:pPr>
          <a:r>
            <a:rPr lang="en-US"/>
            <a:t>military secret</a:t>
          </a:r>
        </a:p>
      </dgm:t>
    </dgm:pt>
    <dgm:pt modelId="{08CC6AB7-E22D-4933-BC7A-ECCEBEE5D6B5}" type="parTrans" cxnId="{9110F30B-D49B-46B4-9F1E-313F5E49E4B3}">
      <dgm:prSet/>
      <dgm:spPr/>
      <dgm:t>
        <a:bodyPr/>
        <a:lstStyle/>
        <a:p>
          <a:endParaRPr lang="en-US"/>
        </a:p>
      </dgm:t>
    </dgm:pt>
    <dgm:pt modelId="{6B2B013F-3E4E-4791-9DDC-9D9FC24574B4}" type="sibTrans" cxnId="{9110F30B-D49B-46B4-9F1E-313F5E49E4B3}">
      <dgm:prSet/>
      <dgm:spPr/>
      <dgm:t>
        <a:bodyPr/>
        <a:lstStyle/>
        <a:p>
          <a:endParaRPr lang="en-US"/>
        </a:p>
      </dgm:t>
    </dgm:pt>
    <dgm:pt modelId="{41876A53-C7C6-4698-9293-7A40B913B2A2}">
      <dgm:prSet/>
      <dgm:spPr/>
      <dgm:t>
        <a:bodyPr/>
        <a:lstStyle/>
        <a:p>
          <a:pPr>
            <a:defRPr cap="all"/>
          </a:pPr>
          <a:r>
            <a:rPr lang="en-US"/>
            <a:t>intelectual property or patent</a:t>
          </a:r>
        </a:p>
      </dgm:t>
    </dgm:pt>
    <dgm:pt modelId="{3D6D1880-FFD4-4929-859E-06C810E53346}" type="parTrans" cxnId="{67D971ED-3E32-4065-B92D-D538C054472B}">
      <dgm:prSet/>
      <dgm:spPr/>
      <dgm:t>
        <a:bodyPr/>
        <a:lstStyle/>
        <a:p>
          <a:endParaRPr lang="en-US"/>
        </a:p>
      </dgm:t>
    </dgm:pt>
    <dgm:pt modelId="{4452F6EA-D3FC-4C92-A7F5-C84783D0F13A}" type="sibTrans" cxnId="{67D971ED-3E32-4065-B92D-D538C054472B}">
      <dgm:prSet/>
      <dgm:spPr/>
      <dgm:t>
        <a:bodyPr/>
        <a:lstStyle/>
        <a:p>
          <a:endParaRPr lang="en-US"/>
        </a:p>
      </dgm:t>
    </dgm:pt>
    <dgm:pt modelId="{92E2FFA9-EFA2-4DA7-8696-F4BCB0488B95}">
      <dgm:prSet/>
      <dgm:spPr/>
      <dgm:t>
        <a:bodyPr/>
        <a:lstStyle/>
        <a:p>
          <a:pPr>
            <a:defRPr cap="all"/>
          </a:pPr>
          <a:r>
            <a:rPr lang="en-US"/>
            <a:t>institutional policies</a:t>
          </a:r>
        </a:p>
      </dgm:t>
    </dgm:pt>
    <dgm:pt modelId="{9A33E0D4-3369-420B-BB9D-FAE36F7B20A4}" type="parTrans" cxnId="{62CE36F5-15DB-428D-8695-81B2FC02728D}">
      <dgm:prSet/>
      <dgm:spPr/>
      <dgm:t>
        <a:bodyPr/>
        <a:lstStyle/>
        <a:p>
          <a:endParaRPr lang="en-US"/>
        </a:p>
      </dgm:t>
    </dgm:pt>
    <dgm:pt modelId="{48B79A45-1CC4-45F2-83B9-12430CCC1BB1}" type="sibTrans" cxnId="{62CE36F5-15DB-428D-8695-81B2FC02728D}">
      <dgm:prSet/>
      <dgm:spPr/>
      <dgm:t>
        <a:bodyPr/>
        <a:lstStyle/>
        <a:p>
          <a:endParaRPr lang="en-US"/>
        </a:p>
      </dgm:t>
    </dgm:pt>
    <dgm:pt modelId="{07BF7FBB-39A9-4E25-B347-23280E8529BA}" type="pres">
      <dgm:prSet presAssocID="{A0A2D228-0601-4DE4-BA9F-A21ABC80E245}" presName="root" presStyleCnt="0">
        <dgm:presLayoutVars>
          <dgm:dir/>
          <dgm:resizeHandles val="exact"/>
        </dgm:presLayoutVars>
      </dgm:prSet>
      <dgm:spPr/>
    </dgm:pt>
    <dgm:pt modelId="{7EB2AA4A-2C9E-4112-94DE-68E5ECC57AE4}" type="pres">
      <dgm:prSet presAssocID="{8C3F0634-9A98-4E2B-A514-FFAD56ECA68F}" presName="compNode" presStyleCnt="0"/>
      <dgm:spPr/>
    </dgm:pt>
    <dgm:pt modelId="{06C8D61C-F28E-4E70-A0C1-892AC4B940F1}" type="pres">
      <dgm:prSet presAssocID="{8C3F0634-9A98-4E2B-A514-FFAD56ECA68F}" presName="iconBgRect" presStyleLbl="bgShp" presStyleIdx="0" presStyleCnt="3"/>
      <dgm:spPr/>
    </dgm:pt>
    <dgm:pt modelId="{7F230495-9B85-4BB1-B2A9-1F7D96DB369A}" type="pres">
      <dgm:prSet presAssocID="{8C3F0634-9A98-4E2B-A514-FFAD56ECA68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2A4807BC-2113-464B-B302-D6A471A96958}" type="pres">
      <dgm:prSet presAssocID="{8C3F0634-9A98-4E2B-A514-FFAD56ECA68F}" presName="spaceRect" presStyleCnt="0"/>
      <dgm:spPr/>
    </dgm:pt>
    <dgm:pt modelId="{D40A3FBD-E6B4-42CC-B074-CCEF7CE3542B}" type="pres">
      <dgm:prSet presAssocID="{8C3F0634-9A98-4E2B-A514-FFAD56ECA68F}" presName="textRect" presStyleLbl="revTx" presStyleIdx="0" presStyleCnt="3">
        <dgm:presLayoutVars>
          <dgm:chMax val="1"/>
          <dgm:chPref val="1"/>
        </dgm:presLayoutVars>
      </dgm:prSet>
      <dgm:spPr/>
    </dgm:pt>
    <dgm:pt modelId="{962C8B30-0474-4EAC-90C1-96F52A7F6338}" type="pres">
      <dgm:prSet presAssocID="{6B2B013F-3E4E-4791-9DDC-9D9FC24574B4}" presName="sibTrans" presStyleCnt="0"/>
      <dgm:spPr/>
    </dgm:pt>
    <dgm:pt modelId="{8AA7B427-D408-4ED3-A82E-1E7430669259}" type="pres">
      <dgm:prSet presAssocID="{41876A53-C7C6-4698-9293-7A40B913B2A2}" presName="compNode" presStyleCnt="0"/>
      <dgm:spPr/>
    </dgm:pt>
    <dgm:pt modelId="{5ABA22DC-57EB-49D7-B801-52EADB1446B2}" type="pres">
      <dgm:prSet presAssocID="{41876A53-C7C6-4698-9293-7A40B913B2A2}" presName="iconBgRect" presStyleLbl="bgShp" presStyleIdx="1" presStyleCnt="3"/>
      <dgm:spPr/>
    </dgm:pt>
    <dgm:pt modelId="{5C6F4013-A628-43ED-83EF-FC7618BA05BB}" type="pres">
      <dgm:prSet presAssocID="{41876A53-C7C6-4698-9293-7A40B913B2A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9926F557-2A62-4D82-9BBE-45200E7DEDDD}" type="pres">
      <dgm:prSet presAssocID="{41876A53-C7C6-4698-9293-7A40B913B2A2}" presName="spaceRect" presStyleCnt="0"/>
      <dgm:spPr/>
    </dgm:pt>
    <dgm:pt modelId="{A99DD729-F0A3-4625-A837-9D1ADEBB03BA}" type="pres">
      <dgm:prSet presAssocID="{41876A53-C7C6-4698-9293-7A40B913B2A2}" presName="textRect" presStyleLbl="revTx" presStyleIdx="1" presStyleCnt="3">
        <dgm:presLayoutVars>
          <dgm:chMax val="1"/>
          <dgm:chPref val="1"/>
        </dgm:presLayoutVars>
      </dgm:prSet>
      <dgm:spPr/>
    </dgm:pt>
    <dgm:pt modelId="{D9FF44CC-04D4-4543-B923-FE70A902DBB6}" type="pres">
      <dgm:prSet presAssocID="{4452F6EA-D3FC-4C92-A7F5-C84783D0F13A}" presName="sibTrans" presStyleCnt="0"/>
      <dgm:spPr/>
    </dgm:pt>
    <dgm:pt modelId="{34C9F93D-8613-4013-859A-1963C9F38E40}" type="pres">
      <dgm:prSet presAssocID="{92E2FFA9-EFA2-4DA7-8696-F4BCB0488B95}" presName="compNode" presStyleCnt="0"/>
      <dgm:spPr/>
    </dgm:pt>
    <dgm:pt modelId="{9D16332A-3698-46A5-9D43-236417B02527}" type="pres">
      <dgm:prSet presAssocID="{92E2FFA9-EFA2-4DA7-8696-F4BCB0488B95}" presName="iconBgRect" presStyleLbl="bgShp" presStyleIdx="2" presStyleCnt="3"/>
      <dgm:spPr/>
    </dgm:pt>
    <dgm:pt modelId="{F30472BB-1680-430D-AF93-5370B4AC86E1}" type="pres">
      <dgm:prSet presAssocID="{92E2FFA9-EFA2-4DA7-8696-F4BCB0488B9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nk"/>
        </a:ext>
      </dgm:extLst>
    </dgm:pt>
    <dgm:pt modelId="{5A005966-DB10-441D-9916-C4F3A1098322}" type="pres">
      <dgm:prSet presAssocID="{92E2FFA9-EFA2-4DA7-8696-F4BCB0488B95}" presName="spaceRect" presStyleCnt="0"/>
      <dgm:spPr/>
    </dgm:pt>
    <dgm:pt modelId="{0E3BD845-0524-402B-B309-F8D6DBAEC24F}" type="pres">
      <dgm:prSet presAssocID="{92E2FFA9-EFA2-4DA7-8696-F4BCB0488B95}" presName="textRect" presStyleLbl="revTx" presStyleIdx="2" presStyleCnt="3">
        <dgm:presLayoutVars>
          <dgm:chMax val="1"/>
          <dgm:chPref val="1"/>
        </dgm:presLayoutVars>
      </dgm:prSet>
      <dgm:spPr/>
    </dgm:pt>
  </dgm:ptLst>
  <dgm:cxnLst>
    <dgm:cxn modelId="{CE580600-0999-4BA9-8E76-CCDFFC19D85C}" type="presOf" srcId="{8C3F0634-9A98-4E2B-A514-FFAD56ECA68F}" destId="{D40A3FBD-E6B4-42CC-B074-CCEF7CE3542B}" srcOrd="0" destOrd="0" presId="urn:microsoft.com/office/officeart/2018/5/layout/IconCircleLabelList"/>
    <dgm:cxn modelId="{F277C801-2030-4D87-9D1D-8674DBCF30BD}" type="presOf" srcId="{A0A2D228-0601-4DE4-BA9F-A21ABC80E245}" destId="{07BF7FBB-39A9-4E25-B347-23280E8529BA}" srcOrd="0" destOrd="0" presId="urn:microsoft.com/office/officeart/2018/5/layout/IconCircleLabelList"/>
    <dgm:cxn modelId="{9110F30B-D49B-46B4-9F1E-313F5E49E4B3}" srcId="{A0A2D228-0601-4DE4-BA9F-A21ABC80E245}" destId="{8C3F0634-9A98-4E2B-A514-FFAD56ECA68F}" srcOrd="0" destOrd="0" parTransId="{08CC6AB7-E22D-4933-BC7A-ECCEBEE5D6B5}" sibTransId="{6B2B013F-3E4E-4791-9DDC-9D9FC24574B4}"/>
    <dgm:cxn modelId="{756AE829-6AA4-419B-A039-E45734425706}" type="presOf" srcId="{41876A53-C7C6-4698-9293-7A40B913B2A2}" destId="{A99DD729-F0A3-4625-A837-9D1ADEBB03BA}" srcOrd="0" destOrd="0" presId="urn:microsoft.com/office/officeart/2018/5/layout/IconCircleLabelList"/>
    <dgm:cxn modelId="{9167E55F-B0EA-4DAE-BC19-920FA9A8A4AE}" type="presOf" srcId="{92E2FFA9-EFA2-4DA7-8696-F4BCB0488B95}" destId="{0E3BD845-0524-402B-B309-F8D6DBAEC24F}" srcOrd="0" destOrd="0" presId="urn:microsoft.com/office/officeart/2018/5/layout/IconCircleLabelList"/>
    <dgm:cxn modelId="{67D971ED-3E32-4065-B92D-D538C054472B}" srcId="{A0A2D228-0601-4DE4-BA9F-A21ABC80E245}" destId="{41876A53-C7C6-4698-9293-7A40B913B2A2}" srcOrd="1" destOrd="0" parTransId="{3D6D1880-FFD4-4929-859E-06C810E53346}" sibTransId="{4452F6EA-D3FC-4C92-A7F5-C84783D0F13A}"/>
    <dgm:cxn modelId="{62CE36F5-15DB-428D-8695-81B2FC02728D}" srcId="{A0A2D228-0601-4DE4-BA9F-A21ABC80E245}" destId="{92E2FFA9-EFA2-4DA7-8696-F4BCB0488B95}" srcOrd="2" destOrd="0" parTransId="{9A33E0D4-3369-420B-BB9D-FAE36F7B20A4}" sibTransId="{48B79A45-1CC4-45F2-83B9-12430CCC1BB1}"/>
    <dgm:cxn modelId="{FA53F16E-ACF0-4E7E-8CBB-19D5CD996F31}" type="presParOf" srcId="{07BF7FBB-39A9-4E25-B347-23280E8529BA}" destId="{7EB2AA4A-2C9E-4112-94DE-68E5ECC57AE4}" srcOrd="0" destOrd="0" presId="urn:microsoft.com/office/officeart/2018/5/layout/IconCircleLabelList"/>
    <dgm:cxn modelId="{9FCC9CBD-3EF7-422C-A51F-30D08B7CFAFB}" type="presParOf" srcId="{7EB2AA4A-2C9E-4112-94DE-68E5ECC57AE4}" destId="{06C8D61C-F28E-4E70-A0C1-892AC4B940F1}" srcOrd="0" destOrd="0" presId="urn:microsoft.com/office/officeart/2018/5/layout/IconCircleLabelList"/>
    <dgm:cxn modelId="{E5560D06-58E0-4CF4-917A-D353E11FB772}" type="presParOf" srcId="{7EB2AA4A-2C9E-4112-94DE-68E5ECC57AE4}" destId="{7F230495-9B85-4BB1-B2A9-1F7D96DB369A}" srcOrd="1" destOrd="0" presId="urn:microsoft.com/office/officeart/2018/5/layout/IconCircleLabelList"/>
    <dgm:cxn modelId="{1974D229-AB87-4D71-92A9-84E4A587F696}" type="presParOf" srcId="{7EB2AA4A-2C9E-4112-94DE-68E5ECC57AE4}" destId="{2A4807BC-2113-464B-B302-D6A471A96958}" srcOrd="2" destOrd="0" presId="urn:microsoft.com/office/officeart/2018/5/layout/IconCircleLabelList"/>
    <dgm:cxn modelId="{9B61EC35-F2A6-4C60-B794-321206683DA8}" type="presParOf" srcId="{7EB2AA4A-2C9E-4112-94DE-68E5ECC57AE4}" destId="{D40A3FBD-E6B4-42CC-B074-CCEF7CE3542B}" srcOrd="3" destOrd="0" presId="urn:microsoft.com/office/officeart/2018/5/layout/IconCircleLabelList"/>
    <dgm:cxn modelId="{4F49F185-ADF8-4148-9BD3-AC88D8F2B3C3}" type="presParOf" srcId="{07BF7FBB-39A9-4E25-B347-23280E8529BA}" destId="{962C8B30-0474-4EAC-90C1-96F52A7F6338}" srcOrd="1" destOrd="0" presId="urn:microsoft.com/office/officeart/2018/5/layout/IconCircleLabelList"/>
    <dgm:cxn modelId="{0446C54A-26E7-4183-AFD2-90E09ADC336A}" type="presParOf" srcId="{07BF7FBB-39A9-4E25-B347-23280E8529BA}" destId="{8AA7B427-D408-4ED3-A82E-1E7430669259}" srcOrd="2" destOrd="0" presId="urn:microsoft.com/office/officeart/2018/5/layout/IconCircleLabelList"/>
    <dgm:cxn modelId="{26BB83E4-5852-4D9F-AA4F-05ABD8138167}" type="presParOf" srcId="{8AA7B427-D408-4ED3-A82E-1E7430669259}" destId="{5ABA22DC-57EB-49D7-B801-52EADB1446B2}" srcOrd="0" destOrd="0" presId="urn:microsoft.com/office/officeart/2018/5/layout/IconCircleLabelList"/>
    <dgm:cxn modelId="{B90E1666-35F4-4BA0-A173-E7DD82FD0EE4}" type="presParOf" srcId="{8AA7B427-D408-4ED3-A82E-1E7430669259}" destId="{5C6F4013-A628-43ED-83EF-FC7618BA05BB}" srcOrd="1" destOrd="0" presId="urn:microsoft.com/office/officeart/2018/5/layout/IconCircleLabelList"/>
    <dgm:cxn modelId="{5CE1C3CB-00BA-4B7D-BAE4-83D4C41D6987}" type="presParOf" srcId="{8AA7B427-D408-4ED3-A82E-1E7430669259}" destId="{9926F557-2A62-4D82-9BBE-45200E7DEDDD}" srcOrd="2" destOrd="0" presId="urn:microsoft.com/office/officeart/2018/5/layout/IconCircleLabelList"/>
    <dgm:cxn modelId="{730A1176-29D8-4D70-925C-F220DA277416}" type="presParOf" srcId="{8AA7B427-D408-4ED3-A82E-1E7430669259}" destId="{A99DD729-F0A3-4625-A837-9D1ADEBB03BA}" srcOrd="3" destOrd="0" presId="urn:microsoft.com/office/officeart/2018/5/layout/IconCircleLabelList"/>
    <dgm:cxn modelId="{54229C93-E229-42E7-93E5-FC6570BEB151}" type="presParOf" srcId="{07BF7FBB-39A9-4E25-B347-23280E8529BA}" destId="{D9FF44CC-04D4-4543-B923-FE70A902DBB6}" srcOrd="3" destOrd="0" presId="urn:microsoft.com/office/officeart/2018/5/layout/IconCircleLabelList"/>
    <dgm:cxn modelId="{D70BED33-16A4-4411-8699-A3B796541DBF}" type="presParOf" srcId="{07BF7FBB-39A9-4E25-B347-23280E8529BA}" destId="{34C9F93D-8613-4013-859A-1963C9F38E40}" srcOrd="4" destOrd="0" presId="urn:microsoft.com/office/officeart/2018/5/layout/IconCircleLabelList"/>
    <dgm:cxn modelId="{5566283B-53EC-44FA-BA88-A216C6AB28C1}" type="presParOf" srcId="{34C9F93D-8613-4013-859A-1963C9F38E40}" destId="{9D16332A-3698-46A5-9D43-236417B02527}" srcOrd="0" destOrd="0" presId="urn:microsoft.com/office/officeart/2018/5/layout/IconCircleLabelList"/>
    <dgm:cxn modelId="{773F9BD4-7DB0-4CCE-8870-2FFDB36CCF50}" type="presParOf" srcId="{34C9F93D-8613-4013-859A-1963C9F38E40}" destId="{F30472BB-1680-430D-AF93-5370B4AC86E1}" srcOrd="1" destOrd="0" presId="urn:microsoft.com/office/officeart/2018/5/layout/IconCircleLabelList"/>
    <dgm:cxn modelId="{0911130D-BCA7-4198-9698-0C7248C0342B}" type="presParOf" srcId="{34C9F93D-8613-4013-859A-1963C9F38E40}" destId="{5A005966-DB10-441D-9916-C4F3A1098322}" srcOrd="2" destOrd="0" presId="urn:microsoft.com/office/officeart/2018/5/layout/IconCircleLabelList"/>
    <dgm:cxn modelId="{28024436-5AAB-4BA6-958E-7ED38A6839C9}" type="presParOf" srcId="{34C9F93D-8613-4013-859A-1963C9F38E40}" destId="{0E3BD845-0524-402B-B309-F8D6DBAEC24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9EFEB89-BFF2-46B8-8090-ED86C3E58360}"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5AFAF2B7-E7A6-470C-B505-42EFEF30F0CE}">
      <dgm:prSet/>
      <dgm:spPr/>
      <dgm:t>
        <a:bodyPr/>
        <a:lstStyle/>
        <a:p>
          <a:r>
            <a:rPr lang="en-US"/>
            <a:t>what</a:t>
          </a:r>
        </a:p>
      </dgm:t>
    </dgm:pt>
    <dgm:pt modelId="{95CDD577-AC1A-4EBB-AC0E-2D1E80F23030}" type="parTrans" cxnId="{9A45D52E-2C4F-488F-A093-0332A04C7260}">
      <dgm:prSet/>
      <dgm:spPr/>
      <dgm:t>
        <a:bodyPr/>
        <a:lstStyle/>
        <a:p>
          <a:endParaRPr lang="en-US"/>
        </a:p>
      </dgm:t>
    </dgm:pt>
    <dgm:pt modelId="{0CE86B8C-3A0D-4DEF-AE3B-4BBD01D26BCE}" type="sibTrans" cxnId="{9A45D52E-2C4F-488F-A093-0332A04C7260}">
      <dgm:prSet/>
      <dgm:spPr/>
      <dgm:t>
        <a:bodyPr/>
        <a:lstStyle/>
        <a:p>
          <a:endParaRPr lang="en-US"/>
        </a:p>
      </dgm:t>
    </dgm:pt>
    <dgm:pt modelId="{44487878-70CE-4E5F-8BE6-3AF1880E564B}">
      <dgm:prSet/>
      <dgm:spPr/>
      <dgm:t>
        <a:bodyPr/>
        <a:lstStyle/>
        <a:p>
          <a:r>
            <a:rPr lang="en-GB"/>
            <a:t>Description of types, management, preservation, and release of software.</a:t>
          </a:r>
          <a:endParaRPr lang="en-US"/>
        </a:p>
      </dgm:t>
    </dgm:pt>
    <dgm:pt modelId="{51D85911-86EE-4C1C-B606-769665056842}" type="parTrans" cxnId="{69D84EC6-4F96-44CD-9DF8-6A91A2EFC291}">
      <dgm:prSet/>
      <dgm:spPr/>
      <dgm:t>
        <a:bodyPr/>
        <a:lstStyle/>
        <a:p>
          <a:endParaRPr lang="en-US"/>
        </a:p>
      </dgm:t>
    </dgm:pt>
    <dgm:pt modelId="{4100AE9B-8CE2-4BDB-BD29-F3A17DA1BF29}" type="sibTrans" cxnId="{69D84EC6-4F96-44CD-9DF8-6A91A2EFC291}">
      <dgm:prSet/>
      <dgm:spPr/>
      <dgm:t>
        <a:bodyPr/>
        <a:lstStyle/>
        <a:p>
          <a:endParaRPr lang="en-US"/>
        </a:p>
      </dgm:t>
    </dgm:pt>
    <dgm:pt modelId="{A1D7C26A-18B8-471A-82C5-DD5AD1BAD6E1}">
      <dgm:prSet/>
      <dgm:spPr/>
      <dgm:t>
        <a:bodyPr/>
        <a:lstStyle/>
        <a:p>
          <a:r>
            <a:rPr lang="en-US"/>
            <a:t>When</a:t>
          </a:r>
        </a:p>
      </dgm:t>
    </dgm:pt>
    <dgm:pt modelId="{5E3B30DF-D451-425E-B901-D2CEA48BEE89}" type="parTrans" cxnId="{DF47C03B-63B8-4F73-83C4-C25A093DD2D8}">
      <dgm:prSet/>
      <dgm:spPr/>
      <dgm:t>
        <a:bodyPr/>
        <a:lstStyle/>
        <a:p>
          <a:endParaRPr lang="en-US"/>
        </a:p>
      </dgm:t>
    </dgm:pt>
    <dgm:pt modelId="{919061F2-65F9-4AA6-AA5B-521117ABA990}" type="sibTrans" cxnId="{DF47C03B-63B8-4F73-83C4-C25A093DD2D8}">
      <dgm:prSet/>
      <dgm:spPr/>
      <dgm:t>
        <a:bodyPr/>
        <a:lstStyle/>
        <a:p>
          <a:endParaRPr lang="en-US"/>
        </a:p>
      </dgm:t>
    </dgm:pt>
    <dgm:pt modelId="{12B79B5F-2128-4E58-95D4-B53CCCD93DBD}">
      <dgm:prSet/>
      <dgm:spPr/>
      <dgm:t>
        <a:bodyPr/>
        <a:lstStyle/>
        <a:p>
          <a:r>
            <a:rPr lang="en-GB"/>
            <a:t>The schedule for software archiving and sharing.</a:t>
          </a:r>
          <a:endParaRPr lang="en-US"/>
        </a:p>
      </dgm:t>
    </dgm:pt>
    <dgm:pt modelId="{51F3A852-0823-4A62-A149-F3117DC81891}" type="parTrans" cxnId="{4C174DEE-3535-4546-9473-42600B0229A9}">
      <dgm:prSet/>
      <dgm:spPr/>
      <dgm:t>
        <a:bodyPr/>
        <a:lstStyle/>
        <a:p>
          <a:endParaRPr lang="en-US"/>
        </a:p>
      </dgm:t>
    </dgm:pt>
    <dgm:pt modelId="{4296F8B6-316E-4712-B0C7-B190AA300609}" type="sibTrans" cxnId="{4C174DEE-3535-4546-9473-42600B0229A9}">
      <dgm:prSet/>
      <dgm:spPr/>
      <dgm:t>
        <a:bodyPr/>
        <a:lstStyle/>
        <a:p>
          <a:endParaRPr lang="en-US"/>
        </a:p>
      </dgm:t>
    </dgm:pt>
    <dgm:pt modelId="{CE8D3800-EA20-4255-A874-8BB228322CFA}">
      <dgm:prSet/>
      <dgm:spPr/>
      <dgm:t>
        <a:bodyPr/>
        <a:lstStyle/>
        <a:p>
          <a:r>
            <a:rPr lang="en-US"/>
            <a:t>Where</a:t>
          </a:r>
        </a:p>
      </dgm:t>
    </dgm:pt>
    <dgm:pt modelId="{3D133B48-42DD-49A4-9AC5-BFE58DAE70CF}" type="parTrans" cxnId="{648DF831-D0C1-4D42-9A04-37F9C22C3120}">
      <dgm:prSet/>
      <dgm:spPr/>
      <dgm:t>
        <a:bodyPr/>
        <a:lstStyle/>
        <a:p>
          <a:endParaRPr lang="en-US"/>
        </a:p>
      </dgm:t>
    </dgm:pt>
    <dgm:pt modelId="{F1114E3B-1327-4DA5-A875-2D91B556E012}" type="sibTrans" cxnId="{648DF831-D0C1-4D42-9A04-37F9C22C3120}">
      <dgm:prSet/>
      <dgm:spPr/>
      <dgm:t>
        <a:bodyPr/>
        <a:lstStyle/>
        <a:p>
          <a:endParaRPr lang="en-US"/>
        </a:p>
      </dgm:t>
    </dgm:pt>
    <dgm:pt modelId="{426A31EA-0F11-4F2A-A8C2-269CA29E4992}">
      <dgm:prSet/>
      <dgm:spPr/>
      <dgm:t>
        <a:bodyPr/>
        <a:lstStyle/>
        <a:p>
          <a:r>
            <a:rPr lang="en-GB"/>
            <a:t>Location where software will be shared and archived over the long term.</a:t>
          </a:r>
          <a:endParaRPr lang="en-US"/>
        </a:p>
      </dgm:t>
    </dgm:pt>
    <dgm:pt modelId="{C59A5EB0-8C00-4EFA-BB0F-0EEBEBFA39D2}" type="parTrans" cxnId="{67C2EAD7-14E1-4544-BE3E-2BA2D7E0BCCA}">
      <dgm:prSet/>
      <dgm:spPr/>
      <dgm:t>
        <a:bodyPr/>
        <a:lstStyle/>
        <a:p>
          <a:endParaRPr lang="en-US"/>
        </a:p>
      </dgm:t>
    </dgm:pt>
    <dgm:pt modelId="{3B3C4D99-C61F-4AF6-8412-4B50EC86CBA0}" type="sibTrans" cxnId="{67C2EAD7-14E1-4544-BE3E-2BA2D7E0BCCA}">
      <dgm:prSet/>
      <dgm:spPr/>
      <dgm:t>
        <a:bodyPr/>
        <a:lstStyle/>
        <a:p>
          <a:endParaRPr lang="en-US"/>
        </a:p>
      </dgm:t>
    </dgm:pt>
    <dgm:pt modelId="{A72E85B2-1505-44CF-9C61-4AC4E885460C}">
      <dgm:prSet/>
      <dgm:spPr/>
      <dgm:t>
        <a:bodyPr/>
        <a:lstStyle/>
        <a:p>
          <a:r>
            <a:rPr lang="en-US"/>
            <a:t>How</a:t>
          </a:r>
        </a:p>
      </dgm:t>
    </dgm:pt>
    <dgm:pt modelId="{AA930E81-C209-4F62-880B-0AE03ECFC24B}" type="parTrans" cxnId="{86F93B65-659B-49D5-BC8A-C3C0A963D479}">
      <dgm:prSet/>
      <dgm:spPr/>
      <dgm:t>
        <a:bodyPr/>
        <a:lstStyle/>
        <a:p>
          <a:endParaRPr lang="en-US"/>
        </a:p>
      </dgm:t>
    </dgm:pt>
    <dgm:pt modelId="{93A1DF59-CEB0-40FF-9CC9-EAEC9C1B9108}" type="sibTrans" cxnId="{86F93B65-659B-49D5-BC8A-C3C0A963D479}">
      <dgm:prSet/>
      <dgm:spPr/>
      <dgm:t>
        <a:bodyPr/>
        <a:lstStyle/>
        <a:p>
          <a:endParaRPr lang="en-US"/>
        </a:p>
      </dgm:t>
    </dgm:pt>
    <dgm:pt modelId="{829B3222-E639-4675-826E-896992FA7CC8}">
      <dgm:prSet/>
      <dgm:spPr/>
      <dgm:t>
        <a:bodyPr/>
        <a:lstStyle/>
        <a:p>
          <a:r>
            <a:rPr lang="en-GB"/>
            <a:t>Enable reuse of software through assigning a DOI, license, contribution guidelines, etc.</a:t>
          </a:r>
          <a:endParaRPr lang="en-US"/>
        </a:p>
      </dgm:t>
    </dgm:pt>
    <dgm:pt modelId="{ED857E72-AD86-4E3D-96E6-2B7B47699BF9}" type="parTrans" cxnId="{A4D35984-E232-4E09-8828-D1E62146910C}">
      <dgm:prSet/>
      <dgm:spPr/>
      <dgm:t>
        <a:bodyPr/>
        <a:lstStyle/>
        <a:p>
          <a:endParaRPr lang="en-US"/>
        </a:p>
      </dgm:t>
    </dgm:pt>
    <dgm:pt modelId="{1B44F4A5-D2BB-4A9B-8109-9567249C429A}" type="sibTrans" cxnId="{A4D35984-E232-4E09-8828-D1E62146910C}">
      <dgm:prSet/>
      <dgm:spPr/>
      <dgm:t>
        <a:bodyPr/>
        <a:lstStyle/>
        <a:p>
          <a:endParaRPr lang="en-US"/>
        </a:p>
      </dgm:t>
    </dgm:pt>
    <dgm:pt modelId="{65A326A5-D1C5-47BE-A967-D1E27D6608F3}">
      <dgm:prSet/>
      <dgm:spPr/>
      <dgm:t>
        <a:bodyPr/>
        <a:lstStyle/>
        <a:p>
          <a:r>
            <a:rPr lang="en-US"/>
            <a:t>Who</a:t>
          </a:r>
        </a:p>
      </dgm:t>
    </dgm:pt>
    <dgm:pt modelId="{5D408B2F-64E5-42CD-ADFF-253DD4E940B0}" type="parTrans" cxnId="{16818862-2240-47FD-99EC-60DC55934163}">
      <dgm:prSet/>
      <dgm:spPr/>
      <dgm:t>
        <a:bodyPr/>
        <a:lstStyle/>
        <a:p>
          <a:endParaRPr lang="en-US"/>
        </a:p>
      </dgm:t>
    </dgm:pt>
    <dgm:pt modelId="{A4FFD99F-E59C-492B-BC10-E709EDF4D9A3}" type="sibTrans" cxnId="{16818862-2240-47FD-99EC-60DC55934163}">
      <dgm:prSet/>
      <dgm:spPr/>
      <dgm:t>
        <a:bodyPr/>
        <a:lstStyle/>
        <a:p>
          <a:endParaRPr lang="en-US"/>
        </a:p>
      </dgm:t>
    </dgm:pt>
    <dgm:pt modelId="{CEA732E3-6ACF-4158-B4F4-92175214C92E}">
      <dgm:prSet/>
      <dgm:spPr/>
      <dgm:t>
        <a:bodyPr/>
        <a:lstStyle/>
        <a:p>
          <a:r>
            <a:rPr lang="en-GB"/>
            <a:t>Roles and responsibilities of the team members.</a:t>
          </a:r>
          <a:endParaRPr lang="en-US"/>
        </a:p>
      </dgm:t>
    </dgm:pt>
    <dgm:pt modelId="{C14C2652-197B-40BC-87AE-AADF5CC9AB67}" type="parTrans" cxnId="{FB6C436C-BA75-4F8D-AD27-80F64091178A}">
      <dgm:prSet/>
      <dgm:spPr/>
      <dgm:t>
        <a:bodyPr/>
        <a:lstStyle/>
        <a:p>
          <a:endParaRPr lang="en-US"/>
        </a:p>
      </dgm:t>
    </dgm:pt>
    <dgm:pt modelId="{F20FE97A-3CF8-4139-BE2D-27BA4EF4BDFC}" type="sibTrans" cxnId="{FB6C436C-BA75-4F8D-AD27-80F64091178A}">
      <dgm:prSet/>
      <dgm:spPr/>
      <dgm:t>
        <a:bodyPr/>
        <a:lstStyle/>
        <a:p>
          <a:endParaRPr lang="en-US"/>
        </a:p>
      </dgm:t>
    </dgm:pt>
    <dgm:pt modelId="{83867AEC-E2EB-4B41-B9BB-8DB2DF69345B}" type="pres">
      <dgm:prSet presAssocID="{29EFEB89-BFF2-46B8-8090-ED86C3E58360}" presName="Name0" presStyleCnt="0">
        <dgm:presLayoutVars>
          <dgm:dir/>
          <dgm:animLvl val="lvl"/>
          <dgm:resizeHandles val="exact"/>
        </dgm:presLayoutVars>
      </dgm:prSet>
      <dgm:spPr/>
    </dgm:pt>
    <dgm:pt modelId="{9F7FDBCD-2F9E-234B-8A4E-695FC668CAE0}" type="pres">
      <dgm:prSet presAssocID="{5AFAF2B7-E7A6-470C-B505-42EFEF30F0CE}" presName="linNode" presStyleCnt="0"/>
      <dgm:spPr/>
    </dgm:pt>
    <dgm:pt modelId="{6D4A6959-AD83-9749-846A-4424979948F5}" type="pres">
      <dgm:prSet presAssocID="{5AFAF2B7-E7A6-470C-B505-42EFEF30F0CE}" presName="parentText" presStyleLbl="node1" presStyleIdx="0" presStyleCnt="5">
        <dgm:presLayoutVars>
          <dgm:chMax val="1"/>
          <dgm:bulletEnabled val="1"/>
        </dgm:presLayoutVars>
      </dgm:prSet>
      <dgm:spPr/>
    </dgm:pt>
    <dgm:pt modelId="{ADEE769B-1E05-7F4E-8291-A88ED0D78626}" type="pres">
      <dgm:prSet presAssocID="{5AFAF2B7-E7A6-470C-B505-42EFEF30F0CE}" presName="descendantText" presStyleLbl="alignAccFollowNode1" presStyleIdx="0" presStyleCnt="5">
        <dgm:presLayoutVars>
          <dgm:bulletEnabled val="1"/>
        </dgm:presLayoutVars>
      </dgm:prSet>
      <dgm:spPr/>
    </dgm:pt>
    <dgm:pt modelId="{882EF9EE-5CA9-6B48-9172-102EC22533D0}" type="pres">
      <dgm:prSet presAssocID="{0CE86B8C-3A0D-4DEF-AE3B-4BBD01D26BCE}" presName="sp" presStyleCnt="0"/>
      <dgm:spPr/>
    </dgm:pt>
    <dgm:pt modelId="{F3C9C194-3715-A642-88D0-49F58AC81AC7}" type="pres">
      <dgm:prSet presAssocID="{A1D7C26A-18B8-471A-82C5-DD5AD1BAD6E1}" presName="linNode" presStyleCnt="0"/>
      <dgm:spPr/>
    </dgm:pt>
    <dgm:pt modelId="{DE02B143-C618-0E49-991C-F5D4989161FB}" type="pres">
      <dgm:prSet presAssocID="{A1D7C26A-18B8-471A-82C5-DD5AD1BAD6E1}" presName="parentText" presStyleLbl="node1" presStyleIdx="1" presStyleCnt="5">
        <dgm:presLayoutVars>
          <dgm:chMax val="1"/>
          <dgm:bulletEnabled val="1"/>
        </dgm:presLayoutVars>
      </dgm:prSet>
      <dgm:spPr/>
    </dgm:pt>
    <dgm:pt modelId="{4D7EB8DF-2AA7-384F-A064-3DB69CAD022A}" type="pres">
      <dgm:prSet presAssocID="{A1D7C26A-18B8-471A-82C5-DD5AD1BAD6E1}" presName="descendantText" presStyleLbl="alignAccFollowNode1" presStyleIdx="1" presStyleCnt="5">
        <dgm:presLayoutVars>
          <dgm:bulletEnabled val="1"/>
        </dgm:presLayoutVars>
      </dgm:prSet>
      <dgm:spPr/>
    </dgm:pt>
    <dgm:pt modelId="{3E47EE86-7C66-7D4F-9D7F-62339C51E2DC}" type="pres">
      <dgm:prSet presAssocID="{919061F2-65F9-4AA6-AA5B-521117ABA990}" presName="sp" presStyleCnt="0"/>
      <dgm:spPr/>
    </dgm:pt>
    <dgm:pt modelId="{3E422E2B-5694-A645-B271-445775D77144}" type="pres">
      <dgm:prSet presAssocID="{CE8D3800-EA20-4255-A874-8BB228322CFA}" presName="linNode" presStyleCnt="0"/>
      <dgm:spPr/>
    </dgm:pt>
    <dgm:pt modelId="{A5AC2BE6-08FB-EA4D-92D4-534F91733A37}" type="pres">
      <dgm:prSet presAssocID="{CE8D3800-EA20-4255-A874-8BB228322CFA}" presName="parentText" presStyleLbl="node1" presStyleIdx="2" presStyleCnt="5">
        <dgm:presLayoutVars>
          <dgm:chMax val="1"/>
          <dgm:bulletEnabled val="1"/>
        </dgm:presLayoutVars>
      </dgm:prSet>
      <dgm:spPr/>
    </dgm:pt>
    <dgm:pt modelId="{6D8A4392-9CC8-B441-8F07-4FDC779C478B}" type="pres">
      <dgm:prSet presAssocID="{CE8D3800-EA20-4255-A874-8BB228322CFA}" presName="descendantText" presStyleLbl="alignAccFollowNode1" presStyleIdx="2" presStyleCnt="5">
        <dgm:presLayoutVars>
          <dgm:bulletEnabled val="1"/>
        </dgm:presLayoutVars>
      </dgm:prSet>
      <dgm:spPr/>
    </dgm:pt>
    <dgm:pt modelId="{8666510D-3AA5-8B46-BF1B-C7506DEA4E84}" type="pres">
      <dgm:prSet presAssocID="{F1114E3B-1327-4DA5-A875-2D91B556E012}" presName="sp" presStyleCnt="0"/>
      <dgm:spPr/>
    </dgm:pt>
    <dgm:pt modelId="{87385DA2-F82D-254A-8B2F-196B5C212CAC}" type="pres">
      <dgm:prSet presAssocID="{A72E85B2-1505-44CF-9C61-4AC4E885460C}" presName="linNode" presStyleCnt="0"/>
      <dgm:spPr/>
    </dgm:pt>
    <dgm:pt modelId="{24EC6895-6D41-E442-B10E-D533DEE0952F}" type="pres">
      <dgm:prSet presAssocID="{A72E85B2-1505-44CF-9C61-4AC4E885460C}" presName="parentText" presStyleLbl="node1" presStyleIdx="3" presStyleCnt="5">
        <dgm:presLayoutVars>
          <dgm:chMax val="1"/>
          <dgm:bulletEnabled val="1"/>
        </dgm:presLayoutVars>
      </dgm:prSet>
      <dgm:spPr/>
    </dgm:pt>
    <dgm:pt modelId="{11C693CF-FA23-C046-B933-0B22DB5F9A66}" type="pres">
      <dgm:prSet presAssocID="{A72E85B2-1505-44CF-9C61-4AC4E885460C}" presName="descendantText" presStyleLbl="alignAccFollowNode1" presStyleIdx="3" presStyleCnt="5">
        <dgm:presLayoutVars>
          <dgm:bulletEnabled val="1"/>
        </dgm:presLayoutVars>
      </dgm:prSet>
      <dgm:spPr/>
    </dgm:pt>
    <dgm:pt modelId="{59473385-7312-0544-9168-E1094CA473C6}" type="pres">
      <dgm:prSet presAssocID="{93A1DF59-CEB0-40FF-9CC9-EAEC9C1B9108}" presName="sp" presStyleCnt="0"/>
      <dgm:spPr/>
    </dgm:pt>
    <dgm:pt modelId="{55CAE6B4-5E26-1447-ADF3-7F8FEE295560}" type="pres">
      <dgm:prSet presAssocID="{65A326A5-D1C5-47BE-A967-D1E27D6608F3}" presName="linNode" presStyleCnt="0"/>
      <dgm:spPr/>
    </dgm:pt>
    <dgm:pt modelId="{1A40EA21-39BF-234D-AC20-096572AC9BA0}" type="pres">
      <dgm:prSet presAssocID="{65A326A5-D1C5-47BE-A967-D1E27D6608F3}" presName="parentText" presStyleLbl="node1" presStyleIdx="4" presStyleCnt="5">
        <dgm:presLayoutVars>
          <dgm:chMax val="1"/>
          <dgm:bulletEnabled val="1"/>
        </dgm:presLayoutVars>
      </dgm:prSet>
      <dgm:spPr/>
    </dgm:pt>
    <dgm:pt modelId="{6BF3DF76-F047-CD42-9BAA-A255A92FA4A4}" type="pres">
      <dgm:prSet presAssocID="{65A326A5-D1C5-47BE-A967-D1E27D6608F3}" presName="descendantText" presStyleLbl="alignAccFollowNode1" presStyleIdx="4" presStyleCnt="5">
        <dgm:presLayoutVars>
          <dgm:bulletEnabled val="1"/>
        </dgm:presLayoutVars>
      </dgm:prSet>
      <dgm:spPr/>
    </dgm:pt>
  </dgm:ptLst>
  <dgm:cxnLst>
    <dgm:cxn modelId="{F6E13D19-13F2-5943-BD40-EB510981C51A}" type="presOf" srcId="{426A31EA-0F11-4F2A-A8C2-269CA29E4992}" destId="{6D8A4392-9CC8-B441-8F07-4FDC779C478B}" srcOrd="0" destOrd="0" presId="urn:microsoft.com/office/officeart/2005/8/layout/vList5"/>
    <dgm:cxn modelId="{9A45D52E-2C4F-488F-A093-0332A04C7260}" srcId="{29EFEB89-BFF2-46B8-8090-ED86C3E58360}" destId="{5AFAF2B7-E7A6-470C-B505-42EFEF30F0CE}" srcOrd="0" destOrd="0" parTransId="{95CDD577-AC1A-4EBB-AC0E-2D1E80F23030}" sibTransId="{0CE86B8C-3A0D-4DEF-AE3B-4BBD01D26BCE}"/>
    <dgm:cxn modelId="{648DF831-D0C1-4D42-9A04-37F9C22C3120}" srcId="{29EFEB89-BFF2-46B8-8090-ED86C3E58360}" destId="{CE8D3800-EA20-4255-A874-8BB228322CFA}" srcOrd="2" destOrd="0" parTransId="{3D133B48-42DD-49A4-9AC5-BFE58DAE70CF}" sibTransId="{F1114E3B-1327-4DA5-A875-2D91B556E012}"/>
    <dgm:cxn modelId="{76289B35-42FE-EF44-A130-A2B387B8223F}" type="presOf" srcId="{CEA732E3-6ACF-4158-B4F4-92175214C92E}" destId="{6BF3DF76-F047-CD42-9BAA-A255A92FA4A4}" srcOrd="0" destOrd="0" presId="urn:microsoft.com/office/officeart/2005/8/layout/vList5"/>
    <dgm:cxn modelId="{DF47C03B-63B8-4F73-83C4-C25A093DD2D8}" srcId="{29EFEB89-BFF2-46B8-8090-ED86C3E58360}" destId="{A1D7C26A-18B8-471A-82C5-DD5AD1BAD6E1}" srcOrd="1" destOrd="0" parTransId="{5E3B30DF-D451-425E-B901-D2CEA48BEE89}" sibTransId="{919061F2-65F9-4AA6-AA5B-521117ABA990}"/>
    <dgm:cxn modelId="{27BE2B41-F16D-CE4F-B6DA-B31B3E3A9180}" type="presOf" srcId="{65A326A5-D1C5-47BE-A967-D1E27D6608F3}" destId="{1A40EA21-39BF-234D-AC20-096572AC9BA0}" srcOrd="0" destOrd="0" presId="urn:microsoft.com/office/officeart/2005/8/layout/vList5"/>
    <dgm:cxn modelId="{70AA2D47-4FE5-5241-ACC8-B01BC3F2CF0C}" type="presOf" srcId="{29EFEB89-BFF2-46B8-8090-ED86C3E58360}" destId="{83867AEC-E2EB-4B41-B9BB-8DB2DF69345B}" srcOrd="0" destOrd="0" presId="urn:microsoft.com/office/officeart/2005/8/layout/vList5"/>
    <dgm:cxn modelId="{16818862-2240-47FD-99EC-60DC55934163}" srcId="{29EFEB89-BFF2-46B8-8090-ED86C3E58360}" destId="{65A326A5-D1C5-47BE-A967-D1E27D6608F3}" srcOrd="4" destOrd="0" parTransId="{5D408B2F-64E5-42CD-ADFF-253DD4E940B0}" sibTransId="{A4FFD99F-E59C-492B-BC10-E709EDF4D9A3}"/>
    <dgm:cxn modelId="{86F93B65-659B-49D5-BC8A-C3C0A963D479}" srcId="{29EFEB89-BFF2-46B8-8090-ED86C3E58360}" destId="{A72E85B2-1505-44CF-9C61-4AC4E885460C}" srcOrd="3" destOrd="0" parTransId="{AA930E81-C209-4F62-880B-0AE03ECFC24B}" sibTransId="{93A1DF59-CEB0-40FF-9CC9-EAEC9C1B9108}"/>
    <dgm:cxn modelId="{84DA5D66-7268-D347-A947-5DE2B5C78F79}" type="presOf" srcId="{12B79B5F-2128-4E58-95D4-B53CCCD93DBD}" destId="{4D7EB8DF-2AA7-384F-A064-3DB69CAD022A}" srcOrd="0" destOrd="0" presId="urn:microsoft.com/office/officeart/2005/8/layout/vList5"/>
    <dgm:cxn modelId="{2927E26A-1B4C-8D4D-8DC6-44A8CDCBAEE7}" type="presOf" srcId="{5AFAF2B7-E7A6-470C-B505-42EFEF30F0CE}" destId="{6D4A6959-AD83-9749-846A-4424979948F5}" srcOrd="0" destOrd="0" presId="urn:microsoft.com/office/officeart/2005/8/layout/vList5"/>
    <dgm:cxn modelId="{FB6C436C-BA75-4F8D-AD27-80F64091178A}" srcId="{65A326A5-D1C5-47BE-A967-D1E27D6608F3}" destId="{CEA732E3-6ACF-4158-B4F4-92175214C92E}" srcOrd="0" destOrd="0" parTransId="{C14C2652-197B-40BC-87AE-AADF5CC9AB67}" sibTransId="{F20FE97A-3CF8-4139-BE2D-27BA4EF4BDFC}"/>
    <dgm:cxn modelId="{14A6EB73-C470-F44B-92E5-0EA6900FB069}" type="presOf" srcId="{44487878-70CE-4E5F-8BE6-3AF1880E564B}" destId="{ADEE769B-1E05-7F4E-8291-A88ED0D78626}" srcOrd="0" destOrd="0" presId="urn:microsoft.com/office/officeart/2005/8/layout/vList5"/>
    <dgm:cxn modelId="{A4D35984-E232-4E09-8828-D1E62146910C}" srcId="{A72E85B2-1505-44CF-9C61-4AC4E885460C}" destId="{829B3222-E639-4675-826E-896992FA7CC8}" srcOrd="0" destOrd="0" parTransId="{ED857E72-AD86-4E3D-96E6-2B7B47699BF9}" sibTransId="{1B44F4A5-D2BB-4A9B-8109-9567249C429A}"/>
    <dgm:cxn modelId="{3749B391-AE6C-BC4E-AF84-1224D8368CD5}" type="presOf" srcId="{CE8D3800-EA20-4255-A874-8BB228322CFA}" destId="{A5AC2BE6-08FB-EA4D-92D4-534F91733A37}" srcOrd="0" destOrd="0" presId="urn:microsoft.com/office/officeart/2005/8/layout/vList5"/>
    <dgm:cxn modelId="{D1272796-5351-6343-ACD2-E39E72F75DE1}" type="presOf" srcId="{829B3222-E639-4675-826E-896992FA7CC8}" destId="{11C693CF-FA23-C046-B933-0B22DB5F9A66}" srcOrd="0" destOrd="0" presId="urn:microsoft.com/office/officeart/2005/8/layout/vList5"/>
    <dgm:cxn modelId="{1F9FD9C4-59C6-8243-AD56-7F07B7067C63}" type="presOf" srcId="{A72E85B2-1505-44CF-9C61-4AC4E885460C}" destId="{24EC6895-6D41-E442-B10E-D533DEE0952F}" srcOrd="0" destOrd="0" presId="urn:microsoft.com/office/officeart/2005/8/layout/vList5"/>
    <dgm:cxn modelId="{69D84EC6-4F96-44CD-9DF8-6A91A2EFC291}" srcId="{5AFAF2B7-E7A6-470C-B505-42EFEF30F0CE}" destId="{44487878-70CE-4E5F-8BE6-3AF1880E564B}" srcOrd="0" destOrd="0" parTransId="{51D85911-86EE-4C1C-B606-769665056842}" sibTransId="{4100AE9B-8CE2-4BDB-BD29-F3A17DA1BF29}"/>
    <dgm:cxn modelId="{67C2EAD7-14E1-4544-BE3E-2BA2D7E0BCCA}" srcId="{CE8D3800-EA20-4255-A874-8BB228322CFA}" destId="{426A31EA-0F11-4F2A-A8C2-269CA29E4992}" srcOrd="0" destOrd="0" parTransId="{C59A5EB0-8C00-4EFA-BB0F-0EEBEBFA39D2}" sibTransId="{3B3C4D99-C61F-4AF6-8412-4B50EC86CBA0}"/>
    <dgm:cxn modelId="{4C174DEE-3535-4546-9473-42600B0229A9}" srcId="{A1D7C26A-18B8-471A-82C5-DD5AD1BAD6E1}" destId="{12B79B5F-2128-4E58-95D4-B53CCCD93DBD}" srcOrd="0" destOrd="0" parTransId="{51F3A852-0823-4A62-A149-F3117DC81891}" sibTransId="{4296F8B6-316E-4712-B0C7-B190AA300609}"/>
    <dgm:cxn modelId="{F0A8E0F9-6BB7-3D4A-8EE7-B863B4FC8E69}" type="presOf" srcId="{A1D7C26A-18B8-471A-82C5-DD5AD1BAD6E1}" destId="{DE02B143-C618-0E49-991C-F5D4989161FB}" srcOrd="0" destOrd="0" presId="urn:microsoft.com/office/officeart/2005/8/layout/vList5"/>
    <dgm:cxn modelId="{B948C1BB-D800-304F-838B-06BD69EC37ED}" type="presParOf" srcId="{83867AEC-E2EB-4B41-B9BB-8DB2DF69345B}" destId="{9F7FDBCD-2F9E-234B-8A4E-695FC668CAE0}" srcOrd="0" destOrd="0" presId="urn:microsoft.com/office/officeart/2005/8/layout/vList5"/>
    <dgm:cxn modelId="{0BD8E276-3D68-554F-91A1-207B59DB3952}" type="presParOf" srcId="{9F7FDBCD-2F9E-234B-8A4E-695FC668CAE0}" destId="{6D4A6959-AD83-9749-846A-4424979948F5}" srcOrd="0" destOrd="0" presId="urn:microsoft.com/office/officeart/2005/8/layout/vList5"/>
    <dgm:cxn modelId="{B794BC39-E828-CD40-8297-5962E1945D87}" type="presParOf" srcId="{9F7FDBCD-2F9E-234B-8A4E-695FC668CAE0}" destId="{ADEE769B-1E05-7F4E-8291-A88ED0D78626}" srcOrd="1" destOrd="0" presId="urn:microsoft.com/office/officeart/2005/8/layout/vList5"/>
    <dgm:cxn modelId="{E7D21B76-3D35-5340-89BD-F0E95A10F693}" type="presParOf" srcId="{83867AEC-E2EB-4B41-B9BB-8DB2DF69345B}" destId="{882EF9EE-5CA9-6B48-9172-102EC22533D0}" srcOrd="1" destOrd="0" presId="urn:microsoft.com/office/officeart/2005/8/layout/vList5"/>
    <dgm:cxn modelId="{39839BE6-323B-D34A-A956-B2C59C7E9FC4}" type="presParOf" srcId="{83867AEC-E2EB-4B41-B9BB-8DB2DF69345B}" destId="{F3C9C194-3715-A642-88D0-49F58AC81AC7}" srcOrd="2" destOrd="0" presId="urn:microsoft.com/office/officeart/2005/8/layout/vList5"/>
    <dgm:cxn modelId="{FB0699F5-7B00-064A-BAF6-162354643C5D}" type="presParOf" srcId="{F3C9C194-3715-A642-88D0-49F58AC81AC7}" destId="{DE02B143-C618-0E49-991C-F5D4989161FB}" srcOrd="0" destOrd="0" presId="urn:microsoft.com/office/officeart/2005/8/layout/vList5"/>
    <dgm:cxn modelId="{A04E24A5-9520-D34C-B456-79C1A821AF59}" type="presParOf" srcId="{F3C9C194-3715-A642-88D0-49F58AC81AC7}" destId="{4D7EB8DF-2AA7-384F-A064-3DB69CAD022A}" srcOrd="1" destOrd="0" presId="urn:microsoft.com/office/officeart/2005/8/layout/vList5"/>
    <dgm:cxn modelId="{3D9EE1BE-F9B0-4849-9754-447B5C4A02BA}" type="presParOf" srcId="{83867AEC-E2EB-4B41-B9BB-8DB2DF69345B}" destId="{3E47EE86-7C66-7D4F-9D7F-62339C51E2DC}" srcOrd="3" destOrd="0" presId="urn:microsoft.com/office/officeart/2005/8/layout/vList5"/>
    <dgm:cxn modelId="{F21EF4A4-1651-0D4D-854E-D96DBCEEB860}" type="presParOf" srcId="{83867AEC-E2EB-4B41-B9BB-8DB2DF69345B}" destId="{3E422E2B-5694-A645-B271-445775D77144}" srcOrd="4" destOrd="0" presId="urn:microsoft.com/office/officeart/2005/8/layout/vList5"/>
    <dgm:cxn modelId="{214657BB-622F-9446-B4BB-156DB88DDED0}" type="presParOf" srcId="{3E422E2B-5694-A645-B271-445775D77144}" destId="{A5AC2BE6-08FB-EA4D-92D4-534F91733A37}" srcOrd="0" destOrd="0" presId="urn:microsoft.com/office/officeart/2005/8/layout/vList5"/>
    <dgm:cxn modelId="{7CD28B7E-0910-6645-BF88-30F057BBE80C}" type="presParOf" srcId="{3E422E2B-5694-A645-B271-445775D77144}" destId="{6D8A4392-9CC8-B441-8F07-4FDC779C478B}" srcOrd="1" destOrd="0" presId="urn:microsoft.com/office/officeart/2005/8/layout/vList5"/>
    <dgm:cxn modelId="{7551D114-F7D2-DE42-BD94-79421CA52B1D}" type="presParOf" srcId="{83867AEC-E2EB-4B41-B9BB-8DB2DF69345B}" destId="{8666510D-3AA5-8B46-BF1B-C7506DEA4E84}" srcOrd="5" destOrd="0" presId="urn:microsoft.com/office/officeart/2005/8/layout/vList5"/>
    <dgm:cxn modelId="{FCEB4725-909D-554C-BABF-B235326BA9F7}" type="presParOf" srcId="{83867AEC-E2EB-4B41-B9BB-8DB2DF69345B}" destId="{87385DA2-F82D-254A-8B2F-196B5C212CAC}" srcOrd="6" destOrd="0" presId="urn:microsoft.com/office/officeart/2005/8/layout/vList5"/>
    <dgm:cxn modelId="{E52EE828-6135-4C48-BD0D-0539835949D2}" type="presParOf" srcId="{87385DA2-F82D-254A-8B2F-196B5C212CAC}" destId="{24EC6895-6D41-E442-B10E-D533DEE0952F}" srcOrd="0" destOrd="0" presId="urn:microsoft.com/office/officeart/2005/8/layout/vList5"/>
    <dgm:cxn modelId="{CE0E6E70-BB9B-5241-8557-1363B9AC6531}" type="presParOf" srcId="{87385DA2-F82D-254A-8B2F-196B5C212CAC}" destId="{11C693CF-FA23-C046-B933-0B22DB5F9A66}" srcOrd="1" destOrd="0" presId="urn:microsoft.com/office/officeart/2005/8/layout/vList5"/>
    <dgm:cxn modelId="{1EC1323F-7A55-6F4D-AD10-22D5E18213B4}" type="presParOf" srcId="{83867AEC-E2EB-4B41-B9BB-8DB2DF69345B}" destId="{59473385-7312-0544-9168-E1094CA473C6}" srcOrd="7" destOrd="0" presId="urn:microsoft.com/office/officeart/2005/8/layout/vList5"/>
    <dgm:cxn modelId="{695A2BAF-CC28-054F-AE0A-20C64022AC07}" type="presParOf" srcId="{83867AEC-E2EB-4B41-B9BB-8DB2DF69345B}" destId="{55CAE6B4-5E26-1447-ADF3-7F8FEE295560}" srcOrd="8" destOrd="0" presId="urn:microsoft.com/office/officeart/2005/8/layout/vList5"/>
    <dgm:cxn modelId="{1E76ACFA-E273-CE47-A5CB-C8FDCBDA3320}" type="presParOf" srcId="{55CAE6B4-5E26-1447-ADF3-7F8FEE295560}" destId="{1A40EA21-39BF-234D-AC20-096572AC9BA0}" srcOrd="0" destOrd="0" presId="urn:microsoft.com/office/officeart/2005/8/layout/vList5"/>
    <dgm:cxn modelId="{A7523C93-AFA7-B84D-BA28-2C4D1C3EFEE3}" type="presParOf" srcId="{55CAE6B4-5E26-1447-ADF3-7F8FEE295560}" destId="{6BF3DF76-F047-CD42-9BAA-A255A92FA4A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0C15CB3-022A-406D-A652-2F2C9EB65B2F}"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04469D8-17CB-413B-BC67-22CBCC4B5EC0}">
      <dgm:prSet/>
      <dgm:spPr/>
      <dgm:t>
        <a:bodyPr/>
        <a:lstStyle/>
        <a:p>
          <a:r>
            <a:rPr lang="en-US"/>
            <a:t>Does FAIR apply to software too?</a:t>
          </a:r>
        </a:p>
      </dgm:t>
    </dgm:pt>
    <dgm:pt modelId="{EA189F0E-334A-4C36-9371-B3D2E16DC51D}" type="parTrans" cxnId="{5D682D6C-CD36-4073-B1FE-EE83D4C696F1}">
      <dgm:prSet/>
      <dgm:spPr/>
      <dgm:t>
        <a:bodyPr/>
        <a:lstStyle/>
        <a:p>
          <a:endParaRPr lang="en-US"/>
        </a:p>
      </dgm:t>
    </dgm:pt>
    <dgm:pt modelId="{7B680617-DFF2-43EC-AB3D-12AF06F8EA11}" type="sibTrans" cxnId="{5D682D6C-CD36-4073-B1FE-EE83D4C696F1}">
      <dgm:prSet/>
      <dgm:spPr/>
      <dgm:t>
        <a:bodyPr/>
        <a:lstStyle/>
        <a:p>
          <a:endParaRPr lang="en-US"/>
        </a:p>
      </dgm:t>
    </dgm:pt>
    <dgm:pt modelId="{7D12B8C1-110E-402E-9846-6119A3F25431}">
      <dgm:prSet/>
      <dgm:spPr/>
      <dgm:t>
        <a:bodyPr/>
        <a:lstStyle/>
        <a:p>
          <a:r>
            <a:rPr lang="en-US"/>
            <a:t>Where do you get help if you have a problem with open source software?</a:t>
          </a:r>
        </a:p>
      </dgm:t>
    </dgm:pt>
    <dgm:pt modelId="{10D811EE-4E41-4844-82A5-667232906B51}" type="parTrans" cxnId="{77C163A0-076E-449F-8EFF-18048469FC9C}">
      <dgm:prSet/>
      <dgm:spPr/>
      <dgm:t>
        <a:bodyPr/>
        <a:lstStyle/>
        <a:p>
          <a:endParaRPr lang="en-US"/>
        </a:p>
      </dgm:t>
    </dgm:pt>
    <dgm:pt modelId="{2419037D-866B-49C6-866C-8457837FD018}" type="sibTrans" cxnId="{77C163A0-076E-449F-8EFF-18048469FC9C}">
      <dgm:prSet/>
      <dgm:spPr/>
      <dgm:t>
        <a:bodyPr/>
        <a:lstStyle/>
        <a:p>
          <a:endParaRPr lang="en-US"/>
        </a:p>
      </dgm:t>
    </dgm:pt>
    <dgm:pt modelId="{DF471CA9-C699-5348-8544-FD8083218B26}" type="pres">
      <dgm:prSet presAssocID="{40C15CB3-022A-406D-A652-2F2C9EB65B2F}" presName="hierChild1" presStyleCnt="0">
        <dgm:presLayoutVars>
          <dgm:chPref val="1"/>
          <dgm:dir/>
          <dgm:animOne val="branch"/>
          <dgm:animLvl val="lvl"/>
          <dgm:resizeHandles/>
        </dgm:presLayoutVars>
      </dgm:prSet>
      <dgm:spPr/>
    </dgm:pt>
    <dgm:pt modelId="{36EE438E-1A82-C946-850F-E9538F253B02}" type="pres">
      <dgm:prSet presAssocID="{C04469D8-17CB-413B-BC67-22CBCC4B5EC0}" presName="hierRoot1" presStyleCnt="0"/>
      <dgm:spPr/>
    </dgm:pt>
    <dgm:pt modelId="{BB0EE2B9-F837-0A4B-95D1-1F5AA8DBEBAC}" type="pres">
      <dgm:prSet presAssocID="{C04469D8-17CB-413B-BC67-22CBCC4B5EC0}" presName="composite" presStyleCnt="0"/>
      <dgm:spPr/>
    </dgm:pt>
    <dgm:pt modelId="{E11BA3A8-0223-1145-8F16-922A08B29010}" type="pres">
      <dgm:prSet presAssocID="{C04469D8-17CB-413B-BC67-22CBCC4B5EC0}" presName="background" presStyleLbl="node0" presStyleIdx="0" presStyleCnt="2"/>
      <dgm:spPr/>
    </dgm:pt>
    <dgm:pt modelId="{0E9D604A-B17C-1D4E-BC21-18C3632BCEC6}" type="pres">
      <dgm:prSet presAssocID="{C04469D8-17CB-413B-BC67-22CBCC4B5EC0}" presName="text" presStyleLbl="fgAcc0" presStyleIdx="0" presStyleCnt="2">
        <dgm:presLayoutVars>
          <dgm:chPref val="3"/>
        </dgm:presLayoutVars>
      </dgm:prSet>
      <dgm:spPr/>
    </dgm:pt>
    <dgm:pt modelId="{21F0EFF6-20E8-D445-A04D-778D171E8AB2}" type="pres">
      <dgm:prSet presAssocID="{C04469D8-17CB-413B-BC67-22CBCC4B5EC0}" presName="hierChild2" presStyleCnt="0"/>
      <dgm:spPr/>
    </dgm:pt>
    <dgm:pt modelId="{06529CAF-85F8-3F47-BC3F-48B9DA59A508}" type="pres">
      <dgm:prSet presAssocID="{7D12B8C1-110E-402E-9846-6119A3F25431}" presName="hierRoot1" presStyleCnt="0"/>
      <dgm:spPr/>
    </dgm:pt>
    <dgm:pt modelId="{1B5A44B8-62D4-114B-BB2E-78F36A81579D}" type="pres">
      <dgm:prSet presAssocID="{7D12B8C1-110E-402E-9846-6119A3F25431}" presName="composite" presStyleCnt="0"/>
      <dgm:spPr/>
    </dgm:pt>
    <dgm:pt modelId="{98EA831C-1EA4-B948-94C1-C3029B5832E5}" type="pres">
      <dgm:prSet presAssocID="{7D12B8C1-110E-402E-9846-6119A3F25431}" presName="background" presStyleLbl="node0" presStyleIdx="1" presStyleCnt="2"/>
      <dgm:spPr/>
    </dgm:pt>
    <dgm:pt modelId="{55EEBB15-86BF-C648-827E-159AA3FF4E93}" type="pres">
      <dgm:prSet presAssocID="{7D12B8C1-110E-402E-9846-6119A3F25431}" presName="text" presStyleLbl="fgAcc0" presStyleIdx="1" presStyleCnt="2">
        <dgm:presLayoutVars>
          <dgm:chPref val="3"/>
        </dgm:presLayoutVars>
      </dgm:prSet>
      <dgm:spPr/>
    </dgm:pt>
    <dgm:pt modelId="{F6729547-6F5B-944B-9E2D-49B4905D7FD5}" type="pres">
      <dgm:prSet presAssocID="{7D12B8C1-110E-402E-9846-6119A3F25431}" presName="hierChild2" presStyleCnt="0"/>
      <dgm:spPr/>
    </dgm:pt>
  </dgm:ptLst>
  <dgm:cxnLst>
    <dgm:cxn modelId="{852D4513-D6C1-4F4E-86EC-9CD4A3BD3838}" type="presOf" srcId="{40C15CB3-022A-406D-A652-2F2C9EB65B2F}" destId="{DF471CA9-C699-5348-8544-FD8083218B26}" srcOrd="0" destOrd="0" presId="urn:microsoft.com/office/officeart/2005/8/layout/hierarchy1"/>
    <dgm:cxn modelId="{D8F0DA1F-B625-AC41-A86A-4610A440071F}" type="presOf" srcId="{C04469D8-17CB-413B-BC67-22CBCC4B5EC0}" destId="{0E9D604A-B17C-1D4E-BC21-18C3632BCEC6}" srcOrd="0" destOrd="0" presId="urn:microsoft.com/office/officeart/2005/8/layout/hierarchy1"/>
    <dgm:cxn modelId="{5D682D6C-CD36-4073-B1FE-EE83D4C696F1}" srcId="{40C15CB3-022A-406D-A652-2F2C9EB65B2F}" destId="{C04469D8-17CB-413B-BC67-22CBCC4B5EC0}" srcOrd="0" destOrd="0" parTransId="{EA189F0E-334A-4C36-9371-B3D2E16DC51D}" sibTransId="{7B680617-DFF2-43EC-AB3D-12AF06F8EA11}"/>
    <dgm:cxn modelId="{77C163A0-076E-449F-8EFF-18048469FC9C}" srcId="{40C15CB3-022A-406D-A652-2F2C9EB65B2F}" destId="{7D12B8C1-110E-402E-9846-6119A3F25431}" srcOrd="1" destOrd="0" parTransId="{10D811EE-4E41-4844-82A5-667232906B51}" sibTransId="{2419037D-866B-49C6-866C-8457837FD018}"/>
    <dgm:cxn modelId="{3F89F5FD-907A-0148-BEA2-C397CF643983}" type="presOf" srcId="{7D12B8C1-110E-402E-9846-6119A3F25431}" destId="{55EEBB15-86BF-C648-827E-159AA3FF4E93}" srcOrd="0" destOrd="0" presId="urn:microsoft.com/office/officeart/2005/8/layout/hierarchy1"/>
    <dgm:cxn modelId="{EA3C2334-8121-8141-8984-36B940CDD53F}" type="presParOf" srcId="{DF471CA9-C699-5348-8544-FD8083218B26}" destId="{36EE438E-1A82-C946-850F-E9538F253B02}" srcOrd="0" destOrd="0" presId="urn:microsoft.com/office/officeart/2005/8/layout/hierarchy1"/>
    <dgm:cxn modelId="{F02895AE-A2CA-0941-9BC5-151EB88B86A8}" type="presParOf" srcId="{36EE438E-1A82-C946-850F-E9538F253B02}" destId="{BB0EE2B9-F837-0A4B-95D1-1F5AA8DBEBAC}" srcOrd="0" destOrd="0" presId="urn:microsoft.com/office/officeart/2005/8/layout/hierarchy1"/>
    <dgm:cxn modelId="{3ED15738-C9E2-204D-AAE0-37AADC354463}" type="presParOf" srcId="{BB0EE2B9-F837-0A4B-95D1-1F5AA8DBEBAC}" destId="{E11BA3A8-0223-1145-8F16-922A08B29010}" srcOrd="0" destOrd="0" presId="urn:microsoft.com/office/officeart/2005/8/layout/hierarchy1"/>
    <dgm:cxn modelId="{B10667B7-2FF5-5747-9A75-C85B140883FF}" type="presParOf" srcId="{BB0EE2B9-F837-0A4B-95D1-1F5AA8DBEBAC}" destId="{0E9D604A-B17C-1D4E-BC21-18C3632BCEC6}" srcOrd="1" destOrd="0" presId="urn:microsoft.com/office/officeart/2005/8/layout/hierarchy1"/>
    <dgm:cxn modelId="{12032999-BBF0-E64F-AC87-B0E8CA23BCEB}" type="presParOf" srcId="{36EE438E-1A82-C946-850F-E9538F253B02}" destId="{21F0EFF6-20E8-D445-A04D-778D171E8AB2}" srcOrd="1" destOrd="0" presId="urn:microsoft.com/office/officeart/2005/8/layout/hierarchy1"/>
    <dgm:cxn modelId="{198F0E4D-0738-2E40-B85B-8AF424BD7A82}" type="presParOf" srcId="{DF471CA9-C699-5348-8544-FD8083218B26}" destId="{06529CAF-85F8-3F47-BC3F-48B9DA59A508}" srcOrd="1" destOrd="0" presId="urn:microsoft.com/office/officeart/2005/8/layout/hierarchy1"/>
    <dgm:cxn modelId="{A90D5A28-A4C0-A54C-AAD0-62FDB19F545B}" type="presParOf" srcId="{06529CAF-85F8-3F47-BC3F-48B9DA59A508}" destId="{1B5A44B8-62D4-114B-BB2E-78F36A81579D}" srcOrd="0" destOrd="0" presId="urn:microsoft.com/office/officeart/2005/8/layout/hierarchy1"/>
    <dgm:cxn modelId="{30A5DEEA-1969-5D49-B419-7C655DC84E9F}" type="presParOf" srcId="{1B5A44B8-62D4-114B-BB2E-78F36A81579D}" destId="{98EA831C-1EA4-B948-94C1-C3029B5832E5}" srcOrd="0" destOrd="0" presId="urn:microsoft.com/office/officeart/2005/8/layout/hierarchy1"/>
    <dgm:cxn modelId="{8118B023-DCDE-E84D-A973-FAD7A36E7C41}" type="presParOf" srcId="{1B5A44B8-62D4-114B-BB2E-78F36A81579D}" destId="{55EEBB15-86BF-C648-827E-159AA3FF4E93}" srcOrd="1" destOrd="0" presId="urn:microsoft.com/office/officeart/2005/8/layout/hierarchy1"/>
    <dgm:cxn modelId="{E190215E-FEFE-954A-B953-FEBE8BD20DBF}" type="presParOf" srcId="{06529CAF-85F8-3F47-BC3F-48B9DA59A508}" destId="{F6729547-6F5B-944B-9E2D-49B4905D7FD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4364AD5-3D9E-4DCE-AA15-E3D5D3AEF5D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35D14B0-D33A-4E00-A867-45049E1E0F84}">
      <dgm:prSet/>
      <dgm:spPr/>
      <dgm:t>
        <a:bodyPr/>
        <a:lstStyle/>
        <a:p>
          <a:pPr>
            <a:lnSpc>
              <a:spcPct val="100000"/>
            </a:lnSpc>
          </a:pPr>
          <a:r>
            <a:rPr lang="en-GB"/>
            <a:t>It enables open collaboration. </a:t>
          </a:r>
          <a:endParaRPr lang="en-US"/>
        </a:p>
      </dgm:t>
    </dgm:pt>
    <dgm:pt modelId="{90FD5589-9C69-4342-9A53-96A3E9E4E941}" type="parTrans" cxnId="{C5B8CF64-7EAA-4405-85AB-A5526C0A2399}">
      <dgm:prSet/>
      <dgm:spPr/>
      <dgm:t>
        <a:bodyPr/>
        <a:lstStyle/>
        <a:p>
          <a:endParaRPr lang="en-US"/>
        </a:p>
      </dgm:t>
    </dgm:pt>
    <dgm:pt modelId="{0B01E6F7-96D3-40C4-BA28-48533D980A68}" type="sibTrans" cxnId="{C5B8CF64-7EAA-4405-85AB-A5526C0A2399}">
      <dgm:prSet/>
      <dgm:spPr/>
      <dgm:t>
        <a:bodyPr/>
        <a:lstStyle/>
        <a:p>
          <a:endParaRPr lang="en-US"/>
        </a:p>
      </dgm:t>
    </dgm:pt>
    <dgm:pt modelId="{B75293DF-D821-4711-9533-D4E5167F330E}">
      <dgm:prSet/>
      <dgm:spPr/>
      <dgm:t>
        <a:bodyPr/>
        <a:lstStyle/>
        <a:p>
          <a:pPr>
            <a:lnSpc>
              <a:spcPct val="100000"/>
            </a:lnSpc>
          </a:pPr>
          <a:r>
            <a:rPr lang="en-GB"/>
            <a:t>It invites constructive feedback that contributes to a code’s accuracy and robustness.</a:t>
          </a:r>
          <a:endParaRPr lang="en-US"/>
        </a:p>
      </dgm:t>
    </dgm:pt>
    <dgm:pt modelId="{FED0B43C-AA5B-4991-965B-A163D8A2DAB9}" type="parTrans" cxnId="{D056D928-4497-453B-A2FB-046B1EBB20A3}">
      <dgm:prSet/>
      <dgm:spPr/>
      <dgm:t>
        <a:bodyPr/>
        <a:lstStyle/>
        <a:p>
          <a:endParaRPr lang="en-US"/>
        </a:p>
      </dgm:t>
    </dgm:pt>
    <dgm:pt modelId="{018891A3-1203-4271-AA35-E7537707E229}" type="sibTrans" cxnId="{D056D928-4497-453B-A2FB-046B1EBB20A3}">
      <dgm:prSet/>
      <dgm:spPr/>
      <dgm:t>
        <a:bodyPr/>
        <a:lstStyle/>
        <a:p>
          <a:endParaRPr lang="en-US"/>
        </a:p>
      </dgm:t>
    </dgm:pt>
    <dgm:pt modelId="{AE20BCC7-804B-46B4-BBB8-8176FFF88FBA}">
      <dgm:prSet/>
      <dgm:spPr/>
      <dgm:t>
        <a:bodyPr/>
        <a:lstStyle/>
        <a:p>
          <a:pPr>
            <a:lnSpc>
              <a:spcPct val="100000"/>
            </a:lnSpc>
          </a:pPr>
          <a:r>
            <a:rPr lang="en-GB"/>
            <a:t>People with less experience with the subject matter will learn more.</a:t>
          </a:r>
          <a:endParaRPr lang="en-US"/>
        </a:p>
      </dgm:t>
    </dgm:pt>
    <dgm:pt modelId="{BD8DA48A-2EB2-4EFA-95FD-24635AD72051}" type="parTrans" cxnId="{A72AB3EE-5CE3-4F34-9EA8-01EB2074075A}">
      <dgm:prSet/>
      <dgm:spPr/>
      <dgm:t>
        <a:bodyPr/>
        <a:lstStyle/>
        <a:p>
          <a:endParaRPr lang="en-US"/>
        </a:p>
      </dgm:t>
    </dgm:pt>
    <dgm:pt modelId="{0B1973BE-4A9E-4D89-9002-A6D5329BEA78}" type="sibTrans" cxnId="{A72AB3EE-5CE3-4F34-9EA8-01EB2074075A}">
      <dgm:prSet/>
      <dgm:spPr/>
      <dgm:t>
        <a:bodyPr/>
        <a:lstStyle/>
        <a:p>
          <a:endParaRPr lang="en-US"/>
        </a:p>
      </dgm:t>
    </dgm:pt>
    <dgm:pt modelId="{AE699D06-C6F9-4A59-82C8-7E7F54A0DF54}">
      <dgm:prSet/>
      <dgm:spPr/>
      <dgm:t>
        <a:bodyPr/>
        <a:lstStyle/>
        <a:p>
          <a:pPr>
            <a:lnSpc>
              <a:spcPct val="100000"/>
            </a:lnSpc>
          </a:pPr>
          <a:r>
            <a:rPr lang="en-GB"/>
            <a:t>Those with less programming experience can learn from those with more programming experience as they improve the code. </a:t>
          </a:r>
          <a:endParaRPr lang="en-US"/>
        </a:p>
      </dgm:t>
    </dgm:pt>
    <dgm:pt modelId="{5EC88724-9FBD-4783-87EB-20C7157210D1}" type="parTrans" cxnId="{3E3A9E5D-D033-437E-8B98-5131B91225F1}">
      <dgm:prSet/>
      <dgm:spPr/>
      <dgm:t>
        <a:bodyPr/>
        <a:lstStyle/>
        <a:p>
          <a:endParaRPr lang="en-US"/>
        </a:p>
      </dgm:t>
    </dgm:pt>
    <dgm:pt modelId="{849BECE7-B17A-4B40-B160-76D743E49DA0}" type="sibTrans" cxnId="{3E3A9E5D-D033-437E-8B98-5131B91225F1}">
      <dgm:prSet/>
      <dgm:spPr/>
      <dgm:t>
        <a:bodyPr/>
        <a:lstStyle/>
        <a:p>
          <a:endParaRPr lang="en-US"/>
        </a:p>
      </dgm:t>
    </dgm:pt>
    <dgm:pt modelId="{0DB515C8-6604-4941-8093-AB19B0DC8522}">
      <dgm:prSet/>
      <dgm:spPr/>
      <dgm:t>
        <a:bodyPr/>
        <a:lstStyle/>
        <a:p>
          <a:pPr>
            <a:lnSpc>
              <a:spcPct val="100000"/>
            </a:lnSpc>
          </a:pPr>
          <a:r>
            <a:rPr lang="en-GB"/>
            <a:t>It provides an intermediate product that can still be cited. </a:t>
          </a:r>
          <a:endParaRPr lang="en-US"/>
        </a:p>
      </dgm:t>
    </dgm:pt>
    <dgm:pt modelId="{6E3DFD6B-DA9C-43B2-97C8-36A34AB293AD}" type="parTrans" cxnId="{DB1BF3A7-C721-4069-BDFA-A08055A05525}">
      <dgm:prSet/>
      <dgm:spPr/>
      <dgm:t>
        <a:bodyPr/>
        <a:lstStyle/>
        <a:p>
          <a:endParaRPr lang="en-US"/>
        </a:p>
      </dgm:t>
    </dgm:pt>
    <dgm:pt modelId="{00137E12-D044-4CC1-A76A-D3946A224823}" type="sibTrans" cxnId="{DB1BF3A7-C721-4069-BDFA-A08055A05525}">
      <dgm:prSet/>
      <dgm:spPr/>
      <dgm:t>
        <a:bodyPr/>
        <a:lstStyle/>
        <a:p>
          <a:endParaRPr lang="en-US"/>
        </a:p>
      </dgm:t>
    </dgm:pt>
    <dgm:pt modelId="{758117FE-5B60-4E44-B839-DEA5606DA2A0}" type="pres">
      <dgm:prSet presAssocID="{84364AD5-3D9E-4DCE-AA15-E3D5D3AEF5D6}" presName="root" presStyleCnt="0">
        <dgm:presLayoutVars>
          <dgm:dir/>
          <dgm:resizeHandles val="exact"/>
        </dgm:presLayoutVars>
      </dgm:prSet>
      <dgm:spPr/>
    </dgm:pt>
    <dgm:pt modelId="{A3296045-7ECB-44B2-ABB9-3A836CA850A3}" type="pres">
      <dgm:prSet presAssocID="{535D14B0-D33A-4E00-A867-45049E1E0F84}" presName="compNode" presStyleCnt="0"/>
      <dgm:spPr/>
    </dgm:pt>
    <dgm:pt modelId="{EDAFD30F-5582-447D-8A26-41BA46777D57}" type="pres">
      <dgm:prSet presAssocID="{535D14B0-D33A-4E00-A867-45049E1E0F84}" presName="bgRect" presStyleLbl="bgShp" presStyleIdx="0" presStyleCnt="5"/>
      <dgm:spPr/>
    </dgm:pt>
    <dgm:pt modelId="{70F258CB-8D16-4A44-AB25-6B3E58645655}" type="pres">
      <dgm:prSet presAssocID="{535D14B0-D33A-4E00-A867-45049E1E0F84}"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andshake"/>
        </a:ext>
      </dgm:extLst>
    </dgm:pt>
    <dgm:pt modelId="{22721754-409F-4127-AF0E-7268D6CCE9CD}" type="pres">
      <dgm:prSet presAssocID="{535D14B0-D33A-4E00-A867-45049E1E0F84}" presName="spaceRect" presStyleCnt="0"/>
      <dgm:spPr/>
    </dgm:pt>
    <dgm:pt modelId="{0885E2EB-F551-453C-B64C-5C9009F51170}" type="pres">
      <dgm:prSet presAssocID="{535D14B0-D33A-4E00-A867-45049E1E0F84}" presName="parTx" presStyleLbl="revTx" presStyleIdx="0" presStyleCnt="5">
        <dgm:presLayoutVars>
          <dgm:chMax val="0"/>
          <dgm:chPref val="0"/>
        </dgm:presLayoutVars>
      </dgm:prSet>
      <dgm:spPr/>
    </dgm:pt>
    <dgm:pt modelId="{9DF2BC28-7443-4441-B86B-527ACD361EC0}" type="pres">
      <dgm:prSet presAssocID="{0B01E6F7-96D3-40C4-BA28-48533D980A68}" presName="sibTrans" presStyleCnt="0"/>
      <dgm:spPr/>
    </dgm:pt>
    <dgm:pt modelId="{3831A4E0-F96B-432D-852F-34CE53260CEB}" type="pres">
      <dgm:prSet presAssocID="{B75293DF-D821-4711-9533-D4E5167F330E}" presName="compNode" presStyleCnt="0"/>
      <dgm:spPr/>
    </dgm:pt>
    <dgm:pt modelId="{AF4A88C7-4BCF-428D-8B43-95BEBE000D32}" type="pres">
      <dgm:prSet presAssocID="{B75293DF-D821-4711-9533-D4E5167F330E}" presName="bgRect" presStyleLbl="bgShp" presStyleIdx="1" presStyleCnt="5"/>
      <dgm:spPr/>
    </dgm:pt>
    <dgm:pt modelId="{90698A08-A1EC-4B0D-A700-1E9D972B3452}" type="pres">
      <dgm:prSet presAssocID="{B75293DF-D821-4711-9533-D4E5167F330E}"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ibbon"/>
        </a:ext>
      </dgm:extLst>
    </dgm:pt>
    <dgm:pt modelId="{24A0B068-409B-4189-A7EC-E13C4220701A}" type="pres">
      <dgm:prSet presAssocID="{B75293DF-D821-4711-9533-D4E5167F330E}" presName="spaceRect" presStyleCnt="0"/>
      <dgm:spPr/>
    </dgm:pt>
    <dgm:pt modelId="{9523D67D-10F5-4BEC-B8AA-08F27A1CAF62}" type="pres">
      <dgm:prSet presAssocID="{B75293DF-D821-4711-9533-D4E5167F330E}" presName="parTx" presStyleLbl="revTx" presStyleIdx="1" presStyleCnt="5">
        <dgm:presLayoutVars>
          <dgm:chMax val="0"/>
          <dgm:chPref val="0"/>
        </dgm:presLayoutVars>
      </dgm:prSet>
      <dgm:spPr/>
    </dgm:pt>
    <dgm:pt modelId="{0948C8F7-B655-4820-9BD3-7DC0BBB83FFB}" type="pres">
      <dgm:prSet presAssocID="{018891A3-1203-4271-AA35-E7537707E229}" presName="sibTrans" presStyleCnt="0"/>
      <dgm:spPr/>
    </dgm:pt>
    <dgm:pt modelId="{E4D37DAD-8D22-46D4-A562-C7E1C173BDB4}" type="pres">
      <dgm:prSet presAssocID="{AE20BCC7-804B-46B4-BBB8-8176FFF88FBA}" presName="compNode" presStyleCnt="0"/>
      <dgm:spPr/>
    </dgm:pt>
    <dgm:pt modelId="{9897BDF4-6067-4B35-9E92-5B1D1DBB8F30}" type="pres">
      <dgm:prSet presAssocID="{AE20BCC7-804B-46B4-BBB8-8176FFF88FBA}" presName="bgRect" presStyleLbl="bgShp" presStyleIdx="2" presStyleCnt="5"/>
      <dgm:spPr/>
    </dgm:pt>
    <dgm:pt modelId="{823DEECF-5ADD-4053-8B2E-272628323600}" type="pres">
      <dgm:prSet presAssocID="{AE20BCC7-804B-46B4-BBB8-8176FFF88FBA}"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assroom"/>
        </a:ext>
      </dgm:extLst>
    </dgm:pt>
    <dgm:pt modelId="{229BE707-460B-45DC-A743-BBDE7E5D04E9}" type="pres">
      <dgm:prSet presAssocID="{AE20BCC7-804B-46B4-BBB8-8176FFF88FBA}" presName="spaceRect" presStyleCnt="0"/>
      <dgm:spPr/>
    </dgm:pt>
    <dgm:pt modelId="{0EEA3DC7-525C-465D-8B58-CF10B3071091}" type="pres">
      <dgm:prSet presAssocID="{AE20BCC7-804B-46B4-BBB8-8176FFF88FBA}" presName="parTx" presStyleLbl="revTx" presStyleIdx="2" presStyleCnt="5">
        <dgm:presLayoutVars>
          <dgm:chMax val="0"/>
          <dgm:chPref val="0"/>
        </dgm:presLayoutVars>
      </dgm:prSet>
      <dgm:spPr/>
    </dgm:pt>
    <dgm:pt modelId="{EFFC3BBD-58A2-4EBA-BC44-BB6D705B8BB3}" type="pres">
      <dgm:prSet presAssocID="{0B1973BE-4A9E-4D89-9002-A6D5329BEA78}" presName="sibTrans" presStyleCnt="0"/>
      <dgm:spPr/>
    </dgm:pt>
    <dgm:pt modelId="{87C13C5D-844B-47D4-BC93-5A3148A6C02B}" type="pres">
      <dgm:prSet presAssocID="{AE699D06-C6F9-4A59-82C8-7E7F54A0DF54}" presName="compNode" presStyleCnt="0"/>
      <dgm:spPr/>
    </dgm:pt>
    <dgm:pt modelId="{275D765D-2552-47E8-8855-9FFAE83BBD98}" type="pres">
      <dgm:prSet presAssocID="{AE699D06-C6F9-4A59-82C8-7E7F54A0DF54}" presName="bgRect" presStyleLbl="bgShp" presStyleIdx="3" presStyleCnt="5"/>
      <dgm:spPr/>
    </dgm:pt>
    <dgm:pt modelId="{6995E69C-585A-4B47-8F24-655D5AE024DC}" type="pres">
      <dgm:prSet presAssocID="{AE699D06-C6F9-4A59-82C8-7E7F54A0DF54}"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grammer"/>
        </a:ext>
      </dgm:extLst>
    </dgm:pt>
    <dgm:pt modelId="{1D9352EB-19B9-406E-8728-D04BC24662C8}" type="pres">
      <dgm:prSet presAssocID="{AE699D06-C6F9-4A59-82C8-7E7F54A0DF54}" presName="spaceRect" presStyleCnt="0"/>
      <dgm:spPr/>
    </dgm:pt>
    <dgm:pt modelId="{3DD9E347-0329-4FF3-854A-3CF57E844F2E}" type="pres">
      <dgm:prSet presAssocID="{AE699D06-C6F9-4A59-82C8-7E7F54A0DF54}" presName="parTx" presStyleLbl="revTx" presStyleIdx="3" presStyleCnt="5">
        <dgm:presLayoutVars>
          <dgm:chMax val="0"/>
          <dgm:chPref val="0"/>
        </dgm:presLayoutVars>
      </dgm:prSet>
      <dgm:spPr/>
    </dgm:pt>
    <dgm:pt modelId="{E699B421-FE31-4E45-82EB-7DBC14ED234F}" type="pres">
      <dgm:prSet presAssocID="{849BECE7-B17A-4B40-B160-76D743E49DA0}" presName="sibTrans" presStyleCnt="0"/>
      <dgm:spPr/>
    </dgm:pt>
    <dgm:pt modelId="{AC695F1F-39EE-4B20-B0EE-C8691B588D51}" type="pres">
      <dgm:prSet presAssocID="{0DB515C8-6604-4941-8093-AB19B0DC8522}" presName="compNode" presStyleCnt="0"/>
      <dgm:spPr/>
    </dgm:pt>
    <dgm:pt modelId="{DA889D94-C985-4763-AF16-116958960EFE}" type="pres">
      <dgm:prSet presAssocID="{0DB515C8-6604-4941-8093-AB19B0DC8522}" presName="bgRect" presStyleLbl="bgShp" presStyleIdx="4" presStyleCnt="5"/>
      <dgm:spPr/>
    </dgm:pt>
    <dgm:pt modelId="{A45F652B-3DC0-440F-9B3C-5906B8CC97DE}" type="pres">
      <dgm:prSet presAssocID="{0DB515C8-6604-4941-8093-AB19B0DC8522}"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ookmark"/>
        </a:ext>
      </dgm:extLst>
    </dgm:pt>
    <dgm:pt modelId="{056213DB-FF3A-4A23-ADAA-607D1B30F952}" type="pres">
      <dgm:prSet presAssocID="{0DB515C8-6604-4941-8093-AB19B0DC8522}" presName="spaceRect" presStyleCnt="0"/>
      <dgm:spPr/>
    </dgm:pt>
    <dgm:pt modelId="{76C2FD37-B4BA-42C6-9D3A-7F78F3A198F9}" type="pres">
      <dgm:prSet presAssocID="{0DB515C8-6604-4941-8093-AB19B0DC8522}" presName="parTx" presStyleLbl="revTx" presStyleIdx="4" presStyleCnt="5">
        <dgm:presLayoutVars>
          <dgm:chMax val="0"/>
          <dgm:chPref val="0"/>
        </dgm:presLayoutVars>
      </dgm:prSet>
      <dgm:spPr/>
    </dgm:pt>
  </dgm:ptLst>
  <dgm:cxnLst>
    <dgm:cxn modelId="{B03DDE0D-76ED-4798-AC0D-0B3AAEBA1138}" type="presOf" srcId="{AE699D06-C6F9-4A59-82C8-7E7F54A0DF54}" destId="{3DD9E347-0329-4FF3-854A-3CF57E844F2E}" srcOrd="0" destOrd="0" presId="urn:microsoft.com/office/officeart/2018/2/layout/IconVerticalSolidList"/>
    <dgm:cxn modelId="{D056D928-4497-453B-A2FB-046B1EBB20A3}" srcId="{84364AD5-3D9E-4DCE-AA15-E3D5D3AEF5D6}" destId="{B75293DF-D821-4711-9533-D4E5167F330E}" srcOrd="1" destOrd="0" parTransId="{FED0B43C-AA5B-4991-965B-A163D8A2DAB9}" sibTransId="{018891A3-1203-4271-AA35-E7537707E229}"/>
    <dgm:cxn modelId="{2D2A0B3F-18F1-4453-9FB3-90E9440E5616}" type="presOf" srcId="{B75293DF-D821-4711-9533-D4E5167F330E}" destId="{9523D67D-10F5-4BEC-B8AA-08F27A1CAF62}" srcOrd="0" destOrd="0" presId="urn:microsoft.com/office/officeart/2018/2/layout/IconVerticalSolidList"/>
    <dgm:cxn modelId="{230D5F49-B79C-458E-8E7D-A86B4D0C9EC3}" type="presOf" srcId="{84364AD5-3D9E-4DCE-AA15-E3D5D3AEF5D6}" destId="{758117FE-5B60-4E44-B839-DEA5606DA2A0}" srcOrd="0" destOrd="0" presId="urn:microsoft.com/office/officeart/2018/2/layout/IconVerticalSolidList"/>
    <dgm:cxn modelId="{7D680B4E-4942-4BAB-B0C6-2D816C777981}" type="presOf" srcId="{AE20BCC7-804B-46B4-BBB8-8176FFF88FBA}" destId="{0EEA3DC7-525C-465D-8B58-CF10B3071091}" srcOrd="0" destOrd="0" presId="urn:microsoft.com/office/officeart/2018/2/layout/IconVerticalSolidList"/>
    <dgm:cxn modelId="{3E3A9E5D-D033-437E-8B98-5131B91225F1}" srcId="{84364AD5-3D9E-4DCE-AA15-E3D5D3AEF5D6}" destId="{AE699D06-C6F9-4A59-82C8-7E7F54A0DF54}" srcOrd="3" destOrd="0" parTransId="{5EC88724-9FBD-4783-87EB-20C7157210D1}" sibTransId="{849BECE7-B17A-4B40-B160-76D743E49DA0}"/>
    <dgm:cxn modelId="{B601FC62-616B-44CD-9AB8-CB61129D7863}" type="presOf" srcId="{535D14B0-D33A-4E00-A867-45049E1E0F84}" destId="{0885E2EB-F551-453C-B64C-5C9009F51170}" srcOrd="0" destOrd="0" presId="urn:microsoft.com/office/officeart/2018/2/layout/IconVerticalSolidList"/>
    <dgm:cxn modelId="{C5B8CF64-7EAA-4405-85AB-A5526C0A2399}" srcId="{84364AD5-3D9E-4DCE-AA15-E3D5D3AEF5D6}" destId="{535D14B0-D33A-4E00-A867-45049E1E0F84}" srcOrd="0" destOrd="0" parTransId="{90FD5589-9C69-4342-9A53-96A3E9E4E941}" sibTransId="{0B01E6F7-96D3-40C4-BA28-48533D980A68}"/>
    <dgm:cxn modelId="{B84C2181-1166-4637-95C2-BA08AA68276B}" type="presOf" srcId="{0DB515C8-6604-4941-8093-AB19B0DC8522}" destId="{76C2FD37-B4BA-42C6-9D3A-7F78F3A198F9}" srcOrd="0" destOrd="0" presId="urn:microsoft.com/office/officeart/2018/2/layout/IconVerticalSolidList"/>
    <dgm:cxn modelId="{DB1BF3A7-C721-4069-BDFA-A08055A05525}" srcId="{84364AD5-3D9E-4DCE-AA15-E3D5D3AEF5D6}" destId="{0DB515C8-6604-4941-8093-AB19B0DC8522}" srcOrd="4" destOrd="0" parTransId="{6E3DFD6B-DA9C-43B2-97C8-36A34AB293AD}" sibTransId="{00137E12-D044-4CC1-A76A-D3946A224823}"/>
    <dgm:cxn modelId="{A72AB3EE-5CE3-4F34-9EA8-01EB2074075A}" srcId="{84364AD5-3D9E-4DCE-AA15-E3D5D3AEF5D6}" destId="{AE20BCC7-804B-46B4-BBB8-8176FFF88FBA}" srcOrd="2" destOrd="0" parTransId="{BD8DA48A-2EB2-4EFA-95FD-24635AD72051}" sibTransId="{0B1973BE-4A9E-4D89-9002-A6D5329BEA78}"/>
    <dgm:cxn modelId="{F33E4ABC-FE4B-4A98-818B-A112AA0FE8BC}" type="presParOf" srcId="{758117FE-5B60-4E44-B839-DEA5606DA2A0}" destId="{A3296045-7ECB-44B2-ABB9-3A836CA850A3}" srcOrd="0" destOrd="0" presId="urn:microsoft.com/office/officeart/2018/2/layout/IconVerticalSolidList"/>
    <dgm:cxn modelId="{7B824CB6-7C39-4CDF-B8D9-5DAFB07CB12C}" type="presParOf" srcId="{A3296045-7ECB-44B2-ABB9-3A836CA850A3}" destId="{EDAFD30F-5582-447D-8A26-41BA46777D57}" srcOrd="0" destOrd="0" presId="urn:microsoft.com/office/officeart/2018/2/layout/IconVerticalSolidList"/>
    <dgm:cxn modelId="{8A1F4B60-059F-4FFF-ADB7-EA08908E4323}" type="presParOf" srcId="{A3296045-7ECB-44B2-ABB9-3A836CA850A3}" destId="{70F258CB-8D16-4A44-AB25-6B3E58645655}" srcOrd="1" destOrd="0" presId="urn:microsoft.com/office/officeart/2018/2/layout/IconVerticalSolidList"/>
    <dgm:cxn modelId="{F211947D-2027-4436-A44B-2952EFAB5D45}" type="presParOf" srcId="{A3296045-7ECB-44B2-ABB9-3A836CA850A3}" destId="{22721754-409F-4127-AF0E-7268D6CCE9CD}" srcOrd="2" destOrd="0" presId="urn:microsoft.com/office/officeart/2018/2/layout/IconVerticalSolidList"/>
    <dgm:cxn modelId="{653F81BB-DE7D-4C5D-9A5A-B06B38EE25C4}" type="presParOf" srcId="{A3296045-7ECB-44B2-ABB9-3A836CA850A3}" destId="{0885E2EB-F551-453C-B64C-5C9009F51170}" srcOrd="3" destOrd="0" presId="urn:microsoft.com/office/officeart/2018/2/layout/IconVerticalSolidList"/>
    <dgm:cxn modelId="{986C218F-8067-4349-BE7B-93431B73AD2B}" type="presParOf" srcId="{758117FE-5B60-4E44-B839-DEA5606DA2A0}" destId="{9DF2BC28-7443-4441-B86B-527ACD361EC0}" srcOrd="1" destOrd="0" presId="urn:microsoft.com/office/officeart/2018/2/layout/IconVerticalSolidList"/>
    <dgm:cxn modelId="{A70A4B83-7038-45CE-9624-1873FA9391F6}" type="presParOf" srcId="{758117FE-5B60-4E44-B839-DEA5606DA2A0}" destId="{3831A4E0-F96B-432D-852F-34CE53260CEB}" srcOrd="2" destOrd="0" presId="urn:microsoft.com/office/officeart/2018/2/layout/IconVerticalSolidList"/>
    <dgm:cxn modelId="{076F1CD7-F158-4485-B243-DE886AD9D7F3}" type="presParOf" srcId="{3831A4E0-F96B-432D-852F-34CE53260CEB}" destId="{AF4A88C7-4BCF-428D-8B43-95BEBE000D32}" srcOrd="0" destOrd="0" presId="urn:microsoft.com/office/officeart/2018/2/layout/IconVerticalSolidList"/>
    <dgm:cxn modelId="{3A506D22-268C-42AB-865B-E2EBF8A69450}" type="presParOf" srcId="{3831A4E0-F96B-432D-852F-34CE53260CEB}" destId="{90698A08-A1EC-4B0D-A700-1E9D972B3452}" srcOrd="1" destOrd="0" presId="urn:microsoft.com/office/officeart/2018/2/layout/IconVerticalSolidList"/>
    <dgm:cxn modelId="{067B9456-0B4D-4686-9DFA-3C9522D7136C}" type="presParOf" srcId="{3831A4E0-F96B-432D-852F-34CE53260CEB}" destId="{24A0B068-409B-4189-A7EC-E13C4220701A}" srcOrd="2" destOrd="0" presId="urn:microsoft.com/office/officeart/2018/2/layout/IconVerticalSolidList"/>
    <dgm:cxn modelId="{C2BEFCCC-F724-4B4B-B6C1-7799558F2C68}" type="presParOf" srcId="{3831A4E0-F96B-432D-852F-34CE53260CEB}" destId="{9523D67D-10F5-4BEC-B8AA-08F27A1CAF62}" srcOrd="3" destOrd="0" presId="urn:microsoft.com/office/officeart/2018/2/layout/IconVerticalSolidList"/>
    <dgm:cxn modelId="{3D9869BA-22EC-4586-810D-E87F1C6BAABC}" type="presParOf" srcId="{758117FE-5B60-4E44-B839-DEA5606DA2A0}" destId="{0948C8F7-B655-4820-9BD3-7DC0BBB83FFB}" srcOrd="3" destOrd="0" presId="urn:microsoft.com/office/officeart/2018/2/layout/IconVerticalSolidList"/>
    <dgm:cxn modelId="{09160488-A3D0-4972-8C83-CFDCBD11C165}" type="presParOf" srcId="{758117FE-5B60-4E44-B839-DEA5606DA2A0}" destId="{E4D37DAD-8D22-46D4-A562-C7E1C173BDB4}" srcOrd="4" destOrd="0" presId="urn:microsoft.com/office/officeart/2018/2/layout/IconVerticalSolidList"/>
    <dgm:cxn modelId="{CC9B7890-2679-4020-A891-70C2DA3DD9BF}" type="presParOf" srcId="{E4D37DAD-8D22-46D4-A562-C7E1C173BDB4}" destId="{9897BDF4-6067-4B35-9E92-5B1D1DBB8F30}" srcOrd="0" destOrd="0" presId="urn:microsoft.com/office/officeart/2018/2/layout/IconVerticalSolidList"/>
    <dgm:cxn modelId="{48801C60-BA14-4BDF-9DF2-9F746A1C4416}" type="presParOf" srcId="{E4D37DAD-8D22-46D4-A562-C7E1C173BDB4}" destId="{823DEECF-5ADD-4053-8B2E-272628323600}" srcOrd="1" destOrd="0" presId="urn:microsoft.com/office/officeart/2018/2/layout/IconVerticalSolidList"/>
    <dgm:cxn modelId="{D1C0ADE3-582F-4AC8-8664-9B55E86A8A4B}" type="presParOf" srcId="{E4D37DAD-8D22-46D4-A562-C7E1C173BDB4}" destId="{229BE707-460B-45DC-A743-BBDE7E5D04E9}" srcOrd="2" destOrd="0" presId="urn:microsoft.com/office/officeart/2018/2/layout/IconVerticalSolidList"/>
    <dgm:cxn modelId="{DEEC59B5-C99D-4EE8-82B7-89E5BA8B7588}" type="presParOf" srcId="{E4D37DAD-8D22-46D4-A562-C7E1C173BDB4}" destId="{0EEA3DC7-525C-465D-8B58-CF10B3071091}" srcOrd="3" destOrd="0" presId="urn:microsoft.com/office/officeart/2018/2/layout/IconVerticalSolidList"/>
    <dgm:cxn modelId="{2195DC71-DB6B-4266-8F4B-04DF320A0F79}" type="presParOf" srcId="{758117FE-5B60-4E44-B839-DEA5606DA2A0}" destId="{EFFC3BBD-58A2-4EBA-BC44-BB6D705B8BB3}" srcOrd="5" destOrd="0" presId="urn:microsoft.com/office/officeart/2018/2/layout/IconVerticalSolidList"/>
    <dgm:cxn modelId="{A43A09EE-3331-40C4-937C-C4F26BFD9E58}" type="presParOf" srcId="{758117FE-5B60-4E44-B839-DEA5606DA2A0}" destId="{87C13C5D-844B-47D4-BC93-5A3148A6C02B}" srcOrd="6" destOrd="0" presId="urn:microsoft.com/office/officeart/2018/2/layout/IconVerticalSolidList"/>
    <dgm:cxn modelId="{4D7466CE-EABE-4537-B89C-F14BDFFF6DE5}" type="presParOf" srcId="{87C13C5D-844B-47D4-BC93-5A3148A6C02B}" destId="{275D765D-2552-47E8-8855-9FFAE83BBD98}" srcOrd="0" destOrd="0" presId="urn:microsoft.com/office/officeart/2018/2/layout/IconVerticalSolidList"/>
    <dgm:cxn modelId="{B916316C-1723-4FC3-865C-C0A7874466BC}" type="presParOf" srcId="{87C13C5D-844B-47D4-BC93-5A3148A6C02B}" destId="{6995E69C-585A-4B47-8F24-655D5AE024DC}" srcOrd="1" destOrd="0" presId="urn:microsoft.com/office/officeart/2018/2/layout/IconVerticalSolidList"/>
    <dgm:cxn modelId="{1FC0594F-428E-4B34-84C9-B77F064180D9}" type="presParOf" srcId="{87C13C5D-844B-47D4-BC93-5A3148A6C02B}" destId="{1D9352EB-19B9-406E-8728-D04BC24662C8}" srcOrd="2" destOrd="0" presId="urn:microsoft.com/office/officeart/2018/2/layout/IconVerticalSolidList"/>
    <dgm:cxn modelId="{B82F2B7E-E605-4E78-9848-8BA3CE9331C4}" type="presParOf" srcId="{87C13C5D-844B-47D4-BC93-5A3148A6C02B}" destId="{3DD9E347-0329-4FF3-854A-3CF57E844F2E}" srcOrd="3" destOrd="0" presId="urn:microsoft.com/office/officeart/2018/2/layout/IconVerticalSolidList"/>
    <dgm:cxn modelId="{41964BB1-48BA-4774-B15C-CE871911E9FE}" type="presParOf" srcId="{758117FE-5B60-4E44-B839-DEA5606DA2A0}" destId="{E699B421-FE31-4E45-82EB-7DBC14ED234F}" srcOrd="7" destOrd="0" presId="urn:microsoft.com/office/officeart/2018/2/layout/IconVerticalSolidList"/>
    <dgm:cxn modelId="{7528DD49-1CC8-48E9-BE49-E64E3A25896C}" type="presParOf" srcId="{758117FE-5B60-4E44-B839-DEA5606DA2A0}" destId="{AC695F1F-39EE-4B20-B0EE-C8691B588D51}" srcOrd="8" destOrd="0" presId="urn:microsoft.com/office/officeart/2018/2/layout/IconVerticalSolidList"/>
    <dgm:cxn modelId="{5F9C9AB1-E1CC-439B-A571-055BEDFBE89D}" type="presParOf" srcId="{AC695F1F-39EE-4B20-B0EE-C8691B588D51}" destId="{DA889D94-C985-4763-AF16-116958960EFE}" srcOrd="0" destOrd="0" presId="urn:microsoft.com/office/officeart/2018/2/layout/IconVerticalSolidList"/>
    <dgm:cxn modelId="{4C2C1592-5A1A-4094-84D1-4EE2DDC4E70B}" type="presParOf" srcId="{AC695F1F-39EE-4B20-B0EE-C8691B588D51}" destId="{A45F652B-3DC0-440F-9B3C-5906B8CC97DE}" srcOrd="1" destOrd="0" presId="urn:microsoft.com/office/officeart/2018/2/layout/IconVerticalSolidList"/>
    <dgm:cxn modelId="{B89B661D-7243-433F-88C7-7EE36D3E525E}" type="presParOf" srcId="{AC695F1F-39EE-4B20-B0EE-C8691B588D51}" destId="{056213DB-FF3A-4A23-ADAA-607D1B30F952}" srcOrd="2" destOrd="0" presId="urn:microsoft.com/office/officeart/2018/2/layout/IconVerticalSolidList"/>
    <dgm:cxn modelId="{1E933BFB-3C7C-433F-894E-E6F151AD46F3}" type="presParOf" srcId="{AC695F1F-39EE-4B20-B0EE-C8691B588D51}" destId="{76C2FD37-B4BA-42C6-9D3A-7F78F3A198F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12E8C36-6645-455D-B936-66AEA5D6F13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249863A-9462-444F-842E-ECC7EA30A813}">
      <dgm:prSet/>
      <dgm:spPr/>
      <dgm:t>
        <a:bodyPr/>
        <a:lstStyle/>
        <a:p>
          <a:pPr>
            <a:lnSpc>
              <a:spcPct val="100000"/>
            </a:lnSpc>
          </a:pPr>
          <a:r>
            <a:rPr lang="en-GB"/>
            <a:t>Helps developers keep track of changes to a project’s code (as well as supplemental files and documentation) over the entire course of a project’s evolution.</a:t>
          </a:r>
          <a:endParaRPr lang="en-US"/>
        </a:p>
      </dgm:t>
    </dgm:pt>
    <dgm:pt modelId="{D24F5F08-4567-4EBB-A204-7A7CE1497AAD}" type="parTrans" cxnId="{788F7447-10A8-4427-9A23-375FABC935AE}">
      <dgm:prSet/>
      <dgm:spPr/>
      <dgm:t>
        <a:bodyPr/>
        <a:lstStyle/>
        <a:p>
          <a:endParaRPr lang="en-US"/>
        </a:p>
      </dgm:t>
    </dgm:pt>
    <dgm:pt modelId="{D3F345D4-A701-4803-A90D-85130CA8A884}" type="sibTrans" cxnId="{788F7447-10A8-4427-9A23-375FABC935AE}">
      <dgm:prSet/>
      <dgm:spPr/>
      <dgm:t>
        <a:bodyPr/>
        <a:lstStyle/>
        <a:p>
          <a:endParaRPr lang="en-US"/>
        </a:p>
      </dgm:t>
    </dgm:pt>
    <dgm:pt modelId="{BB443289-6980-45ED-AB36-15856C9B8F65}">
      <dgm:prSet/>
      <dgm:spPr/>
      <dgm:t>
        <a:bodyPr/>
        <a:lstStyle/>
        <a:p>
          <a:pPr>
            <a:lnSpc>
              <a:spcPct val="100000"/>
            </a:lnSpc>
          </a:pPr>
          <a:r>
            <a:rPr lang="en-GB"/>
            <a:t>Revisions to a project’s files can be tracked, including contributions made by different people.</a:t>
          </a:r>
          <a:endParaRPr lang="en-US"/>
        </a:p>
      </dgm:t>
    </dgm:pt>
    <dgm:pt modelId="{F2C6D728-EF7E-4370-BA63-5E951C908B6E}" type="parTrans" cxnId="{7FAA83E7-F33A-47B0-A628-F1F93A6C64C4}">
      <dgm:prSet/>
      <dgm:spPr/>
      <dgm:t>
        <a:bodyPr/>
        <a:lstStyle/>
        <a:p>
          <a:endParaRPr lang="en-US"/>
        </a:p>
      </dgm:t>
    </dgm:pt>
    <dgm:pt modelId="{F0B830DC-9BF8-46E7-BF51-10493DD8A6B3}" type="sibTrans" cxnId="{7FAA83E7-F33A-47B0-A628-F1F93A6C64C4}">
      <dgm:prSet/>
      <dgm:spPr/>
      <dgm:t>
        <a:bodyPr/>
        <a:lstStyle/>
        <a:p>
          <a:endParaRPr lang="en-US"/>
        </a:p>
      </dgm:t>
    </dgm:pt>
    <dgm:pt modelId="{792EDC61-A740-40FD-A920-B4FB03D552F0}">
      <dgm:prSet/>
      <dgm:spPr/>
      <dgm:t>
        <a:bodyPr/>
        <a:lstStyle/>
        <a:p>
          <a:pPr>
            <a:lnSpc>
              <a:spcPct val="100000"/>
            </a:lnSpc>
          </a:pPr>
          <a:r>
            <a:rPr lang="en-GB"/>
            <a:t>Undesirable changes (like errors or bugs) can be reverted at any time.</a:t>
          </a:r>
          <a:endParaRPr lang="en-US"/>
        </a:p>
      </dgm:t>
    </dgm:pt>
    <dgm:pt modelId="{961463F9-3C53-40B5-923A-AD6374B589CC}" type="parTrans" cxnId="{4A810855-FA98-4C2A-AFD4-EF13649A6569}">
      <dgm:prSet/>
      <dgm:spPr/>
      <dgm:t>
        <a:bodyPr/>
        <a:lstStyle/>
        <a:p>
          <a:endParaRPr lang="en-US"/>
        </a:p>
      </dgm:t>
    </dgm:pt>
    <dgm:pt modelId="{5FEE164F-9BFA-4BE6-8127-A8454632E32E}" type="sibTrans" cxnId="{4A810855-FA98-4C2A-AFD4-EF13649A6569}">
      <dgm:prSet/>
      <dgm:spPr/>
      <dgm:t>
        <a:bodyPr/>
        <a:lstStyle/>
        <a:p>
          <a:endParaRPr lang="en-US"/>
        </a:p>
      </dgm:t>
    </dgm:pt>
    <dgm:pt modelId="{A86327F5-CCBA-4285-87CB-F38B9274030F}" type="pres">
      <dgm:prSet presAssocID="{912E8C36-6645-455D-B936-66AEA5D6F133}" presName="root" presStyleCnt="0">
        <dgm:presLayoutVars>
          <dgm:dir/>
          <dgm:resizeHandles val="exact"/>
        </dgm:presLayoutVars>
      </dgm:prSet>
      <dgm:spPr/>
    </dgm:pt>
    <dgm:pt modelId="{10BD95F0-69BD-49CE-AC28-862CE32D1D43}" type="pres">
      <dgm:prSet presAssocID="{C249863A-9462-444F-842E-ECC7EA30A813}" presName="compNode" presStyleCnt="0"/>
      <dgm:spPr/>
    </dgm:pt>
    <dgm:pt modelId="{0719316C-C1F0-4417-9845-5579582B6F29}" type="pres">
      <dgm:prSet presAssocID="{C249863A-9462-444F-842E-ECC7EA30A813}" presName="bgRect" presStyleLbl="bgShp" presStyleIdx="0" presStyleCnt="3"/>
      <dgm:spPr/>
    </dgm:pt>
    <dgm:pt modelId="{CB34E77B-BB87-4B32-8045-65898FF82939}" type="pres">
      <dgm:prSet presAssocID="{C249863A-9462-444F-842E-ECC7EA30A81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Folder"/>
        </a:ext>
      </dgm:extLst>
    </dgm:pt>
    <dgm:pt modelId="{15615D06-52C5-4386-BA0D-7C6F079E22AC}" type="pres">
      <dgm:prSet presAssocID="{C249863A-9462-444F-842E-ECC7EA30A813}" presName="spaceRect" presStyleCnt="0"/>
      <dgm:spPr/>
    </dgm:pt>
    <dgm:pt modelId="{02A3C401-BF7E-4E6B-A933-6C2EB91F1D49}" type="pres">
      <dgm:prSet presAssocID="{C249863A-9462-444F-842E-ECC7EA30A813}" presName="parTx" presStyleLbl="revTx" presStyleIdx="0" presStyleCnt="3">
        <dgm:presLayoutVars>
          <dgm:chMax val="0"/>
          <dgm:chPref val="0"/>
        </dgm:presLayoutVars>
      </dgm:prSet>
      <dgm:spPr/>
    </dgm:pt>
    <dgm:pt modelId="{ACA268BD-0254-44DD-BEE8-E005C13019C1}" type="pres">
      <dgm:prSet presAssocID="{D3F345D4-A701-4803-A90D-85130CA8A884}" presName="sibTrans" presStyleCnt="0"/>
      <dgm:spPr/>
    </dgm:pt>
    <dgm:pt modelId="{8FC54E3B-38A7-4BCA-A68E-93EB0186AEFE}" type="pres">
      <dgm:prSet presAssocID="{BB443289-6980-45ED-AB36-15856C9B8F65}" presName="compNode" presStyleCnt="0"/>
      <dgm:spPr/>
    </dgm:pt>
    <dgm:pt modelId="{D6649823-493B-45FF-AC3A-7B8CCAB6C11F}" type="pres">
      <dgm:prSet presAssocID="{BB443289-6980-45ED-AB36-15856C9B8F65}" presName="bgRect" presStyleLbl="bgShp" presStyleIdx="1" presStyleCnt="3"/>
      <dgm:spPr/>
    </dgm:pt>
    <dgm:pt modelId="{81AB5A5F-C471-455F-99A1-94D5FC2301CC}" type="pres">
      <dgm:prSet presAssocID="{BB443289-6980-45ED-AB36-15856C9B8F6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ument"/>
        </a:ext>
      </dgm:extLst>
    </dgm:pt>
    <dgm:pt modelId="{A2407D9B-2B0C-46E4-8452-A41B00929B5A}" type="pres">
      <dgm:prSet presAssocID="{BB443289-6980-45ED-AB36-15856C9B8F65}" presName="spaceRect" presStyleCnt="0"/>
      <dgm:spPr/>
    </dgm:pt>
    <dgm:pt modelId="{45AEBD0A-76F0-4E00-BF68-865589BE41B9}" type="pres">
      <dgm:prSet presAssocID="{BB443289-6980-45ED-AB36-15856C9B8F65}" presName="parTx" presStyleLbl="revTx" presStyleIdx="1" presStyleCnt="3">
        <dgm:presLayoutVars>
          <dgm:chMax val="0"/>
          <dgm:chPref val="0"/>
        </dgm:presLayoutVars>
      </dgm:prSet>
      <dgm:spPr/>
    </dgm:pt>
    <dgm:pt modelId="{73837F5E-5026-44FF-B24F-BCAA58A38574}" type="pres">
      <dgm:prSet presAssocID="{F0B830DC-9BF8-46E7-BF51-10493DD8A6B3}" presName="sibTrans" presStyleCnt="0"/>
      <dgm:spPr/>
    </dgm:pt>
    <dgm:pt modelId="{F0F53BF6-DB35-438D-947A-EF78B76F50E4}" type="pres">
      <dgm:prSet presAssocID="{792EDC61-A740-40FD-A920-B4FB03D552F0}" presName="compNode" presStyleCnt="0"/>
      <dgm:spPr/>
    </dgm:pt>
    <dgm:pt modelId="{6C67172F-FF19-4223-B9B6-46C2CE07BFF8}" type="pres">
      <dgm:prSet presAssocID="{792EDC61-A740-40FD-A920-B4FB03D552F0}" presName="bgRect" presStyleLbl="bgShp" presStyleIdx="2" presStyleCnt="3"/>
      <dgm:spPr/>
    </dgm:pt>
    <dgm:pt modelId="{1BF142F9-DAE5-475C-98C2-E9FAC847C71A}" type="pres">
      <dgm:prSet presAssocID="{792EDC61-A740-40FD-A920-B4FB03D552F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rasshopper"/>
        </a:ext>
      </dgm:extLst>
    </dgm:pt>
    <dgm:pt modelId="{7DAB02FF-DEE0-4C5B-A3B4-F84EC0148EF4}" type="pres">
      <dgm:prSet presAssocID="{792EDC61-A740-40FD-A920-B4FB03D552F0}" presName="spaceRect" presStyleCnt="0"/>
      <dgm:spPr/>
    </dgm:pt>
    <dgm:pt modelId="{43263599-3B9C-46E0-B399-40BA71506653}" type="pres">
      <dgm:prSet presAssocID="{792EDC61-A740-40FD-A920-B4FB03D552F0}" presName="parTx" presStyleLbl="revTx" presStyleIdx="2" presStyleCnt="3">
        <dgm:presLayoutVars>
          <dgm:chMax val="0"/>
          <dgm:chPref val="0"/>
        </dgm:presLayoutVars>
      </dgm:prSet>
      <dgm:spPr/>
    </dgm:pt>
  </dgm:ptLst>
  <dgm:cxnLst>
    <dgm:cxn modelId="{D677B419-BE07-48B4-9962-208027536899}" type="presOf" srcId="{C249863A-9462-444F-842E-ECC7EA30A813}" destId="{02A3C401-BF7E-4E6B-A933-6C2EB91F1D49}" srcOrd="0" destOrd="0" presId="urn:microsoft.com/office/officeart/2018/2/layout/IconVerticalSolidList"/>
    <dgm:cxn modelId="{788F7447-10A8-4427-9A23-375FABC935AE}" srcId="{912E8C36-6645-455D-B936-66AEA5D6F133}" destId="{C249863A-9462-444F-842E-ECC7EA30A813}" srcOrd="0" destOrd="0" parTransId="{D24F5F08-4567-4EBB-A204-7A7CE1497AAD}" sibTransId="{D3F345D4-A701-4803-A90D-85130CA8A884}"/>
    <dgm:cxn modelId="{4A810855-FA98-4C2A-AFD4-EF13649A6569}" srcId="{912E8C36-6645-455D-B936-66AEA5D6F133}" destId="{792EDC61-A740-40FD-A920-B4FB03D552F0}" srcOrd="2" destOrd="0" parTransId="{961463F9-3C53-40B5-923A-AD6374B589CC}" sibTransId="{5FEE164F-9BFA-4BE6-8127-A8454632E32E}"/>
    <dgm:cxn modelId="{53301286-7C00-4FC2-AAB6-B2A9CDAC619D}" type="presOf" srcId="{BB443289-6980-45ED-AB36-15856C9B8F65}" destId="{45AEBD0A-76F0-4E00-BF68-865589BE41B9}" srcOrd="0" destOrd="0" presId="urn:microsoft.com/office/officeart/2018/2/layout/IconVerticalSolidList"/>
    <dgm:cxn modelId="{DA6D86CC-922F-4E05-BE15-F9B5823C0172}" type="presOf" srcId="{912E8C36-6645-455D-B936-66AEA5D6F133}" destId="{A86327F5-CCBA-4285-87CB-F38B9274030F}" srcOrd="0" destOrd="0" presId="urn:microsoft.com/office/officeart/2018/2/layout/IconVerticalSolidList"/>
    <dgm:cxn modelId="{884213D4-023C-4065-AD4C-D2353E5D3D08}" type="presOf" srcId="{792EDC61-A740-40FD-A920-B4FB03D552F0}" destId="{43263599-3B9C-46E0-B399-40BA71506653}" srcOrd="0" destOrd="0" presId="urn:microsoft.com/office/officeart/2018/2/layout/IconVerticalSolidList"/>
    <dgm:cxn modelId="{7FAA83E7-F33A-47B0-A628-F1F93A6C64C4}" srcId="{912E8C36-6645-455D-B936-66AEA5D6F133}" destId="{BB443289-6980-45ED-AB36-15856C9B8F65}" srcOrd="1" destOrd="0" parTransId="{F2C6D728-EF7E-4370-BA63-5E951C908B6E}" sibTransId="{F0B830DC-9BF8-46E7-BF51-10493DD8A6B3}"/>
    <dgm:cxn modelId="{746AA88D-8806-4345-93E6-174ADE845CCA}" type="presParOf" srcId="{A86327F5-CCBA-4285-87CB-F38B9274030F}" destId="{10BD95F0-69BD-49CE-AC28-862CE32D1D43}" srcOrd="0" destOrd="0" presId="urn:microsoft.com/office/officeart/2018/2/layout/IconVerticalSolidList"/>
    <dgm:cxn modelId="{17DA5258-0A19-4A37-9349-2164C546D9B5}" type="presParOf" srcId="{10BD95F0-69BD-49CE-AC28-862CE32D1D43}" destId="{0719316C-C1F0-4417-9845-5579582B6F29}" srcOrd="0" destOrd="0" presId="urn:microsoft.com/office/officeart/2018/2/layout/IconVerticalSolidList"/>
    <dgm:cxn modelId="{DEF74A56-B00C-4140-96A5-F49F88DF53DE}" type="presParOf" srcId="{10BD95F0-69BD-49CE-AC28-862CE32D1D43}" destId="{CB34E77B-BB87-4B32-8045-65898FF82939}" srcOrd="1" destOrd="0" presId="urn:microsoft.com/office/officeart/2018/2/layout/IconVerticalSolidList"/>
    <dgm:cxn modelId="{1E17CC6E-FF72-4E9A-A045-B0C8C1BA5FBD}" type="presParOf" srcId="{10BD95F0-69BD-49CE-AC28-862CE32D1D43}" destId="{15615D06-52C5-4386-BA0D-7C6F079E22AC}" srcOrd="2" destOrd="0" presId="urn:microsoft.com/office/officeart/2018/2/layout/IconVerticalSolidList"/>
    <dgm:cxn modelId="{330D6745-646A-448E-848A-25B104DCB7F5}" type="presParOf" srcId="{10BD95F0-69BD-49CE-AC28-862CE32D1D43}" destId="{02A3C401-BF7E-4E6B-A933-6C2EB91F1D49}" srcOrd="3" destOrd="0" presId="urn:microsoft.com/office/officeart/2018/2/layout/IconVerticalSolidList"/>
    <dgm:cxn modelId="{8F68DCB4-C450-4442-8D5F-7926F636084F}" type="presParOf" srcId="{A86327F5-CCBA-4285-87CB-F38B9274030F}" destId="{ACA268BD-0254-44DD-BEE8-E005C13019C1}" srcOrd="1" destOrd="0" presId="urn:microsoft.com/office/officeart/2018/2/layout/IconVerticalSolidList"/>
    <dgm:cxn modelId="{D3C03E58-FFB8-4AD4-8668-4AF9FBB32A1D}" type="presParOf" srcId="{A86327F5-CCBA-4285-87CB-F38B9274030F}" destId="{8FC54E3B-38A7-4BCA-A68E-93EB0186AEFE}" srcOrd="2" destOrd="0" presId="urn:microsoft.com/office/officeart/2018/2/layout/IconVerticalSolidList"/>
    <dgm:cxn modelId="{C6D28EC8-BB13-44D7-B350-AD6E9E59694C}" type="presParOf" srcId="{8FC54E3B-38A7-4BCA-A68E-93EB0186AEFE}" destId="{D6649823-493B-45FF-AC3A-7B8CCAB6C11F}" srcOrd="0" destOrd="0" presId="urn:microsoft.com/office/officeart/2018/2/layout/IconVerticalSolidList"/>
    <dgm:cxn modelId="{767F188E-072E-4164-908C-C39D475B0929}" type="presParOf" srcId="{8FC54E3B-38A7-4BCA-A68E-93EB0186AEFE}" destId="{81AB5A5F-C471-455F-99A1-94D5FC2301CC}" srcOrd="1" destOrd="0" presId="urn:microsoft.com/office/officeart/2018/2/layout/IconVerticalSolidList"/>
    <dgm:cxn modelId="{3BA0E904-AABB-453B-9594-157F1F6F5B29}" type="presParOf" srcId="{8FC54E3B-38A7-4BCA-A68E-93EB0186AEFE}" destId="{A2407D9B-2B0C-46E4-8452-A41B00929B5A}" srcOrd="2" destOrd="0" presId="urn:microsoft.com/office/officeart/2018/2/layout/IconVerticalSolidList"/>
    <dgm:cxn modelId="{4E4CB7A7-9188-4EF2-BD0C-D8B32C001003}" type="presParOf" srcId="{8FC54E3B-38A7-4BCA-A68E-93EB0186AEFE}" destId="{45AEBD0A-76F0-4E00-BF68-865589BE41B9}" srcOrd="3" destOrd="0" presId="urn:microsoft.com/office/officeart/2018/2/layout/IconVerticalSolidList"/>
    <dgm:cxn modelId="{7244FB9E-CF23-4F4A-89F7-7FFE3DC4FD93}" type="presParOf" srcId="{A86327F5-CCBA-4285-87CB-F38B9274030F}" destId="{73837F5E-5026-44FF-B24F-BCAA58A38574}" srcOrd="3" destOrd="0" presId="urn:microsoft.com/office/officeart/2018/2/layout/IconVerticalSolidList"/>
    <dgm:cxn modelId="{81F3DED4-98E2-4B66-90F8-879C323EA743}" type="presParOf" srcId="{A86327F5-CCBA-4285-87CB-F38B9274030F}" destId="{F0F53BF6-DB35-438D-947A-EF78B76F50E4}" srcOrd="4" destOrd="0" presId="urn:microsoft.com/office/officeart/2018/2/layout/IconVerticalSolidList"/>
    <dgm:cxn modelId="{E729DA89-A0F8-49AA-BC98-9485AD5BB7DA}" type="presParOf" srcId="{F0F53BF6-DB35-438D-947A-EF78B76F50E4}" destId="{6C67172F-FF19-4223-B9B6-46C2CE07BFF8}" srcOrd="0" destOrd="0" presId="urn:microsoft.com/office/officeart/2018/2/layout/IconVerticalSolidList"/>
    <dgm:cxn modelId="{4EE2979D-BA13-4AAD-BB65-5A0BA39524E9}" type="presParOf" srcId="{F0F53BF6-DB35-438D-947A-EF78B76F50E4}" destId="{1BF142F9-DAE5-475C-98C2-E9FAC847C71A}" srcOrd="1" destOrd="0" presId="urn:microsoft.com/office/officeart/2018/2/layout/IconVerticalSolidList"/>
    <dgm:cxn modelId="{A88216ED-0FE0-4651-B03E-A91859950EF6}" type="presParOf" srcId="{F0F53BF6-DB35-438D-947A-EF78B76F50E4}" destId="{7DAB02FF-DEE0-4C5B-A3B4-F84EC0148EF4}" srcOrd="2" destOrd="0" presId="urn:microsoft.com/office/officeart/2018/2/layout/IconVerticalSolidList"/>
    <dgm:cxn modelId="{B70738A5-7B25-49B1-A0D5-F10A3FAF08A0}" type="presParOf" srcId="{F0F53BF6-DB35-438D-947A-EF78B76F50E4}" destId="{43263599-3B9C-46E0-B399-40BA7150665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19556F8-F002-4559-874F-06D5A7F2444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ADE5E95-B10F-47DD-9949-718E01A554A9}">
      <dgm:prSet/>
      <dgm:spPr/>
      <dgm:t>
        <a:bodyPr/>
        <a:lstStyle/>
        <a:p>
          <a:r>
            <a:rPr lang="en-GB"/>
            <a:t>A list of any code dependencies the software has</a:t>
          </a:r>
          <a:endParaRPr lang="en-US"/>
        </a:p>
      </dgm:t>
    </dgm:pt>
    <dgm:pt modelId="{3D977CF1-BBF6-4973-A705-53BBC1C472A8}" type="parTrans" cxnId="{030D23D6-76AA-4C36-9C6F-DAE3A4ECAEED}">
      <dgm:prSet/>
      <dgm:spPr/>
      <dgm:t>
        <a:bodyPr/>
        <a:lstStyle/>
        <a:p>
          <a:endParaRPr lang="en-US"/>
        </a:p>
      </dgm:t>
    </dgm:pt>
    <dgm:pt modelId="{0C5352DD-0DE6-47FE-AC03-E5AE3155DF21}" type="sibTrans" cxnId="{030D23D6-76AA-4C36-9C6F-DAE3A4ECAEED}">
      <dgm:prSet/>
      <dgm:spPr/>
      <dgm:t>
        <a:bodyPr/>
        <a:lstStyle/>
        <a:p>
          <a:endParaRPr lang="en-US"/>
        </a:p>
      </dgm:t>
    </dgm:pt>
    <dgm:pt modelId="{C7396FBD-7E30-4266-860C-3B8FB65FC837}">
      <dgm:prSet/>
      <dgm:spPr/>
      <dgm:t>
        <a:bodyPr/>
        <a:lstStyle/>
        <a:p>
          <a:r>
            <a:rPr lang="en-GB"/>
            <a:t>How to install and a brief description of how to run the software.</a:t>
          </a:r>
          <a:endParaRPr lang="en-US"/>
        </a:p>
      </dgm:t>
    </dgm:pt>
    <dgm:pt modelId="{E25D271A-3795-428A-8F01-DBFB91D01AD0}" type="parTrans" cxnId="{4DB04B38-A4EA-43F0-A803-BF2FC289E58D}">
      <dgm:prSet/>
      <dgm:spPr/>
      <dgm:t>
        <a:bodyPr/>
        <a:lstStyle/>
        <a:p>
          <a:endParaRPr lang="en-US"/>
        </a:p>
      </dgm:t>
    </dgm:pt>
    <dgm:pt modelId="{AFAEF69B-FA8E-449F-8ED3-1B39914AA334}" type="sibTrans" cxnId="{4DB04B38-A4EA-43F0-A803-BF2FC289E58D}">
      <dgm:prSet/>
      <dgm:spPr/>
      <dgm:t>
        <a:bodyPr/>
        <a:lstStyle/>
        <a:p>
          <a:endParaRPr lang="en-US"/>
        </a:p>
      </dgm:t>
    </dgm:pt>
    <dgm:pt modelId="{D9E272CD-A52A-44F7-8AB9-DDA8BCF421E3}">
      <dgm:prSet/>
      <dgm:spPr/>
      <dgm:t>
        <a:bodyPr/>
        <a:lstStyle/>
        <a:p>
          <a:r>
            <a:rPr lang="en-GB"/>
            <a:t>Detailed description of the software, especially if there is no external documentation.</a:t>
          </a:r>
          <a:endParaRPr lang="en-US"/>
        </a:p>
      </dgm:t>
    </dgm:pt>
    <dgm:pt modelId="{395EF5E2-D03E-4EED-8A2D-238D1D251AFE}" type="parTrans" cxnId="{D4FB213C-56D2-4B19-A83D-B9482D0058B9}">
      <dgm:prSet/>
      <dgm:spPr/>
      <dgm:t>
        <a:bodyPr/>
        <a:lstStyle/>
        <a:p>
          <a:endParaRPr lang="en-US"/>
        </a:p>
      </dgm:t>
    </dgm:pt>
    <dgm:pt modelId="{5E52093F-295C-4797-B661-F901461BB817}" type="sibTrans" cxnId="{D4FB213C-56D2-4B19-A83D-B9482D0058B9}">
      <dgm:prSet/>
      <dgm:spPr/>
      <dgm:t>
        <a:bodyPr/>
        <a:lstStyle/>
        <a:p>
          <a:endParaRPr lang="en-US"/>
        </a:p>
      </dgm:t>
    </dgm:pt>
    <dgm:pt modelId="{73D4FF40-A647-49A9-8843-7BB1283288C1}">
      <dgm:prSet/>
      <dgm:spPr/>
      <dgm:t>
        <a:bodyPr/>
        <a:lstStyle/>
        <a:p>
          <a:r>
            <a:rPr lang="en-GB"/>
            <a:t>Examples of how to use the software.</a:t>
          </a:r>
          <a:endParaRPr lang="en-US"/>
        </a:p>
      </dgm:t>
    </dgm:pt>
    <dgm:pt modelId="{8029253F-4854-4ADF-A36D-B2CC98AF6C11}" type="parTrans" cxnId="{01F02978-52BF-4452-ADCC-AD13AD17CA77}">
      <dgm:prSet/>
      <dgm:spPr/>
      <dgm:t>
        <a:bodyPr/>
        <a:lstStyle/>
        <a:p>
          <a:endParaRPr lang="en-US"/>
        </a:p>
      </dgm:t>
    </dgm:pt>
    <dgm:pt modelId="{56414944-CBFF-4AB0-89A7-EE18C677E179}" type="sibTrans" cxnId="{01F02978-52BF-4452-ADCC-AD13AD17CA77}">
      <dgm:prSet/>
      <dgm:spPr/>
      <dgm:t>
        <a:bodyPr/>
        <a:lstStyle/>
        <a:p>
          <a:endParaRPr lang="en-US"/>
        </a:p>
      </dgm:t>
    </dgm:pt>
    <dgm:pt modelId="{7D9AAA84-98DF-470D-9222-FEC738C1891A}">
      <dgm:prSet/>
      <dgm:spPr/>
      <dgm:t>
        <a:bodyPr/>
        <a:lstStyle/>
        <a:p>
          <a:r>
            <a:rPr lang="en-GB"/>
            <a:t>Acknowledgement of team members or sources of support.</a:t>
          </a:r>
          <a:endParaRPr lang="en-US"/>
        </a:p>
      </dgm:t>
    </dgm:pt>
    <dgm:pt modelId="{C7F5CC4F-4EDB-438D-8821-9B4B70458B78}" type="parTrans" cxnId="{EBB1B058-2B00-4A33-856A-714C597A7649}">
      <dgm:prSet/>
      <dgm:spPr/>
      <dgm:t>
        <a:bodyPr/>
        <a:lstStyle/>
        <a:p>
          <a:endParaRPr lang="en-US"/>
        </a:p>
      </dgm:t>
    </dgm:pt>
    <dgm:pt modelId="{3D8708FA-A8F4-44C9-BCFC-F00CD29FE11D}" type="sibTrans" cxnId="{EBB1B058-2B00-4A33-856A-714C597A7649}">
      <dgm:prSet/>
      <dgm:spPr/>
      <dgm:t>
        <a:bodyPr/>
        <a:lstStyle/>
        <a:p>
          <a:endParaRPr lang="en-US"/>
        </a:p>
      </dgm:t>
    </dgm:pt>
    <dgm:pt modelId="{A71F92A9-8B5E-7A4B-8988-1C93C9C9B05E}" type="pres">
      <dgm:prSet presAssocID="{919556F8-F002-4559-874F-06D5A7F2444B}" presName="vert0" presStyleCnt="0">
        <dgm:presLayoutVars>
          <dgm:dir/>
          <dgm:animOne val="branch"/>
          <dgm:animLvl val="lvl"/>
        </dgm:presLayoutVars>
      </dgm:prSet>
      <dgm:spPr/>
    </dgm:pt>
    <dgm:pt modelId="{15F463FB-1C46-B044-82B5-4113244B342A}" type="pres">
      <dgm:prSet presAssocID="{0ADE5E95-B10F-47DD-9949-718E01A554A9}" presName="thickLine" presStyleLbl="alignNode1" presStyleIdx="0" presStyleCnt="5"/>
      <dgm:spPr/>
    </dgm:pt>
    <dgm:pt modelId="{E1C4805C-5CEE-9045-A951-72370CA2B0C3}" type="pres">
      <dgm:prSet presAssocID="{0ADE5E95-B10F-47DD-9949-718E01A554A9}" presName="horz1" presStyleCnt="0"/>
      <dgm:spPr/>
    </dgm:pt>
    <dgm:pt modelId="{FF88D06F-1813-E941-AE20-8C117790DF1B}" type="pres">
      <dgm:prSet presAssocID="{0ADE5E95-B10F-47DD-9949-718E01A554A9}" presName="tx1" presStyleLbl="revTx" presStyleIdx="0" presStyleCnt="5"/>
      <dgm:spPr/>
    </dgm:pt>
    <dgm:pt modelId="{E1FAB603-F4B4-2B42-B127-5811F641821C}" type="pres">
      <dgm:prSet presAssocID="{0ADE5E95-B10F-47DD-9949-718E01A554A9}" presName="vert1" presStyleCnt="0"/>
      <dgm:spPr/>
    </dgm:pt>
    <dgm:pt modelId="{4B6BF3BE-570D-2E4F-8486-0D1DF4E57E43}" type="pres">
      <dgm:prSet presAssocID="{C7396FBD-7E30-4266-860C-3B8FB65FC837}" presName="thickLine" presStyleLbl="alignNode1" presStyleIdx="1" presStyleCnt="5"/>
      <dgm:spPr/>
    </dgm:pt>
    <dgm:pt modelId="{DA3C6FDD-A7EA-4545-A370-D9C568599BA5}" type="pres">
      <dgm:prSet presAssocID="{C7396FBD-7E30-4266-860C-3B8FB65FC837}" presName="horz1" presStyleCnt="0"/>
      <dgm:spPr/>
    </dgm:pt>
    <dgm:pt modelId="{9DC52CF7-7E81-8543-85D2-1736FBC78E72}" type="pres">
      <dgm:prSet presAssocID="{C7396FBD-7E30-4266-860C-3B8FB65FC837}" presName="tx1" presStyleLbl="revTx" presStyleIdx="1" presStyleCnt="5"/>
      <dgm:spPr/>
    </dgm:pt>
    <dgm:pt modelId="{445A032A-10C5-2D46-B33A-76933DEE34B3}" type="pres">
      <dgm:prSet presAssocID="{C7396FBD-7E30-4266-860C-3B8FB65FC837}" presName="vert1" presStyleCnt="0"/>
      <dgm:spPr/>
    </dgm:pt>
    <dgm:pt modelId="{60D1F254-CD8D-A94A-A2BA-7676A83B2D1E}" type="pres">
      <dgm:prSet presAssocID="{D9E272CD-A52A-44F7-8AB9-DDA8BCF421E3}" presName="thickLine" presStyleLbl="alignNode1" presStyleIdx="2" presStyleCnt="5"/>
      <dgm:spPr/>
    </dgm:pt>
    <dgm:pt modelId="{C362BA5D-8A91-DE49-BE28-70FF6010C4DE}" type="pres">
      <dgm:prSet presAssocID="{D9E272CD-A52A-44F7-8AB9-DDA8BCF421E3}" presName="horz1" presStyleCnt="0"/>
      <dgm:spPr/>
    </dgm:pt>
    <dgm:pt modelId="{6207A6FD-6C22-E545-9511-633096B88D48}" type="pres">
      <dgm:prSet presAssocID="{D9E272CD-A52A-44F7-8AB9-DDA8BCF421E3}" presName="tx1" presStyleLbl="revTx" presStyleIdx="2" presStyleCnt="5"/>
      <dgm:spPr/>
    </dgm:pt>
    <dgm:pt modelId="{8820D29E-A051-BA47-8FFA-1852F02FC4E6}" type="pres">
      <dgm:prSet presAssocID="{D9E272CD-A52A-44F7-8AB9-DDA8BCF421E3}" presName="vert1" presStyleCnt="0"/>
      <dgm:spPr/>
    </dgm:pt>
    <dgm:pt modelId="{F634BCDA-E0BE-FF43-B95C-A9E8CEFA65AF}" type="pres">
      <dgm:prSet presAssocID="{73D4FF40-A647-49A9-8843-7BB1283288C1}" presName="thickLine" presStyleLbl="alignNode1" presStyleIdx="3" presStyleCnt="5"/>
      <dgm:spPr/>
    </dgm:pt>
    <dgm:pt modelId="{4AB5D739-CE9A-7D40-A4E7-E094A651A03B}" type="pres">
      <dgm:prSet presAssocID="{73D4FF40-A647-49A9-8843-7BB1283288C1}" presName="horz1" presStyleCnt="0"/>
      <dgm:spPr/>
    </dgm:pt>
    <dgm:pt modelId="{9D77157B-D11F-644D-937C-7E55DAAC7460}" type="pres">
      <dgm:prSet presAssocID="{73D4FF40-A647-49A9-8843-7BB1283288C1}" presName="tx1" presStyleLbl="revTx" presStyleIdx="3" presStyleCnt="5"/>
      <dgm:spPr/>
    </dgm:pt>
    <dgm:pt modelId="{BF3F7AE2-FD2B-634B-8300-23DEBF1CE958}" type="pres">
      <dgm:prSet presAssocID="{73D4FF40-A647-49A9-8843-7BB1283288C1}" presName="vert1" presStyleCnt="0"/>
      <dgm:spPr/>
    </dgm:pt>
    <dgm:pt modelId="{28FCBD8D-0666-5149-8271-C047C32C0939}" type="pres">
      <dgm:prSet presAssocID="{7D9AAA84-98DF-470D-9222-FEC738C1891A}" presName="thickLine" presStyleLbl="alignNode1" presStyleIdx="4" presStyleCnt="5"/>
      <dgm:spPr/>
    </dgm:pt>
    <dgm:pt modelId="{ED5B8443-2638-0A4F-995C-FE297ACD6E00}" type="pres">
      <dgm:prSet presAssocID="{7D9AAA84-98DF-470D-9222-FEC738C1891A}" presName="horz1" presStyleCnt="0"/>
      <dgm:spPr/>
    </dgm:pt>
    <dgm:pt modelId="{BCD6B2F2-770D-014F-A5D1-3B9FFA4005E8}" type="pres">
      <dgm:prSet presAssocID="{7D9AAA84-98DF-470D-9222-FEC738C1891A}" presName="tx1" presStyleLbl="revTx" presStyleIdx="4" presStyleCnt="5"/>
      <dgm:spPr/>
    </dgm:pt>
    <dgm:pt modelId="{C5CC3B6B-B24C-3145-8FDF-B03313054F33}" type="pres">
      <dgm:prSet presAssocID="{7D9AAA84-98DF-470D-9222-FEC738C1891A}" presName="vert1" presStyleCnt="0"/>
      <dgm:spPr/>
    </dgm:pt>
  </dgm:ptLst>
  <dgm:cxnLst>
    <dgm:cxn modelId="{94293B29-D4B7-1A41-8DF0-4617DB7F93E6}" type="presOf" srcId="{C7396FBD-7E30-4266-860C-3B8FB65FC837}" destId="{9DC52CF7-7E81-8543-85D2-1736FBC78E72}" srcOrd="0" destOrd="0" presId="urn:microsoft.com/office/officeart/2008/layout/LinedList"/>
    <dgm:cxn modelId="{4DB04B38-A4EA-43F0-A803-BF2FC289E58D}" srcId="{919556F8-F002-4559-874F-06D5A7F2444B}" destId="{C7396FBD-7E30-4266-860C-3B8FB65FC837}" srcOrd="1" destOrd="0" parTransId="{E25D271A-3795-428A-8F01-DBFB91D01AD0}" sibTransId="{AFAEF69B-FA8E-449F-8ED3-1B39914AA334}"/>
    <dgm:cxn modelId="{D4FB213C-56D2-4B19-A83D-B9482D0058B9}" srcId="{919556F8-F002-4559-874F-06D5A7F2444B}" destId="{D9E272CD-A52A-44F7-8AB9-DDA8BCF421E3}" srcOrd="2" destOrd="0" parTransId="{395EF5E2-D03E-4EED-8A2D-238D1D251AFE}" sibTransId="{5E52093F-295C-4797-B661-F901461BB817}"/>
    <dgm:cxn modelId="{88C7DE48-B4C7-9A41-8CAB-4A2137DECF2B}" type="presOf" srcId="{73D4FF40-A647-49A9-8843-7BB1283288C1}" destId="{9D77157B-D11F-644D-937C-7E55DAAC7460}" srcOrd="0" destOrd="0" presId="urn:microsoft.com/office/officeart/2008/layout/LinedList"/>
    <dgm:cxn modelId="{EBB1B058-2B00-4A33-856A-714C597A7649}" srcId="{919556F8-F002-4559-874F-06D5A7F2444B}" destId="{7D9AAA84-98DF-470D-9222-FEC738C1891A}" srcOrd="4" destOrd="0" parTransId="{C7F5CC4F-4EDB-438D-8821-9B4B70458B78}" sibTransId="{3D8708FA-A8F4-44C9-BCFC-F00CD29FE11D}"/>
    <dgm:cxn modelId="{01F02978-52BF-4452-ADCC-AD13AD17CA77}" srcId="{919556F8-F002-4559-874F-06D5A7F2444B}" destId="{73D4FF40-A647-49A9-8843-7BB1283288C1}" srcOrd="3" destOrd="0" parTransId="{8029253F-4854-4ADF-A36D-B2CC98AF6C11}" sibTransId="{56414944-CBFF-4AB0-89A7-EE18C677E179}"/>
    <dgm:cxn modelId="{38299781-D568-2D49-BC63-BDEB150B879B}" type="presOf" srcId="{919556F8-F002-4559-874F-06D5A7F2444B}" destId="{A71F92A9-8B5E-7A4B-8988-1C93C9C9B05E}" srcOrd="0" destOrd="0" presId="urn:microsoft.com/office/officeart/2008/layout/LinedList"/>
    <dgm:cxn modelId="{6FA2219D-A574-7F44-B039-BDF128A88963}" type="presOf" srcId="{0ADE5E95-B10F-47DD-9949-718E01A554A9}" destId="{FF88D06F-1813-E941-AE20-8C117790DF1B}" srcOrd="0" destOrd="0" presId="urn:microsoft.com/office/officeart/2008/layout/LinedList"/>
    <dgm:cxn modelId="{030D23D6-76AA-4C36-9C6F-DAE3A4ECAEED}" srcId="{919556F8-F002-4559-874F-06D5A7F2444B}" destId="{0ADE5E95-B10F-47DD-9949-718E01A554A9}" srcOrd="0" destOrd="0" parTransId="{3D977CF1-BBF6-4973-A705-53BBC1C472A8}" sibTransId="{0C5352DD-0DE6-47FE-AC03-E5AE3155DF21}"/>
    <dgm:cxn modelId="{E0A283DB-EA8A-FE43-8C64-499309F0C998}" type="presOf" srcId="{7D9AAA84-98DF-470D-9222-FEC738C1891A}" destId="{BCD6B2F2-770D-014F-A5D1-3B9FFA4005E8}" srcOrd="0" destOrd="0" presId="urn:microsoft.com/office/officeart/2008/layout/LinedList"/>
    <dgm:cxn modelId="{7D96ACE2-F57C-3644-8F7D-1C520A20BC4E}" type="presOf" srcId="{D9E272CD-A52A-44F7-8AB9-DDA8BCF421E3}" destId="{6207A6FD-6C22-E545-9511-633096B88D48}" srcOrd="0" destOrd="0" presId="urn:microsoft.com/office/officeart/2008/layout/LinedList"/>
    <dgm:cxn modelId="{4ADFED54-833D-4647-8F7C-945CCA9E0FD3}" type="presParOf" srcId="{A71F92A9-8B5E-7A4B-8988-1C93C9C9B05E}" destId="{15F463FB-1C46-B044-82B5-4113244B342A}" srcOrd="0" destOrd="0" presId="urn:microsoft.com/office/officeart/2008/layout/LinedList"/>
    <dgm:cxn modelId="{BDB3E26E-AF0B-EB40-B123-E87DB8429EFA}" type="presParOf" srcId="{A71F92A9-8B5E-7A4B-8988-1C93C9C9B05E}" destId="{E1C4805C-5CEE-9045-A951-72370CA2B0C3}" srcOrd="1" destOrd="0" presId="urn:microsoft.com/office/officeart/2008/layout/LinedList"/>
    <dgm:cxn modelId="{8CCE8234-09A8-9F46-9059-9DD89CB9578D}" type="presParOf" srcId="{E1C4805C-5CEE-9045-A951-72370CA2B0C3}" destId="{FF88D06F-1813-E941-AE20-8C117790DF1B}" srcOrd="0" destOrd="0" presId="urn:microsoft.com/office/officeart/2008/layout/LinedList"/>
    <dgm:cxn modelId="{DB2A60B3-DB04-EF4D-A6F3-46DC4CEC80F7}" type="presParOf" srcId="{E1C4805C-5CEE-9045-A951-72370CA2B0C3}" destId="{E1FAB603-F4B4-2B42-B127-5811F641821C}" srcOrd="1" destOrd="0" presId="urn:microsoft.com/office/officeart/2008/layout/LinedList"/>
    <dgm:cxn modelId="{9996D15F-5EC1-FA44-81E5-F3E0B7B5C7F7}" type="presParOf" srcId="{A71F92A9-8B5E-7A4B-8988-1C93C9C9B05E}" destId="{4B6BF3BE-570D-2E4F-8486-0D1DF4E57E43}" srcOrd="2" destOrd="0" presId="urn:microsoft.com/office/officeart/2008/layout/LinedList"/>
    <dgm:cxn modelId="{7A9B63F8-EE80-C348-9A7C-6AC8F5D06687}" type="presParOf" srcId="{A71F92A9-8B5E-7A4B-8988-1C93C9C9B05E}" destId="{DA3C6FDD-A7EA-4545-A370-D9C568599BA5}" srcOrd="3" destOrd="0" presId="urn:microsoft.com/office/officeart/2008/layout/LinedList"/>
    <dgm:cxn modelId="{86D07CF9-2D8B-C748-B666-4D0290AE2F1D}" type="presParOf" srcId="{DA3C6FDD-A7EA-4545-A370-D9C568599BA5}" destId="{9DC52CF7-7E81-8543-85D2-1736FBC78E72}" srcOrd="0" destOrd="0" presId="urn:microsoft.com/office/officeart/2008/layout/LinedList"/>
    <dgm:cxn modelId="{73CD00C8-A37C-CE4F-B69A-42702FE01D35}" type="presParOf" srcId="{DA3C6FDD-A7EA-4545-A370-D9C568599BA5}" destId="{445A032A-10C5-2D46-B33A-76933DEE34B3}" srcOrd="1" destOrd="0" presId="urn:microsoft.com/office/officeart/2008/layout/LinedList"/>
    <dgm:cxn modelId="{2424B9DE-DE4C-754E-B0E0-008547DF375A}" type="presParOf" srcId="{A71F92A9-8B5E-7A4B-8988-1C93C9C9B05E}" destId="{60D1F254-CD8D-A94A-A2BA-7676A83B2D1E}" srcOrd="4" destOrd="0" presId="urn:microsoft.com/office/officeart/2008/layout/LinedList"/>
    <dgm:cxn modelId="{BA0E7DA0-8A70-F541-A511-75316F360883}" type="presParOf" srcId="{A71F92A9-8B5E-7A4B-8988-1C93C9C9B05E}" destId="{C362BA5D-8A91-DE49-BE28-70FF6010C4DE}" srcOrd="5" destOrd="0" presId="urn:microsoft.com/office/officeart/2008/layout/LinedList"/>
    <dgm:cxn modelId="{9D89B5FD-EE66-EB4E-943A-9A6C4FE1473E}" type="presParOf" srcId="{C362BA5D-8A91-DE49-BE28-70FF6010C4DE}" destId="{6207A6FD-6C22-E545-9511-633096B88D48}" srcOrd="0" destOrd="0" presId="urn:microsoft.com/office/officeart/2008/layout/LinedList"/>
    <dgm:cxn modelId="{855C76CB-FF99-E846-97BE-03F0AB3F5B50}" type="presParOf" srcId="{C362BA5D-8A91-DE49-BE28-70FF6010C4DE}" destId="{8820D29E-A051-BA47-8FFA-1852F02FC4E6}" srcOrd="1" destOrd="0" presId="urn:microsoft.com/office/officeart/2008/layout/LinedList"/>
    <dgm:cxn modelId="{6C0F5B4A-34EB-3E4D-BF4D-677250BCD44A}" type="presParOf" srcId="{A71F92A9-8B5E-7A4B-8988-1C93C9C9B05E}" destId="{F634BCDA-E0BE-FF43-B95C-A9E8CEFA65AF}" srcOrd="6" destOrd="0" presId="urn:microsoft.com/office/officeart/2008/layout/LinedList"/>
    <dgm:cxn modelId="{EBCC4884-9062-2443-B905-3B2A15ADFC28}" type="presParOf" srcId="{A71F92A9-8B5E-7A4B-8988-1C93C9C9B05E}" destId="{4AB5D739-CE9A-7D40-A4E7-E094A651A03B}" srcOrd="7" destOrd="0" presId="urn:microsoft.com/office/officeart/2008/layout/LinedList"/>
    <dgm:cxn modelId="{8D0BA9DE-CB4B-454F-84DF-0297C66F7D9F}" type="presParOf" srcId="{4AB5D739-CE9A-7D40-A4E7-E094A651A03B}" destId="{9D77157B-D11F-644D-937C-7E55DAAC7460}" srcOrd="0" destOrd="0" presId="urn:microsoft.com/office/officeart/2008/layout/LinedList"/>
    <dgm:cxn modelId="{B00C0827-6B84-8A4E-8304-6579FC5FB93A}" type="presParOf" srcId="{4AB5D739-CE9A-7D40-A4E7-E094A651A03B}" destId="{BF3F7AE2-FD2B-634B-8300-23DEBF1CE958}" srcOrd="1" destOrd="0" presId="urn:microsoft.com/office/officeart/2008/layout/LinedList"/>
    <dgm:cxn modelId="{65B499B9-093C-DD4A-B3C3-37F739BAB9DA}" type="presParOf" srcId="{A71F92A9-8B5E-7A4B-8988-1C93C9C9B05E}" destId="{28FCBD8D-0666-5149-8271-C047C32C0939}" srcOrd="8" destOrd="0" presId="urn:microsoft.com/office/officeart/2008/layout/LinedList"/>
    <dgm:cxn modelId="{21C4CD61-0B0F-644E-9854-E28D885DCD84}" type="presParOf" srcId="{A71F92A9-8B5E-7A4B-8988-1C93C9C9B05E}" destId="{ED5B8443-2638-0A4F-995C-FE297ACD6E00}" srcOrd="9" destOrd="0" presId="urn:microsoft.com/office/officeart/2008/layout/LinedList"/>
    <dgm:cxn modelId="{C35DF54D-F4DE-5642-94FA-5D357C14969A}" type="presParOf" srcId="{ED5B8443-2638-0A4F-995C-FE297ACD6E00}" destId="{BCD6B2F2-770D-014F-A5D1-3B9FFA4005E8}" srcOrd="0" destOrd="0" presId="urn:microsoft.com/office/officeart/2008/layout/LinedList"/>
    <dgm:cxn modelId="{0E03D2FC-4121-3947-9966-BF6DF4C06AC5}" type="presParOf" srcId="{ED5B8443-2638-0A4F-995C-FE297ACD6E00}" destId="{C5CC3B6B-B24C-3145-8FDF-B03313054F3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5BD6413-1B07-4932-8A42-EEFFB602139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3783CCF-D034-43BB-A7F7-90887911BA73}">
      <dgm:prSet/>
      <dgm:spPr/>
      <dgm:t>
        <a:bodyPr/>
        <a:lstStyle/>
        <a:p>
          <a:pPr>
            <a:defRPr cap="all"/>
          </a:pPr>
          <a:r>
            <a:rPr lang="en-GB" b="1"/>
            <a:t>Contributor Guidelines</a:t>
          </a:r>
          <a:endParaRPr lang="en-US"/>
        </a:p>
      </dgm:t>
    </dgm:pt>
    <dgm:pt modelId="{60E7EE44-2154-458A-B6C0-CF3A93A9C83E}" type="parTrans" cxnId="{86F16259-B3D0-47B4-B79E-9DB9938D095E}">
      <dgm:prSet/>
      <dgm:spPr/>
      <dgm:t>
        <a:bodyPr/>
        <a:lstStyle/>
        <a:p>
          <a:endParaRPr lang="en-US"/>
        </a:p>
      </dgm:t>
    </dgm:pt>
    <dgm:pt modelId="{CE595B1E-8261-4E63-AD4B-5A0716BF75B7}" type="sibTrans" cxnId="{86F16259-B3D0-47B4-B79E-9DB9938D095E}">
      <dgm:prSet/>
      <dgm:spPr/>
      <dgm:t>
        <a:bodyPr/>
        <a:lstStyle/>
        <a:p>
          <a:endParaRPr lang="en-US"/>
        </a:p>
      </dgm:t>
    </dgm:pt>
    <dgm:pt modelId="{F1FCF427-8A1D-43A2-BB4F-37F1CB1BD721}">
      <dgm:prSet/>
      <dgm:spPr/>
      <dgm:t>
        <a:bodyPr/>
        <a:lstStyle/>
        <a:p>
          <a:pPr>
            <a:defRPr cap="all"/>
          </a:pPr>
          <a:r>
            <a:rPr lang="en-GB" b="1"/>
            <a:t>Code of Conduct</a:t>
          </a:r>
          <a:endParaRPr lang="en-US"/>
        </a:p>
      </dgm:t>
    </dgm:pt>
    <dgm:pt modelId="{97D29212-E2F5-4078-BF77-06DE6D1005DC}" type="parTrans" cxnId="{02E710FF-B991-4436-BC98-34F4D79CB173}">
      <dgm:prSet/>
      <dgm:spPr/>
      <dgm:t>
        <a:bodyPr/>
        <a:lstStyle/>
        <a:p>
          <a:endParaRPr lang="en-US"/>
        </a:p>
      </dgm:t>
    </dgm:pt>
    <dgm:pt modelId="{9D268046-F414-48B9-991E-11D11279CAD4}" type="sibTrans" cxnId="{02E710FF-B991-4436-BC98-34F4D79CB173}">
      <dgm:prSet/>
      <dgm:spPr/>
      <dgm:t>
        <a:bodyPr/>
        <a:lstStyle/>
        <a:p>
          <a:endParaRPr lang="en-US"/>
        </a:p>
      </dgm:t>
    </dgm:pt>
    <dgm:pt modelId="{D3060CA1-B676-43CE-9BCC-E3C3756C2AE5}">
      <dgm:prSet/>
      <dgm:spPr/>
      <dgm:t>
        <a:bodyPr/>
        <a:lstStyle/>
        <a:p>
          <a:pPr>
            <a:defRPr cap="all"/>
          </a:pPr>
          <a:r>
            <a:rPr lang="en-GB" b="1"/>
            <a:t>Code Documentation – how to put notes in the code</a:t>
          </a:r>
          <a:endParaRPr lang="en-US"/>
        </a:p>
      </dgm:t>
    </dgm:pt>
    <dgm:pt modelId="{F420B94B-3E93-401E-8FB3-EED71D73052B}" type="parTrans" cxnId="{8B78BDBE-7A6E-4B1D-814E-40208E549DF1}">
      <dgm:prSet/>
      <dgm:spPr/>
      <dgm:t>
        <a:bodyPr/>
        <a:lstStyle/>
        <a:p>
          <a:endParaRPr lang="en-US"/>
        </a:p>
      </dgm:t>
    </dgm:pt>
    <dgm:pt modelId="{F262523B-B7A5-4A24-A2D4-9DBA599B999F}" type="sibTrans" cxnId="{8B78BDBE-7A6E-4B1D-814E-40208E549DF1}">
      <dgm:prSet/>
      <dgm:spPr/>
      <dgm:t>
        <a:bodyPr/>
        <a:lstStyle/>
        <a:p>
          <a:endParaRPr lang="en-US"/>
        </a:p>
      </dgm:t>
    </dgm:pt>
    <dgm:pt modelId="{4ACBBA9F-27D5-4877-85AE-690BCD16984E}" type="pres">
      <dgm:prSet presAssocID="{C5BD6413-1B07-4932-8A42-EEFFB6021392}" presName="root" presStyleCnt="0">
        <dgm:presLayoutVars>
          <dgm:dir/>
          <dgm:resizeHandles val="exact"/>
        </dgm:presLayoutVars>
      </dgm:prSet>
      <dgm:spPr/>
    </dgm:pt>
    <dgm:pt modelId="{638B4DDA-A045-4B06-AF68-179B8FBB060C}" type="pres">
      <dgm:prSet presAssocID="{E3783CCF-D034-43BB-A7F7-90887911BA73}" presName="compNode" presStyleCnt="0"/>
      <dgm:spPr/>
    </dgm:pt>
    <dgm:pt modelId="{8F356E94-EFF6-4D25-97EE-8A65AF91C2B4}" type="pres">
      <dgm:prSet presAssocID="{E3783CCF-D034-43BB-A7F7-90887911BA73}" presName="iconBgRect" presStyleLbl="bgShp" presStyleIdx="0" presStyleCnt="3"/>
      <dgm:spPr/>
    </dgm:pt>
    <dgm:pt modelId="{CFA5CBD1-F7D5-4AC1-9A90-E11940DBBC78}" type="pres">
      <dgm:prSet presAssocID="{E3783CCF-D034-43BB-A7F7-90887911BA7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F95FE23F-175B-46FC-B501-FC358B19B56E}" type="pres">
      <dgm:prSet presAssocID="{E3783CCF-D034-43BB-A7F7-90887911BA73}" presName="spaceRect" presStyleCnt="0"/>
      <dgm:spPr/>
    </dgm:pt>
    <dgm:pt modelId="{A8BBB231-5A7C-4082-9BA5-5CF018F1B652}" type="pres">
      <dgm:prSet presAssocID="{E3783CCF-D034-43BB-A7F7-90887911BA73}" presName="textRect" presStyleLbl="revTx" presStyleIdx="0" presStyleCnt="3">
        <dgm:presLayoutVars>
          <dgm:chMax val="1"/>
          <dgm:chPref val="1"/>
        </dgm:presLayoutVars>
      </dgm:prSet>
      <dgm:spPr/>
    </dgm:pt>
    <dgm:pt modelId="{F4425FD7-24F3-4FF8-B580-843910E98DDB}" type="pres">
      <dgm:prSet presAssocID="{CE595B1E-8261-4E63-AD4B-5A0716BF75B7}" presName="sibTrans" presStyleCnt="0"/>
      <dgm:spPr/>
    </dgm:pt>
    <dgm:pt modelId="{19A0A560-8033-4178-9881-37DA5F3624B4}" type="pres">
      <dgm:prSet presAssocID="{F1FCF427-8A1D-43A2-BB4F-37F1CB1BD721}" presName="compNode" presStyleCnt="0"/>
      <dgm:spPr/>
    </dgm:pt>
    <dgm:pt modelId="{DFFA63BA-F3CF-43AA-81D1-AD3693A1E0E5}" type="pres">
      <dgm:prSet presAssocID="{F1FCF427-8A1D-43A2-BB4F-37F1CB1BD721}" presName="iconBgRect" presStyleLbl="bgShp" presStyleIdx="1" presStyleCnt="3"/>
      <dgm:spPr/>
    </dgm:pt>
    <dgm:pt modelId="{5BF4D8E7-969D-43DD-8D8F-3155F4FA61A5}" type="pres">
      <dgm:prSet presAssocID="{F1FCF427-8A1D-43A2-BB4F-37F1CB1BD72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B1570F56-DFB8-4A08-A776-BCB79F696223}" type="pres">
      <dgm:prSet presAssocID="{F1FCF427-8A1D-43A2-BB4F-37F1CB1BD721}" presName="spaceRect" presStyleCnt="0"/>
      <dgm:spPr/>
    </dgm:pt>
    <dgm:pt modelId="{9B88E9A2-A173-4F99-8020-F42E40901A64}" type="pres">
      <dgm:prSet presAssocID="{F1FCF427-8A1D-43A2-BB4F-37F1CB1BD721}" presName="textRect" presStyleLbl="revTx" presStyleIdx="1" presStyleCnt="3">
        <dgm:presLayoutVars>
          <dgm:chMax val="1"/>
          <dgm:chPref val="1"/>
        </dgm:presLayoutVars>
      </dgm:prSet>
      <dgm:spPr/>
    </dgm:pt>
    <dgm:pt modelId="{9C530D5D-3811-43FC-A531-EA5FDB1AA72F}" type="pres">
      <dgm:prSet presAssocID="{9D268046-F414-48B9-991E-11D11279CAD4}" presName="sibTrans" presStyleCnt="0"/>
      <dgm:spPr/>
    </dgm:pt>
    <dgm:pt modelId="{69C449AC-9FFA-44AB-BA77-8AFCCDB8DA9C}" type="pres">
      <dgm:prSet presAssocID="{D3060CA1-B676-43CE-9BCC-E3C3756C2AE5}" presName="compNode" presStyleCnt="0"/>
      <dgm:spPr/>
    </dgm:pt>
    <dgm:pt modelId="{BEA1D020-7BA5-4858-A162-7052FAFF5862}" type="pres">
      <dgm:prSet presAssocID="{D3060CA1-B676-43CE-9BCC-E3C3756C2AE5}" presName="iconBgRect" presStyleLbl="bgShp" presStyleIdx="2" presStyleCnt="3"/>
      <dgm:spPr/>
    </dgm:pt>
    <dgm:pt modelId="{4A5D2674-5074-44FE-AD8B-A6BBEB061935}" type="pres">
      <dgm:prSet presAssocID="{D3060CA1-B676-43CE-9BCC-E3C3756C2AE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067BF125-6E21-4CA1-90C5-77ED7C495C9D}" type="pres">
      <dgm:prSet presAssocID="{D3060CA1-B676-43CE-9BCC-E3C3756C2AE5}" presName="spaceRect" presStyleCnt="0"/>
      <dgm:spPr/>
    </dgm:pt>
    <dgm:pt modelId="{E79BDDEB-18BA-4201-8B51-292CEFDBE597}" type="pres">
      <dgm:prSet presAssocID="{D3060CA1-B676-43CE-9BCC-E3C3756C2AE5}" presName="textRect" presStyleLbl="revTx" presStyleIdx="2" presStyleCnt="3">
        <dgm:presLayoutVars>
          <dgm:chMax val="1"/>
          <dgm:chPref val="1"/>
        </dgm:presLayoutVars>
      </dgm:prSet>
      <dgm:spPr/>
    </dgm:pt>
  </dgm:ptLst>
  <dgm:cxnLst>
    <dgm:cxn modelId="{B3E41B13-97BB-4848-9861-C9DD7A98A1AD}" type="presOf" srcId="{C5BD6413-1B07-4932-8A42-EEFFB6021392}" destId="{4ACBBA9F-27D5-4877-85AE-690BCD16984E}" srcOrd="0" destOrd="0" presId="urn:microsoft.com/office/officeart/2018/5/layout/IconCircleLabelList"/>
    <dgm:cxn modelId="{462E9B4E-D229-40C9-8B71-F5C749D1F62F}" type="presOf" srcId="{D3060CA1-B676-43CE-9BCC-E3C3756C2AE5}" destId="{E79BDDEB-18BA-4201-8B51-292CEFDBE597}" srcOrd="0" destOrd="0" presId="urn:microsoft.com/office/officeart/2018/5/layout/IconCircleLabelList"/>
    <dgm:cxn modelId="{86F16259-B3D0-47B4-B79E-9DB9938D095E}" srcId="{C5BD6413-1B07-4932-8A42-EEFFB6021392}" destId="{E3783CCF-D034-43BB-A7F7-90887911BA73}" srcOrd="0" destOrd="0" parTransId="{60E7EE44-2154-458A-B6C0-CF3A93A9C83E}" sibTransId="{CE595B1E-8261-4E63-AD4B-5A0716BF75B7}"/>
    <dgm:cxn modelId="{3822C15C-A4EE-412E-825A-1725945DBA85}" type="presOf" srcId="{E3783CCF-D034-43BB-A7F7-90887911BA73}" destId="{A8BBB231-5A7C-4082-9BA5-5CF018F1B652}" srcOrd="0" destOrd="0" presId="urn:microsoft.com/office/officeart/2018/5/layout/IconCircleLabelList"/>
    <dgm:cxn modelId="{8B78BDBE-7A6E-4B1D-814E-40208E549DF1}" srcId="{C5BD6413-1B07-4932-8A42-EEFFB6021392}" destId="{D3060CA1-B676-43CE-9BCC-E3C3756C2AE5}" srcOrd="2" destOrd="0" parTransId="{F420B94B-3E93-401E-8FB3-EED71D73052B}" sibTransId="{F262523B-B7A5-4A24-A2D4-9DBA599B999F}"/>
    <dgm:cxn modelId="{0B4A72D9-6D7E-413B-BDB6-D892D0B7E2C3}" type="presOf" srcId="{F1FCF427-8A1D-43A2-BB4F-37F1CB1BD721}" destId="{9B88E9A2-A173-4F99-8020-F42E40901A64}" srcOrd="0" destOrd="0" presId="urn:microsoft.com/office/officeart/2018/5/layout/IconCircleLabelList"/>
    <dgm:cxn modelId="{02E710FF-B991-4436-BC98-34F4D79CB173}" srcId="{C5BD6413-1B07-4932-8A42-EEFFB6021392}" destId="{F1FCF427-8A1D-43A2-BB4F-37F1CB1BD721}" srcOrd="1" destOrd="0" parTransId="{97D29212-E2F5-4078-BF77-06DE6D1005DC}" sibTransId="{9D268046-F414-48B9-991E-11D11279CAD4}"/>
    <dgm:cxn modelId="{EF4668D6-0456-4AFE-AB84-C841A34C3674}" type="presParOf" srcId="{4ACBBA9F-27D5-4877-85AE-690BCD16984E}" destId="{638B4DDA-A045-4B06-AF68-179B8FBB060C}" srcOrd="0" destOrd="0" presId="urn:microsoft.com/office/officeart/2018/5/layout/IconCircleLabelList"/>
    <dgm:cxn modelId="{C3B5BEC7-D451-4534-979C-9C1211A018BF}" type="presParOf" srcId="{638B4DDA-A045-4B06-AF68-179B8FBB060C}" destId="{8F356E94-EFF6-4D25-97EE-8A65AF91C2B4}" srcOrd="0" destOrd="0" presId="urn:microsoft.com/office/officeart/2018/5/layout/IconCircleLabelList"/>
    <dgm:cxn modelId="{967812E9-6B22-4322-8727-7357E8F63DBF}" type="presParOf" srcId="{638B4DDA-A045-4B06-AF68-179B8FBB060C}" destId="{CFA5CBD1-F7D5-4AC1-9A90-E11940DBBC78}" srcOrd="1" destOrd="0" presId="urn:microsoft.com/office/officeart/2018/5/layout/IconCircleLabelList"/>
    <dgm:cxn modelId="{3F2CAF30-C61E-4316-97BE-E45D3DB76BB8}" type="presParOf" srcId="{638B4DDA-A045-4B06-AF68-179B8FBB060C}" destId="{F95FE23F-175B-46FC-B501-FC358B19B56E}" srcOrd="2" destOrd="0" presId="urn:microsoft.com/office/officeart/2018/5/layout/IconCircleLabelList"/>
    <dgm:cxn modelId="{7A3B771C-CFEE-4A27-8F7C-054F4832F19B}" type="presParOf" srcId="{638B4DDA-A045-4B06-AF68-179B8FBB060C}" destId="{A8BBB231-5A7C-4082-9BA5-5CF018F1B652}" srcOrd="3" destOrd="0" presId="urn:microsoft.com/office/officeart/2018/5/layout/IconCircleLabelList"/>
    <dgm:cxn modelId="{D2085FD5-26CD-473F-BCFC-E4C235843D6E}" type="presParOf" srcId="{4ACBBA9F-27D5-4877-85AE-690BCD16984E}" destId="{F4425FD7-24F3-4FF8-B580-843910E98DDB}" srcOrd="1" destOrd="0" presId="urn:microsoft.com/office/officeart/2018/5/layout/IconCircleLabelList"/>
    <dgm:cxn modelId="{66A7553D-1A4E-4D6B-87CD-91706CFC70D2}" type="presParOf" srcId="{4ACBBA9F-27D5-4877-85AE-690BCD16984E}" destId="{19A0A560-8033-4178-9881-37DA5F3624B4}" srcOrd="2" destOrd="0" presId="urn:microsoft.com/office/officeart/2018/5/layout/IconCircleLabelList"/>
    <dgm:cxn modelId="{EEADC385-8C16-4845-94C8-C1A97B2C6F81}" type="presParOf" srcId="{19A0A560-8033-4178-9881-37DA5F3624B4}" destId="{DFFA63BA-F3CF-43AA-81D1-AD3693A1E0E5}" srcOrd="0" destOrd="0" presId="urn:microsoft.com/office/officeart/2018/5/layout/IconCircleLabelList"/>
    <dgm:cxn modelId="{948002C3-5C28-4084-B105-1A267699E1AD}" type="presParOf" srcId="{19A0A560-8033-4178-9881-37DA5F3624B4}" destId="{5BF4D8E7-969D-43DD-8D8F-3155F4FA61A5}" srcOrd="1" destOrd="0" presId="urn:microsoft.com/office/officeart/2018/5/layout/IconCircleLabelList"/>
    <dgm:cxn modelId="{E01D6417-B65D-4299-9E54-D13455869AFB}" type="presParOf" srcId="{19A0A560-8033-4178-9881-37DA5F3624B4}" destId="{B1570F56-DFB8-4A08-A776-BCB79F696223}" srcOrd="2" destOrd="0" presId="urn:microsoft.com/office/officeart/2018/5/layout/IconCircleLabelList"/>
    <dgm:cxn modelId="{4CD828B9-E476-4B30-BE8B-0DAA7D6F5A24}" type="presParOf" srcId="{19A0A560-8033-4178-9881-37DA5F3624B4}" destId="{9B88E9A2-A173-4F99-8020-F42E40901A64}" srcOrd="3" destOrd="0" presId="urn:microsoft.com/office/officeart/2018/5/layout/IconCircleLabelList"/>
    <dgm:cxn modelId="{1E218608-83D7-4647-96B1-64B98A7442D6}" type="presParOf" srcId="{4ACBBA9F-27D5-4877-85AE-690BCD16984E}" destId="{9C530D5D-3811-43FC-A531-EA5FDB1AA72F}" srcOrd="3" destOrd="0" presId="urn:microsoft.com/office/officeart/2018/5/layout/IconCircleLabelList"/>
    <dgm:cxn modelId="{C93967EA-6E43-490E-B1CD-A9D65A0424BB}" type="presParOf" srcId="{4ACBBA9F-27D5-4877-85AE-690BCD16984E}" destId="{69C449AC-9FFA-44AB-BA77-8AFCCDB8DA9C}" srcOrd="4" destOrd="0" presId="urn:microsoft.com/office/officeart/2018/5/layout/IconCircleLabelList"/>
    <dgm:cxn modelId="{4DB35780-F3AB-4CEE-9968-D0777596136D}" type="presParOf" srcId="{69C449AC-9FFA-44AB-BA77-8AFCCDB8DA9C}" destId="{BEA1D020-7BA5-4858-A162-7052FAFF5862}" srcOrd="0" destOrd="0" presId="urn:microsoft.com/office/officeart/2018/5/layout/IconCircleLabelList"/>
    <dgm:cxn modelId="{305F7D26-78B6-4A1C-AA03-31E251B1BBAD}" type="presParOf" srcId="{69C449AC-9FFA-44AB-BA77-8AFCCDB8DA9C}" destId="{4A5D2674-5074-44FE-AD8B-A6BBEB061935}" srcOrd="1" destOrd="0" presId="urn:microsoft.com/office/officeart/2018/5/layout/IconCircleLabelList"/>
    <dgm:cxn modelId="{A27D882C-3352-44D2-A075-8AC6600C06E7}" type="presParOf" srcId="{69C449AC-9FFA-44AB-BA77-8AFCCDB8DA9C}" destId="{067BF125-6E21-4CA1-90C5-77ED7C495C9D}" srcOrd="2" destOrd="0" presId="urn:microsoft.com/office/officeart/2018/5/layout/IconCircleLabelList"/>
    <dgm:cxn modelId="{FFF4CB46-FECB-4B83-9C7A-F9A3A6ADA32B}" type="presParOf" srcId="{69C449AC-9FFA-44AB-BA77-8AFCCDB8DA9C}" destId="{E79BDDEB-18BA-4201-8B51-292CEFDBE59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E72BAF3-A6C9-45AC-83E6-63B0AC90DF9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1037E74-A62E-4BB3-B001-A4404BD8557A}">
      <dgm:prSet/>
      <dgm:spPr/>
      <dgm:t>
        <a:bodyPr/>
        <a:lstStyle/>
        <a:p>
          <a:r>
            <a:rPr lang="en-GB" b="1"/>
            <a:t>What:</a:t>
          </a:r>
          <a:r>
            <a:rPr lang="en-GB"/>
            <a:t> Description of management, preservation, and release of software.</a:t>
          </a:r>
          <a:endParaRPr lang="en-US"/>
        </a:p>
      </dgm:t>
    </dgm:pt>
    <dgm:pt modelId="{540A6EF0-18F7-4B30-8D79-9840A0D71BB3}" type="parTrans" cxnId="{75869F82-EC15-457F-81BE-8A778F5D58BF}">
      <dgm:prSet/>
      <dgm:spPr/>
      <dgm:t>
        <a:bodyPr/>
        <a:lstStyle/>
        <a:p>
          <a:endParaRPr lang="en-US"/>
        </a:p>
      </dgm:t>
    </dgm:pt>
    <dgm:pt modelId="{47770404-A8EE-4285-AB48-4057F84A878D}" type="sibTrans" cxnId="{75869F82-EC15-457F-81BE-8A778F5D58BF}">
      <dgm:prSet/>
      <dgm:spPr/>
      <dgm:t>
        <a:bodyPr/>
        <a:lstStyle/>
        <a:p>
          <a:endParaRPr lang="en-US"/>
        </a:p>
      </dgm:t>
    </dgm:pt>
    <dgm:pt modelId="{A5803611-2891-4F6E-A86F-64DC35271C70}">
      <dgm:prSet/>
      <dgm:spPr/>
      <dgm:t>
        <a:bodyPr/>
        <a:lstStyle/>
        <a:p>
          <a:r>
            <a:rPr lang="en-GB" b="1"/>
            <a:t>When:</a:t>
          </a:r>
          <a:r>
            <a:rPr lang="en-GB"/>
            <a:t> The schedule for code archiving and sharing.</a:t>
          </a:r>
          <a:endParaRPr lang="en-US"/>
        </a:p>
      </dgm:t>
    </dgm:pt>
    <dgm:pt modelId="{1238F491-5441-4271-9AF0-A35EADC8D5CA}" type="parTrans" cxnId="{A306D09B-76DD-44CD-858F-88070C1C33B0}">
      <dgm:prSet/>
      <dgm:spPr/>
      <dgm:t>
        <a:bodyPr/>
        <a:lstStyle/>
        <a:p>
          <a:endParaRPr lang="en-US"/>
        </a:p>
      </dgm:t>
    </dgm:pt>
    <dgm:pt modelId="{7C70E4BC-3D09-4B2B-AE4D-4CC1CBA11358}" type="sibTrans" cxnId="{A306D09B-76DD-44CD-858F-88070C1C33B0}">
      <dgm:prSet/>
      <dgm:spPr/>
      <dgm:t>
        <a:bodyPr/>
        <a:lstStyle/>
        <a:p>
          <a:endParaRPr lang="en-US"/>
        </a:p>
      </dgm:t>
    </dgm:pt>
    <dgm:pt modelId="{ED99E96A-3349-4727-8EA9-A45C919CACC0}">
      <dgm:prSet/>
      <dgm:spPr/>
      <dgm:t>
        <a:bodyPr/>
        <a:lstStyle/>
        <a:p>
          <a:r>
            <a:rPr lang="en-GB" b="1"/>
            <a:t>Where: </a:t>
          </a:r>
          <a:r>
            <a:rPr lang="en-GB"/>
            <a:t>Location where software will be shared and archived over the long-term.</a:t>
          </a:r>
          <a:endParaRPr lang="en-US"/>
        </a:p>
      </dgm:t>
    </dgm:pt>
    <dgm:pt modelId="{6C25BFEA-CF30-4927-98AD-57B64FB5E3D8}" type="parTrans" cxnId="{78FCE273-4719-47FC-A1A6-04AC2E808E76}">
      <dgm:prSet/>
      <dgm:spPr/>
      <dgm:t>
        <a:bodyPr/>
        <a:lstStyle/>
        <a:p>
          <a:endParaRPr lang="en-US"/>
        </a:p>
      </dgm:t>
    </dgm:pt>
    <dgm:pt modelId="{6F30F776-0CE5-4CE8-9FD6-BC16343C329D}" type="sibTrans" cxnId="{78FCE273-4719-47FC-A1A6-04AC2E808E76}">
      <dgm:prSet/>
      <dgm:spPr/>
      <dgm:t>
        <a:bodyPr/>
        <a:lstStyle/>
        <a:p>
          <a:endParaRPr lang="en-US"/>
        </a:p>
      </dgm:t>
    </dgm:pt>
    <dgm:pt modelId="{B1FC1425-64AA-4CEB-A931-B30A26EAE597}">
      <dgm:prSet/>
      <dgm:spPr/>
      <dgm:t>
        <a:bodyPr/>
        <a:lstStyle/>
        <a:p>
          <a:r>
            <a:rPr lang="en-GB" b="1"/>
            <a:t>How: </a:t>
          </a:r>
          <a:r>
            <a:rPr lang="en-GB"/>
            <a:t>Enable reuse of software through assigning a DOI, license, contribution guidelines, etc.</a:t>
          </a:r>
          <a:endParaRPr lang="en-US"/>
        </a:p>
      </dgm:t>
    </dgm:pt>
    <dgm:pt modelId="{ABD83BD1-BE9D-48C3-93C5-052C9E962EA2}" type="parTrans" cxnId="{37E88CB6-9B0E-4C38-BB67-16FC1956CCFB}">
      <dgm:prSet/>
      <dgm:spPr/>
      <dgm:t>
        <a:bodyPr/>
        <a:lstStyle/>
        <a:p>
          <a:endParaRPr lang="en-US"/>
        </a:p>
      </dgm:t>
    </dgm:pt>
    <dgm:pt modelId="{841D7DB8-93CC-40B9-A35B-F1BA441C52F3}" type="sibTrans" cxnId="{37E88CB6-9B0E-4C38-BB67-16FC1956CCFB}">
      <dgm:prSet/>
      <dgm:spPr/>
      <dgm:t>
        <a:bodyPr/>
        <a:lstStyle/>
        <a:p>
          <a:endParaRPr lang="en-US"/>
        </a:p>
      </dgm:t>
    </dgm:pt>
    <dgm:pt modelId="{A7DAF5C8-5B74-4AC2-BC66-D5A8FF105ED2}">
      <dgm:prSet/>
      <dgm:spPr/>
      <dgm:t>
        <a:bodyPr/>
        <a:lstStyle/>
        <a:p>
          <a:r>
            <a:rPr lang="en-GB" b="1"/>
            <a:t>Who: </a:t>
          </a:r>
          <a:r>
            <a:rPr lang="en-GB"/>
            <a:t>Roles and responsibilities of the team members.</a:t>
          </a:r>
          <a:endParaRPr lang="en-US"/>
        </a:p>
      </dgm:t>
    </dgm:pt>
    <dgm:pt modelId="{0D6A62ED-5BAE-4789-A4F8-0CBD340B4314}" type="parTrans" cxnId="{16DD884E-3A2E-4F2B-BA85-9E6AB25E197D}">
      <dgm:prSet/>
      <dgm:spPr/>
      <dgm:t>
        <a:bodyPr/>
        <a:lstStyle/>
        <a:p>
          <a:endParaRPr lang="en-US"/>
        </a:p>
      </dgm:t>
    </dgm:pt>
    <dgm:pt modelId="{37C094AE-C5F5-461C-A943-D8618CA4E963}" type="sibTrans" cxnId="{16DD884E-3A2E-4F2B-BA85-9E6AB25E197D}">
      <dgm:prSet/>
      <dgm:spPr/>
      <dgm:t>
        <a:bodyPr/>
        <a:lstStyle/>
        <a:p>
          <a:endParaRPr lang="en-US"/>
        </a:p>
      </dgm:t>
    </dgm:pt>
    <dgm:pt modelId="{A4C7899C-5ED1-4737-93D2-3BC20AB2AF60}" type="pres">
      <dgm:prSet presAssocID="{7E72BAF3-A6C9-45AC-83E6-63B0AC90DF93}" presName="root" presStyleCnt="0">
        <dgm:presLayoutVars>
          <dgm:dir/>
          <dgm:resizeHandles val="exact"/>
        </dgm:presLayoutVars>
      </dgm:prSet>
      <dgm:spPr/>
    </dgm:pt>
    <dgm:pt modelId="{BBCF86DA-29EC-4688-8136-533B2C665777}" type="pres">
      <dgm:prSet presAssocID="{B1037E74-A62E-4BB3-B001-A4404BD8557A}" presName="compNode" presStyleCnt="0"/>
      <dgm:spPr/>
    </dgm:pt>
    <dgm:pt modelId="{16886C2A-C676-4135-A5A2-D5BA7A911E46}" type="pres">
      <dgm:prSet presAssocID="{B1037E74-A62E-4BB3-B001-A4404BD8557A}" presName="bgRect" presStyleLbl="bgShp" presStyleIdx="0" presStyleCnt="5"/>
      <dgm:spPr/>
    </dgm:pt>
    <dgm:pt modelId="{D5BDE14D-4FFA-4E54-A58E-F18B9BC44318}" type="pres">
      <dgm:prSet presAssocID="{B1037E74-A62E-4BB3-B001-A4404BD8557A}"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44752C4B-6F24-4C28-8A4D-EA9CE06FBB36}" type="pres">
      <dgm:prSet presAssocID="{B1037E74-A62E-4BB3-B001-A4404BD8557A}" presName="spaceRect" presStyleCnt="0"/>
      <dgm:spPr/>
    </dgm:pt>
    <dgm:pt modelId="{355259B6-09A2-4E6E-A141-BCE10E19694E}" type="pres">
      <dgm:prSet presAssocID="{B1037E74-A62E-4BB3-B001-A4404BD8557A}" presName="parTx" presStyleLbl="revTx" presStyleIdx="0" presStyleCnt="5">
        <dgm:presLayoutVars>
          <dgm:chMax val="0"/>
          <dgm:chPref val="0"/>
        </dgm:presLayoutVars>
      </dgm:prSet>
      <dgm:spPr/>
    </dgm:pt>
    <dgm:pt modelId="{14322797-0329-4C2C-859A-813BCBB5F4CF}" type="pres">
      <dgm:prSet presAssocID="{47770404-A8EE-4285-AB48-4057F84A878D}" presName="sibTrans" presStyleCnt="0"/>
      <dgm:spPr/>
    </dgm:pt>
    <dgm:pt modelId="{B68280A1-5F59-4D44-B581-8198C0495F8E}" type="pres">
      <dgm:prSet presAssocID="{A5803611-2891-4F6E-A86F-64DC35271C70}" presName="compNode" presStyleCnt="0"/>
      <dgm:spPr/>
    </dgm:pt>
    <dgm:pt modelId="{409F6608-CC64-4E46-BF10-E73762E5CAE2}" type="pres">
      <dgm:prSet presAssocID="{A5803611-2891-4F6E-A86F-64DC35271C70}" presName="bgRect" presStyleLbl="bgShp" presStyleIdx="1" presStyleCnt="5"/>
      <dgm:spPr/>
    </dgm:pt>
    <dgm:pt modelId="{5866BA4C-5A60-4CDF-9467-8DCF11C4D088}" type="pres">
      <dgm:prSet presAssocID="{A5803611-2891-4F6E-A86F-64DC35271C70}"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wing Compass"/>
        </a:ext>
      </dgm:extLst>
    </dgm:pt>
    <dgm:pt modelId="{30B58A6B-4019-4B12-97F9-432482537D31}" type="pres">
      <dgm:prSet presAssocID="{A5803611-2891-4F6E-A86F-64DC35271C70}" presName="spaceRect" presStyleCnt="0"/>
      <dgm:spPr/>
    </dgm:pt>
    <dgm:pt modelId="{2CAFB982-034E-4E4C-8B02-5C1710DA49F6}" type="pres">
      <dgm:prSet presAssocID="{A5803611-2891-4F6E-A86F-64DC35271C70}" presName="parTx" presStyleLbl="revTx" presStyleIdx="1" presStyleCnt="5">
        <dgm:presLayoutVars>
          <dgm:chMax val="0"/>
          <dgm:chPref val="0"/>
        </dgm:presLayoutVars>
      </dgm:prSet>
      <dgm:spPr/>
    </dgm:pt>
    <dgm:pt modelId="{A6154D9F-D169-4701-B44C-D773F4C19180}" type="pres">
      <dgm:prSet presAssocID="{7C70E4BC-3D09-4B2B-AE4D-4CC1CBA11358}" presName="sibTrans" presStyleCnt="0"/>
      <dgm:spPr/>
    </dgm:pt>
    <dgm:pt modelId="{AAD05844-90F6-4D52-B00B-8A2AA4000DD6}" type="pres">
      <dgm:prSet presAssocID="{ED99E96A-3349-4727-8EA9-A45C919CACC0}" presName="compNode" presStyleCnt="0"/>
      <dgm:spPr/>
    </dgm:pt>
    <dgm:pt modelId="{247706F6-A3EC-46B7-B970-1419A091C0E6}" type="pres">
      <dgm:prSet presAssocID="{ED99E96A-3349-4727-8EA9-A45C919CACC0}" presName="bgRect" presStyleLbl="bgShp" presStyleIdx="2" presStyleCnt="5"/>
      <dgm:spPr/>
    </dgm:pt>
    <dgm:pt modelId="{BC172814-429C-4820-AEF1-E0D9487E6D54}" type="pres">
      <dgm:prSet presAssocID="{ED99E96A-3349-4727-8EA9-A45C919CACC0}"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F328B06A-8210-4BAA-AFB3-36713C0128E7}" type="pres">
      <dgm:prSet presAssocID="{ED99E96A-3349-4727-8EA9-A45C919CACC0}" presName="spaceRect" presStyleCnt="0"/>
      <dgm:spPr/>
    </dgm:pt>
    <dgm:pt modelId="{F596727B-E53D-446A-8DB3-1294841E337D}" type="pres">
      <dgm:prSet presAssocID="{ED99E96A-3349-4727-8EA9-A45C919CACC0}" presName="parTx" presStyleLbl="revTx" presStyleIdx="2" presStyleCnt="5">
        <dgm:presLayoutVars>
          <dgm:chMax val="0"/>
          <dgm:chPref val="0"/>
        </dgm:presLayoutVars>
      </dgm:prSet>
      <dgm:spPr/>
    </dgm:pt>
    <dgm:pt modelId="{A5D620F0-F5B3-4933-99AE-A683FF8713B3}" type="pres">
      <dgm:prSet presAssocID="{6F30F776-0CE5-4CE8-9FD6-BC16343C329D}" presName="sibTrans" presStyleCnt="0"/>
      <dgm:spPr/>
    </dgm:pt>
    <dgm:pt modelId="{73C8D78D-96C4-41A4-B606-097D244E5E67}" type="pres">
      <dgm:prSet presAssocID="{B1FC1425-64AA-4CEB-A931-B30A26EAE597}" presName="compNode" presStyleCnt="0"/>
      <dgm:spPr/>
    </dgm:pt>
    <dgm:pt modelId="{EBB31BF4-657E-4671-8850-2E3079E06A87}" type="pres">
      <dgm:prSet presAssocID="{B1FC1425-64AA-4CEB-A931-B30A26EAE597}" presName="bgRect" presStyleLbl="bgShp" presStyleIdx="3" presStyleCnt="5"/>
      <dgm:spPr/>
    </dgm:pt>
    <dgm:pt modelId="{36E141FE-59A8-4B6D-8C00-C0BAB2155D51}" type="pres">
      <dgm:prSet presAssocID="{B1FC1425-64AA-4CEB-A931-B30A26EAE597}"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owchart"/>
        </a:ext>
      </dgm:extLst>
    </dgm:pt>
    <dgm:pt modelId="{F0DD855E-85B2-4755-B5D7-D9D22BDDA6D7}" type="pres">
      <dgm:prSet presAssocID="{B1FC1425-64AA-4CEB-A931-B30A26EAE597}" presName="spaceRect" presStyleCnt="0"/>
      <dgm:spPr/>
    </dgm:pt>
    <dgm:pt modelId="{6F7D629D-B9DD-41DD-82AF-8469D591836C}" type="pres">
      <dgm:prSet presAssocID="{B1FC1425-64AA-4CEB-A931-B30A26EAE597}" presName="parTx" presStyleLbl="revTx" presStyleIdx="3" presStyleCnt="5">
        <dgm:presLayoutVars>
          <dgm:chMax val="0"/>
          <dgm:chPref val="0"/>
        </dgm:presLayoutVars>
      </dgm:prSet>
      <dgm:spPr/>
    </dgm:pt>
    <dgm:pt modelId="{10B13F90-769C-4583-8C47-206AC5DB43D1}" type="pres">
      <dgm:prSet presAssocID="{841D7DB8-93CC-40B9-A35B-F1BA441C52F3}" presName="sibTrans" presStyleCnt="0"/>
      <dgm:spPr/>
    </dgm:pt>
    <dgm:pt modelId="{54BF65EB-1139-41B0-B3C5-0CE9C3DF5FF6}" type="pres">
      <dgm:prSet presAssocID="{A7DAF5C8-5B74-4AC2-BC66-D5A8FF105ED2}" presName="compNode" presStyleCnt="0"/>
      <dgm:spPr/>
    </dgm:pt>
    <dgm:pt modelId="{24F1EAB2-15BC-449F-B3E5-2D8BA986570A}" type="pres">
      <dgm:prSet presAssocID="{A7DAF5C8-5B74-4AC2-BC66-D5A8FF105ED2}" presName="bgRect" presStyleLbl="bgShp" presStyleIdx="4" presStyleCnt="5"/>
      <dgm:spPr/>
    </dgm:pt>
    <dgm:pt modelId="{286CDAC5-660A-4334-9D8E-152405ED387C}" type="pres">
      <dgm:prSet presAssocID="{A7DAF5C8-5B74-4AC2-BC66-D5A8FF105ED2}"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roup of People"/>
        </a:ext>
      </dgm:extLst>
    </dgm:pt>
    <dgm:pt modelId="{1F8209D2-BE0D-491C-89EF-B33E6BA561D8}" type="pres">
      <dgm:prSet presAssocID="{A7DAF5C8-5B74-4AC2-BC66-D5A8FF105ED2}" presName="spaceRect" presStyleCnt="0"/>
      <dgm:spPr/>
    </dgm:pt>
    <dgm:pt modelId="{AE836933-C313-4B0F-B0E8-CA794611A6B6}" type="pres">
      <dgm:prSet presAssocID="{A7DAF5C8-5B74-4AC2-BC66-D5A8FF105ED2}" presName="parTx" presStyleLbl="revTx" presStyleIdx="4" presStyleCnt="5">
        <dgm:presLayoutVars>
          <dgm:chMax val="0"/>
          <dgm:chPref val="0"/>
        </dgm:presLayoutVars>
      </dgm:prSet>
      <dgm:spPr/>
    </dgm:pt>
  </dgm:ptLst>
  <dgm:cxnLst>
    <dgm:cxn modelId="{67DB221A-D28E-4E3A-8400-BC3F854AD92E}" type="presOf" srcId="{7E72BAF3-A6C9-45AC-83E6-63B0AC90DF93}" destId="{A4C7899C-5ED1-4737-93D2-3BC20AB2AF60}" srcOrd="0" destOrd="0" presId="urn:microsoft.com/office/officeart/2018/2/layout/IconVerticalSolidList"/>
    <dgm:cxn modelId="{54DD4E28-435F-4CC7-811B-108AC2C419B5}" type="presOf" srcId="{B1037E74-A62E-4BB3-B001-A4404BD8557A}" destId="{355259B6-09A2-4E6E-A141-BCE10E19694E}" srcOrd="0" destOrd="0" presId="urn:microsoft.com/office/officeart/2018/2/layout/IconVerticalSolidList"/>
    <dgm:cxn modelId="{16DD884E-3A2E-4F2B-BA85-9E6AB25E197D}" srcId="{7E72BAF3-A6C9-45AC-83E6-63B0AC90DF93}" destId="{A7DAF5C8-5B74-4AC2-BC66-D5A8FF105ED2}" srcOrd="4" destOrd="0" parTransId="{0D6A62ED-5BAE-4789-A4F8-0CBD340B4314}" sibTransId="{37C094AE-C5F5-461C-A943-D8618CA4E963}"/>
    <dgm:cxn modelId="{F418DC58-78FA-4ADA-BAB4-5E87448E79F1}" type="presOf" srcId="{B1FC1425-64AA-4CEB-A931-B30A26EAE597}" destId="{6F7D629D-B9DD-41DD-82AF-8469D591836C}" srcOrd="0" destOrd="0" presId="urn:microsoft.com/office/officeart/2018/2/layout/IconVerticalSolidList"/>
    <dgm:cxn modelId="{78FCE273-4719-47FC-A1A6-04AC2E808E76}" srcId="{7E72BAF3-A6C9-45AC-83E6-63B0AC90DF93}" destId="{ED99E96A-3349-4727-8EA9-A45C919CACC0}" srcOrd="2" destOrd="0" parTransId="{6C25BFEA-CF30-4927-98AD-57B64FB5E3D8}" sibTransId="{6F30F776-0CE5-4CE8-9FD6-BC16343C329D}"/>
    <dgm:cxn modelId="{75869F82-EC15-457F-81BE-8A778F5D58BF}" srcId="{7E72BAF3-A6C9-45AC-83E6-63B0AC90DF93}" destId="{B1037E74-A62E-4BB3-B001-A4404BD8557A}" srcOrd="0" destOrd="0" parTransId="{540A6EF0-18F7-4B30-8D79-9840A0D71BB3}" sibTransId="{47770404-A8EE-4285-AB48-4057F84A878D}"/>
    <dgm:cxn modelId="{CEA15790-0949-4E5F-A586-43F36526ACF4}" type="presOf" srcId="{A5803611-2891-4F6E-A86F-64DC35271C70}" destId="{2CAFB982-034E-4E4C-8B02-5C1710DA49F6}" srcOrd="0" destOrd="0" presId="urn:microsoft.com/office/officeart/2018/2/layout/IconVerticalSolidList"/>
    <dgm:cxn modelId="{2506EE94-E661-421A-BF52-0FB95375377E}" type="presOf" srcId="{A7DAF5C8-5B74-4AC2-BC66-D5A8FF105ED2}" destId="{AE836933-C313-4B0F-B0E8-CA794611A6B6}" srcOrd="0" destOrd="0" presId="urn:microsoft.com/office/officeart/2018/2/layout/IconVerticalSolidList"/>
    <dgm:cxn modelId="{A306D09B-76DD-44CD-858F-88070C1C33B0}" srcId="{7E72BAF3-A6C9-45AC-83E6-63B0AC90DF93}" destId="{A5803611-2891-4F6E-A86F-64DC35271C70}" srcOrd="1" destOrd="0" parTransId="{1238F491-5441-4271-9AF0-A35EADC8D5CA}" sibTransId="{7C70E4BC-3D09-4B2B-AE4D-4CC1CBA11358}"/>
    <dgm:cxn modelId="{37E88CB6-9B0E-4C38-BB67-16FC1956CCFB}" srcId="{7E72BAF3-A6C9-45AC-83E6-63B0AC90DF93}" destId="{B1FC1425-64AA-4CEB-A931-B30A26EAE597}" srcOrd="3" destOrd="0" parTransId="{ABD83BD1-BE9D-48C3-93C5-052C9E962EA2}" sibTransId="{841D7DB8-93CC-40B9-A35B-F1BA441C52F3}"/>
    <dgm:cxn modelId="{1A67EFE0-D36F-40A2-84C5-E9B10437AF35}" type="presOf" srcId="{ED99E96A-3349-4727-8EA9-A45C919CACC0}" destId="{F596727B-E53D-446A-8DB3-1294841E337D}" srcOrd="0" destOrd="0" presId="urn:microsoft.com/office/officeart/2018/2/layout/IconVerticalSolidList"/>
    <dgm:cxn modelId="{CF0258AF-9B72-46B7-877D-6AF76543826F}" type="presParOf" srcId="{A4C7899C-5ED1-4737-93D2-3BC20AB2AF60}" destId="{BBCF86DA-29EC-4688-8136-533B2C665777}" srcOrd="0" destOrd="0" presId="urn:microsoft.com/office/officeart/2018/2/layout/IconVerticalSolidList"/>
    <dgm:cxn modelId="{493B498E-1870-4BC1-8028-34478FC2601D}" type="presParOf" srcId="{BBCF86DA-29EC-4688-8136-533B2C665777}" destId="{16886C2A-C676-4135-A5A2-D5BA7A911E46}" srcOrd="0" destOrd="0" presId="urn:microsoft.com/office/officeart/2018/2/layout/IconVerticalSolidList"/>
    <dgm:cxn modelId="{3D8EB780-8FCF-45AF-9D8F-7B329BAE085B}" type="presParOf" srcId="{BBCF86DA-29EC-4688-8136-533B2C665777}" destId="{D5BDE14D-4FFA-4E54-A58E-F18B9BC44318}" srcOrd="1" destOrd="0" presId="urn:microsoft.com/office/officeart/2018/2/layout/IconVerticalSolidList"/>
    <dgm:cxn modelId="{FAB32483-91EE-4469-B01C-C6CD3593D7E8}" type="presParOf" srcId="{BBCF86DA-29EC-4688-8136-533B2C665777}" destId="{44752C4B-6F24-4C28-8A4D-EA9CE06FBB36}" srcOrd="2" destOrd="0" presId="urn:microsoft.com/office/officeart/2018/2/layout/IconVerticalSolidList"/>
    <dgm:cxn modelId="{1FFD9402-26A5-4D14-955D-59950B36C3CD}" type="presParOf" srcId="{BBCF86DA-29EC-4688-8136-533B2C665777}" destId="{355259B6-09A2-4E6E-A141-BCE10E19694E}" srcOrd="3" destOrd="0" presId="urn:microsoft.com/office/officeart/2018/2/layout/IconVerticalSolidList"/>
    <dgm:cxn modelId="{B1CE48C4-08FA-4EE0-8BBC-59C2BF315A2A}" type="presParOf" srcId="{A4C7899C-5ED1-4737-93D2-3BC20AB2AF60}" destId="{14322797-0329-4C2C-859A-813BCBB5F4CF}" srcOrd="1" destOrd="0" presId="urn:microsoft.com/office/officeart/2018/2/layout/IconVerticalSolidList"/>
    <dgm:cxn modelId="{B18B9CEE-0C2A-41E7-8855-DE45A0E81079}" type="presParOf" srcId="{A4C7899C-5ED1-4737-93D2-3BC20AB2AF60}" destId="{B68280A1-5F59-4D44-B581-8198C0495F8E}" srcOrd="2" destOrd="0" presId="urn:microsoft.com/office/officeart/2018/2/layout/IconVerticalSolidList"/>
    <dgm:cxn modelId="{BFDD4551-EA6B-4C4E-82E6-89D4A89B4825}" type="presParOf" srcId="{B68280A1-5F59-4D44-B581-8198C0495F8E}" destId="{409F6608-CC64-4E46-BF10-E73762E5CAE2}" srcOrd="0" destOrd="0" presId="urn:microsoft.com/office/officeart/2018/2/layout/IconVerticalSolidList"/>
    <dgm:cxn modelId="{9AF9627E-6BA4-4D0C-84FB-D6A9C730BA2A}" type="presParOf" srcId="{B68280A1-5F59-4D44-B581-8198C0495F8E}" destId="{5866BA4C-5A60-4CDF-9467-8DCF11C4D088}" srcOrd="1" destOrd="0" presId="urn:microsoft.com/office/officeart/2018/2/layout/IconVerticalSolidList"/>
    <dgm:cxn modelId="{F0A4461D-75FC-4640-AC1F-0E9327AE227E}" type="presParOf" srcId="{B68280A1-5F59-4D44-B581-8198C0495F8E}" destId="{30B58A6B-4019-4B12-97F9-432482537D31}" srcOrd="2" destOrd="0" presId="urn:microsoft.com/office/officeart/2018/2/layout/IconVerticalSolidList"/>
    <dgm:cxn modelId="{3F4BF75C-A8CC-45A2-B15B-E75056D782C9}" type="presParOf" srcId="{B68280A1-5F59-4D44-B581-8198C0495F8E}" destId="{2CAFB982-034E-4E4C-8B02-5C1710DA49F6}" srcOrd="3" destOrd="0" presId="urn:microsoft.com/office/officeart/2018/2/layout/IconVerticalSolidList"/>
    <dgm:cxn modelId="{E7912D74-B2EE-4E92-B8FA-E2680A2C3707}" type="presParOf" srcId="{A4C7899C-5ED1-4737-93D2-3BC20AB2AF60}" destId="{A6154D9F-D169-4701-B44C-D773F4C19180}" srcOrd="3" destOrd="0" presId="urn:microsoft.com/office/officeart/2018/2/layout/IconVerticalSolidList"/>
    <dgm:cxn modelId="{A693DE2C-7DDD-47BD-9289-03128E955871}" type="presParOf" srcId="{A4C7899C-5ED1-4737-93D2-3BC20AB2AF60}" destId="{AAD05844-90F6-4D52-B00B-8A2AA4000DD6}" srcOrd="4" destOrd="0" presId="urn:microsoft.com/office/officeart/2018/2/layout/IconVerticalSolidList"/>
    <dgm:cxn modelId="{271948EB-03E5-4089-9D79-3724C2627B1C}" type="presParOf" srcId="{AAD05844-90F6-4D52-B00B-8A2AA4000DD6}" destId="{247706F6-A3EC-46B7-B970-1419A091C0E6}" srcOrd="0" destOrd="0" presId="urn:microsoft.com/office/officeart/2018/2/layout/IconVerticalSolidList"/>
    <dgm:cxn modelId="{1D8E061E-3693-4892-8A07-A54B21278453}" type="presParOf" srcId="{AAD05844-90F6-4D52-B00B-8A2AA4000DD6}" destId="{BC172814-429C-4820-AEF1-E0D9487E6D54}" srcOrd="1" destOrd="0" presId="urn:microsoft.com/office/officeart/2018/2/layout/IconVerticalSolidList"/>
    <dgm:cxn modelId="{D1BCC44F-F982-4DAC-934C-E63250793C05}" type="presParOf" srcId="{AAD05844-90F6-4D52-B00B-8A2AA4000DD6}" destId="{F328B06A-8210-4BAA-AFB3-36713C0128E7}" srcOrd="2" destOrd="0" presId="urn:microsoft.com/office/officeart/2018/2/layout/IconVerticalSolidList"/>
    <dgm:cxn modelId="{751E0B3F-7EFB-4897-8DB2-CF67CBFC4F25}" type="presParOf" srcId="{AAD05844-90F6-4D52-B00B-8A2AA4000DD6}" destId="{F596727B-E53D-446A-8DB3-1294841E337D}" srcOrd="3" destOrd="0" presId="urn:microsoft.com/office/officeart/2018/2/layout/IconVerticalSolidList"/>
    <dgm:cxn modelId="{C7575C97-651D-4884-ABFD-05F95D72719E}" type="presParOf" srcId="{A4C7899C-5ED1-4737-93D2-3BC20AB2AF60}" destId="{A5D620F0-F5B3-4933-99AE-A683FF8713B3}" srcOrd="5" destOrd="0" presId="urn:microsoft.com/office/officeart/2018/2/layout/IconVerticalSolidList"/>
    <dgm:cxn modelId="{1A0E63D8-3AED-48E7-BABB-BF8EC891585F}" type="presParOf" srcId="{A4C7899C-5ED1-4737-93D2-3BC20AB2AF60}" destId="{73C8D78D-96C4-41A4-B606-097D244E5E67}" srcOrd="6" destOrd="0" presId="urn:microsoft.com/office/officeart/2018/2/layout/IconVerticalSolidList"/>
    <dgm:cxn modelId="{F58389D3-5B1C-493B-8D12-D0B19526AA8A}" type="presParOf" srcId="{73C8D78D-96C4-41A4-B606-097D244E5E67}" destId="{EBB31BF4-657E-4671-8850-2E3079E06A87}" srcOrd="0" destOrd="0" presId="urn:microsoft.com/office/officeart/2018/2/layout/IconVerticalSolidList"/>
    <dgm:cxn modelId="{FE67EE9F-7032-4CF9-A7A3-AA08853F362A}" type="presParOf" srcId="{73C8D78D-96C4-41A4-B606-097D244E5E67}" destId="{36E141FE-59A8-4B6D-8C00-C0BAB2155D51}" srcOrd="1" destOrd="0" presId="urn:microsoft.com/office/officeart/2018/2/layout/IconVerticalSolidList"/>
    <dgm:cxn modelId="{2DBAE4F5-8048-41BF-A516-52DA8D74145D}" type="presParOf" srcId="{73C8D78D-96C4-41A4-B606-097D244E5E67}" destId="{F0DD855E-85B2-4755-B5D7-D9D22BDDA6D7}" srcOrd="2" destOrd="0" presId="urn:microsoft.com/office/officeart/2018/2/layout/IconVerticalSolidList"/>
    <dgm:cxn modelId="{709CCCB2-9A95-44B5-A64C-2192B1841A60}" type="presParOf" srcId="{73C8D78D-96C4-41A4-B606-097D244E5E67}" destId="{6F7D629D-B9DD-41DD-82AF-8469D591836C}" srcOrd="3" destOrd="0" presId="urn:microsoft.com/office/officeart/2018/2/layout/IconVerticalSolidList"/>
    <dgm:cxn modelId="{27F98568-CC3C-4E2D-9B6F-A18C42670B38}" type="presParOf" srcId="{A4C7899C-5ED1-4737-93D2-3BC20AB2AF60}" destId="{10B13F90-769C-4583-8C47-206AC5DB43D1}" srcOrd="7" destOrd="0" presId="urn:microsoft.com/office/officeart/2018/2/layout/IconVerticalSolidList"/>
    <dgm:cxn modelId="{7193C98D-4FB7-4089-ABA2-66ABE119F805}" type="presParOf" srcId="{A4C7899C-5ED1-4737-93D2-3BC20AB2AF60}" destId="{54BF65EB-1139-41B0-B3C5-0CE9C3DF5FF6}" srcOrd="8" destOrd="0" presId="urn:microsoft.com/office/officeart/2018/2/layout/IconVerticalSolidList"/>
    <dgm:cxn modelId="{BB154883-BE35-4E5E-89DF-9AED05E3CC73}" type="presParOf" srcId="{54BF65EB-1139-41B0-B3C5-0CE9C3DF5FF6}" destId="{24F1EAB2-15BC-449F-B3E5-2D8BA986570A}" srcOrd="0" destOrd="0" presId="urn:microsoft.com/office/officeart/2018/2/layout/IconVerticalSolidList"/>
    <dgm:cxn modelId="{E2A2EDBF-E0A9-459E-9000-BCB4B7FFA83E}" type="presParOf" srcId="{54BF65EB-1139-41B0-B3C5-0CE9C3DF5FF6}" destId="{286CDAC5-660A-4334-9D8E-152405ED387C}" srcOrd="1" destOrd="0" presId="urn:microsoft.com/office/officeart/2018/2/layout/IconVerticalSolidList"/>
    <dgm:cxn modelId="{CC502714-A4C6-471D-8FFC-28E60BC7FF38}" type="presParOf" srcId="{54BF65EB-1139-41B0-B3C5-0CE9C3DF5FF6}" destId="{1F8209D2-BE0D-491C-89EF-B33E6BA561D8}" srcOrd="2" destOrd="0" presId="urn:microsoft.com/office/officeart/2018/2/layout/IconVerticalSolidList"/>
    <dgm:cxn modelId="{503E981A-8F89-4932-87DE-32BDEB8A1044}" type="presParOf" srcId="{54BF65EB-1139-41B0-B3C5-0CE9C3DF5FF6}" destId="{AE836933-C313-4B0F-B0E8-CA794611A6B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C72F62E-3A07-4448-84D6-0B4C1114E71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E3FCF14-1D30-4A8A-9F13-376D43B24A49}">
      <dgm:prSet/>
      <dgm:spPr/>
      <dgm:t>
        <a:bodyPr/>
        <a:lstStyle/>
        <a:p>
          <a:r>
            <a:rPr lang="en-GB"/>
            <a:t>Archive open code with an open access journal article. </a:t>
          </a:r>
          <a:endParaRPr lang="en-US"/>
        </a:p>
      </dgm:t>
    </dgm:pt>
    <dgm:pt modelId="{8F9E5A07-210B-4F99-B756-1FFBF40FD271}" type="parTrans" cxnId="{115C21E4-CB46-4AA8-AAEA-A1E16C208B74}">
      <dgm:prSet/>
      <dgm:spPr/>
      <dgm:t>
        <a:bodyPr/>
        <a:lstStyle/>
        <a:p>
          <a:endParaRPr lang="en-US"/>
        </a:p>
      </dgm:t>
    </dgm:pt>
    <dgm:pt modelId="{AB2DA8F1-250F-4891-A349-8E62431DA636}" type="sibTrans" cxnId="{115C21E4-CB46-4AA8-AAEA-A1E16C208B74}">
      <dgm:prSet/>
      <dgm:spPr/>
      <dgm:t>
        <a:bodyPr/>
        <a:lstStyle/>
        <a:p>
          <a:endParaRPr lang="en-US"/>
        </a:p>
      </dgm:t>
    </dgm:pt>
    <dgm:pt modelId="{54D9FBBE-7DFA-4D77-A47B-E0612B16CABF}">
      <dgm:prSet/>
      <dgm:spPr/>
      <dgm:t>
        <a:bodyPr/>
        <a:lstStyle/>
        <a:p>
          <a:r>
            <a:rPr lang="en-GB"/>
            <a:t>Github, then create a version and archive the code at a long-term repository with a DOI such as Zenodo</a:t>
          </a:r>
          <a:endParaRPr lang="en-US"/>
        </a:p>
      </dgm:t>
    </dgm:pt>
    <dgm:pt modelId="{7C2B3AD8-D7C9-42DB-A209-C63A0A6C5442}" type="parTrans" cxnId="{6744757B-C1CE-4849-BFD8-AC7C5D12AD35}">
      <dgm:prSet/>
      <dgm:spPr/>
      <dgm:t>
        <a:bodyPr/>
        <a:lstStyle/>
        <a:p>
          <a:endParaRPr lang="en-US"/>
        </a:p>
      </dgm:t>
    </dgm:pt>
    <dgm:pt modelId="{BE15CD35-6CE8-43A9-A117-332324B244A4}" type="sibTrans" cxnId="{6744757B-C1CE-4849-BFD8-AC7C5D12AD35}">
      <dgm:prSet/>
      <dgm:spPr/>
      <dgm:t>
        <a:bodyPr/>
        <a:lstStyle/>
        <a:p>
          <a:endParaRPr lang="en-US"/>
        </a:p>
      </dgm:t>
    </dgm:pt>
    <dgm:pt modelId="{6AC10186-F349-4B6B-91C5-60877A425572}">
      <dgm:prSet/>
      <dgm:spPr/>
      <dgm:t>
        <a:bodyPr/>
        <a:lstStyle/>
        <a:p>
          <a:r>
            <a:rPr lang="en-GB"/>
            <a:t>Archive the code in other long-term public repositories, such as Software Heritage, Source Forge</a:t>
          </a:r>
          <a:endParaRPr lang="en-US"/>
        </a:p>
      </dgm:t>
    </dgm:pt>
    <dgm:pt modelId="{EFFAC491-736C-4EF8-869A-8A9DB86378E9}" type="parTrans" cxnId="{F9581725-B976-41E7-ADC9-D3937E4B7253}">
      <dgm:prSet/>
      <dgm:spPr/>
      <dgm:t>
        <a:bodyPr/>
        <a:lstStyle/>
        <a:p>
          <a:endParaRPr lang="en-US"/>
        </a:p>
      </dgm:t>
    </dgm:pt>
    <dgm:pt modelId="{9DD01346-9319-499E-9547-7690D3778722}" type="sibTrans" cxnId="{F9581725-B976-41E7-ADC9-D3937E4B7253}">
      <dgm:prSet/>
      <dgm:spPr/>
      <dgm:t>
        <a:bodyPr/>
        <a:lstStyle/>
        <a:p>
          <a:endParaRPr lang="en-US"/>
        </a:p>
      </dgm:t>
    </dgm:pt>
    <dgm:pt modelId="{4940D0C7-B39B-D74B-A804-D7AFEF0DCE7F}" type="pres">
      <dgm:prSet presAssocID="{EC72F62E-3A07-4448-84D6-0B4C1114E717}" presName="linear" presStyleCnt="0">
        <dgm:presLayoutVars>
          <dgm:animLvl val="lvl"/>
          <dgm:resizeHandles val="exact"/>
        </dgm:presLayoutVars>
      </dgm:prSet>
      <dgm:spPr/>
    </dgm:pt>
    <dgm:pt modelId="{5D9F2704-65EB-EB48-9C3E-FAD7380CC5C3}" type="pres">
      <dgm:prSet presAssocID="{4E3FCF14-1D30-4A8A-9F13-376D43B24A49}" presName="parentText" presStyleLbl="node1" presStyleIdx="0" presStyleCnt="3">
        <dgm:presLayoutVars>
          <dgm:chMax val="0"/>
          <dgm:bulletEnabled val="1"/>
        </dgm:presLayoutVars>
      </dgm:prSet>
      <dgm:spPr/>
    </dgm:pt>
    <dgm:pt modelId="{62188CD5-4F7C-FA45-9724-FB47790CC208}" type="pres">
      <dgm:prSet presAssocID="{AB2DA8F1-250F-4891-A349-8E62431DA636}" presName="spacer" presStyleCnt="0"/>
      <dgm:spPr/>
    </dgm:pt>
    <dgm:pt modelId="{38DEB8A9-024F-DC42-9879-5DEEAB15120B}" type="pres">
      <dgm:prSet presAssocID="{54D9FBBE-7DFA-4D77-A47B-E0612B16CABF}" presName="parentText" presStyleLbl="node1" presStyleIdx="1" presStyleCnt="3">
        <dgm:presLayoutVars>
          <dgm:chMax val="0"/>
          <dgm:bulletEnabled val="1"/>
        </dgm:presLayoutVars>
      </dgm:prSet>
      <dgm:spPr/>
    </dgm:pt>
    <dgm:pt modelId="{E2BC0E6A-8983-674E-ABC3-51B3786EE6A2}" type="pres">
      <dgm:prSet presAssocID="{BE15CD35-6CE8-43A9-A117-332324B244A4}" presName="spacer" presStyleCnt="0"/>
      <dgm:spPr/>
    </dgm:pt>
    <dgm:pt modelId="{1F6ABAA8-07AA-9C49-A254-B4BEF644066E}" type="pres">
      <dgm:prSet presAssocID="{6AC10186-F349-4B6B-91C5-60877A425572}" presName="parentText" presStyleLbl="node1" presStyleIdx="2" presStyleCnt="3">
        <dgm:presLayoutVars>
          <dgm:chMax val="0"/>
          <dgm:bulletEnabled val="1"/>
        </dgm:presLayoutVars>
      </dgm:prSet>
      <dgm:spPr/>
    </dgm:pt>
  </dgm:ptLst>
  <dgm:cxnLst>
    <dgm:cxn modelId="{F9581725-B976-41E7-ADC9-D3937E4B7253}" srcId="{EC72F62E-3A07-4448-84D6-0B4C1114E717}" destId="{6AC10186-F349-4B6B-91C5-60877A425572}" srcOrd="2" destOrd="0" parTransId="{EFFAC491-736C-4EF8-869A-8A9DB86378E9}" sibTransId="{9DD01346-9319-499E-9547-7690D3778722}"/>
    <dgm:cxn modelId="{D11D6C49-13B9-B247-8A5F-3DE6645EA9ED}" type="presOf" srcId="{EC72F62E-3A07-4448-84D6-0B4C1114E717}" destId="{4940D0C7-B39B-D74B-A804-D7AFEF0DCE7F}" srcOrd="0" destOrd="0" presId="urn:microsoft.com/office/officeart/2005/8/layout/vList2"/>
    <dgm:cxn modelId="{016E2C5D-E043-2642-B1B8-B16C8E09A3D6}" type="presOf" srcId="{54D9FBBE-7DFA-4D77-A47B-E0612B16CABF}" destId="{38DEB8A9-024F-DC42-9879-5DEEAB15120B}" srcOrd="0" destOrd="0" presId="urn:microsoft.com/office/officeart/2005/8/layout/vList2"/>
    <dgm:cxn modelId="{6744757B-C1CE-4849-BFD8-AC7C5D12AD35}" srcId="{EC72F62E-3A07-4448-84D6-0B4C1114E717}" destId="{54D9FBBE-7DFA-4D77-A47B-E0612B16CABF}" srcOrd="1" destOrd="0" parTransId="{7C2B3AD8-D7C9-42DB-A209-C63A0A6C5442}" sibTransId="{BE15CD35-6CE8-43A9-A117-332324B244A4}"/>
    <dgm:cxn modelId="{24DCB27F-1195-4842-8791-BB55EB01942C}" type="presOf" srcId="{4E3FCF14-1D30-4A8A-9F13-376D43B24A49}" destId="{5D9F2704-65EB-EB48-9C3E-FAD7380CC5C3}" srcOrd="0" destOrd="0" presId="urn:microsoft.com/office/officeart/2005/8/layout/vList2"/>
    <dgm:cxn modelId="{5D267186-C6C7-094D-B78B-611B2C95837A}" type="presOf" srcId="{6AC10186-F349-4B6B-91C5-60877A425572}" destId="{1F6ABAA8-07AA-9C49-A254-B4BEF644066E}" srcOrd="0" destOrd="0" presId="urn:microsoft.com/office/officeart/2005/8/layout/vList2"/>
    <dgm:cxn modelId="{115C21E4-CB46-4AA8-AAEA-A1E16C208B74}" srcId="{EC72F62E-3A07-4448-84D6-0B4C1114E717}" destId="{4E3FCF14-1D30-4A8A-9F13-376D43B24A49}" srcOrd="0" destOrd="0" parTransId="{8F9E5A07-210B-4F99-B756-1FFBF40FD271}" sibTransId="{AB2DA8F1-250F-4891-A349-8E62431DA636}"/>
    <dgm:cxn modelId="{D6523072-424F-CD42-9A45-98BBC3ECA026}" type="presParOf" srcId="{4940D0C7-B39B-D74B-A804-D7AFEF0DCE7F}" destId="{5D9F2704-65EB-EB48-9C3E-FAD7380CC5C3}" srcOrd="0" destOrd="0" presId="urn:microsoft.com/office/officeart/2005/8/layout/vList2"/>
    <dgm:cxn modelId="{A43FDA46-5DCB-1E4F-A4F7-4F1DF6C81BA1}" type="presParOf" srcId="{4940D0C7-B39B-D74B-A804-D7AFEF0DCE7F}" destId="{62188CD5-4F7C-FA45-9724-FB47790CC208}" srcOrd="1" destOrd="0" presId="urn:microsoft.com/office/officeart/2005/8/layout/vList2"/>
    <dgm:cxn modelId="{978DAAA6-841D-5C4E-8937-920B7B4B4C0C}" type="presParOf" srcId="{4940D0C7-B39B-D74B-A804-D7AFEF0DCE7F}" destId="{38DEB8A9-024F-DC42-9879-5DEEAB15120B}" srcOrd="2" destOrd="0" presId="urn:microsoft.com/office/officeart/2005/8/layout/vList2"/>
    <dgm:cxn modelId="{96EC2381-E4F6-7548-92F3-F88A68D11D8D}" type="presParOf" srcId="{4940D0C7-B39B-D74B-A804-D7AFEF0DCE7F}" destId="{E2BC0E6A-8983-674E-ABC3-51B3786EE6A2}" srcOrd="3" destOrd="0" presId="urn:microsoft.com/office/officeart/2005/8/layout/vList2"/>
    <dgm:cxn modelId="{8BB26970-C85E-CD4B-87A4-A797B61A24B7}" type="presParOf" srcId="{4940D0C7-B39B-D74B-A804-D7AFEF0DCE7F}" destId="{1F6ABAA8-07AA-9C49-A254-B4BEF644066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DEEA4E0-8A8F-4387-B193-2D6B4E7F58B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E3AEE34-6AF9-458A-9131-906ECDF98898}">
      <dgm:prSet/>
      <dgm:spPr/>
      <dgm:t>
        <a:bodyPr/>
        <a:lstStyle/>
        <a:p>
          <a:r>
            <a:rPr lang="en-GB"/>
            <a:t>Publish to a software repository used by common package managers to make the software easy for users to install (ex. Anaconda, CRAN, PyPI).</a:t>
          </a:r>
          <a:endParaRPr lang="en-US"/>
        </a:p>
      </dgm:t>
    </dgm:pt>
    <dgm:pt modelId="{AEA77CD7-56B3-4646-BE70-AEA884AC9CF4}" type="parTrans" cxnId="{C0B34B27-BADC-4968-993B-C104BE919C5A}">
      <dgm:prSet/>
      <dgm:spPr/>
      <dgm:t>
        <a:bodyPr/>
        <a:lstStyle/>
        <a:p>
          <a:endParaRPr lang="en-US"/>
        </a:p>
      </dgm:t>
    </dgm:pt>
    <dgm:pt modelId="{F82BDB26-CDCF-427C-8DD9-1CDAA3127DFF}" type="sibTrans" cxnId="{C0B34B27-BADC-4968-993B-C104BE919C5A}">
      <dgm:prSet/>
      <dgm:spPr/>
      <dgm:t>
        <a:bodyPr/>
        <a:lstStyle/>
        <a:p>
          <a:endParaRPr lang="en-US"/>
        </a:p>
      </dgm:t>
    </dgm:pt>
    <dgm:pt modelId="{08E0B907-BFB7-4293-99D5-60C59A4B8808}">
      <dgm:prSet/>
      <dgm:spPr/>
      <dgm:t>
        <a:bodyPr/>
        <a:lstStyle/>
        <a:p>
          <a:r>
            <a:rPr lang="en-GB"/>
            <a:t>Present the software at conferences.</a:t>
          </a:r>
          <a:endParaRPr lang="en-US"/>
        </a:p>
      </dgm:t>
    </dgm:pt>
    <dgm:pt modelId="{779F5832-028B-4FEA-AD51-E6C88D191347}" type="parTrans" cxnId="{7F311405-E197-457C-AA30-219CB8992D23}">
      <dgm:prSet/>
      <dgm:spPr/>
      <dgm:t>
        <a:bodyPr/>
        <a:lstStyle/>
        <a:p>
          <a:endParaRPr lang="en-US"/>
        </a:p>
      </dgm:t>
    </dgm:pt>
    <dgm:pt modelId="{EE03BFE8-FC1D-4785-B907-C378D9F30265}" type="sibTrans" cxnId="{7F311405-E197-457C-AA30-219CB8992D23}">
      <dgm:prSet/>
      <dgm:spPr/>
      <dgm:t>
        <a:bodyPr/>
        <a:lstStyle/>
        <a:p>
          <a:endParaRPr lang="en-US"/>
        </a:p>
      </dgm:t>
    </dgm:pt>
    <dgm:pt modelId="{A967EEC3-4DFF-4F65-A839-6AF7B78CBCD7}">
      <dgm:prSet/>
      <dgm:spPr/>
      <dgm:t>
        <a:bodyPr/>
        <a:lstStyle/>
        <a:p>
          <a:r>
            <a:rPr lang="en-GB"/>
            <a:t>Publish the software in a Journal dedicated to open software (ex. JOSS).</a:t>
          </a:r>
          <a:endParaRPr lang="en-US"/>
        </a:p>
      </dgm:t>
    </dgm:pt>
    <dgm:pt modelId="{5FF9B499-79AB-421B-8E47-1C171EFE0193}" type="parTrans" cxnId="{CEF6C639-75EF-49E1-B9D4-DD9791F3E2C2}">
      <dgm:prSet/>
      <dgm:spPr/>
      <dgm:t>
        <a:bodyPr/>
        <a:lstStyle/>
        <a:p>
          <a:endParaRPr lang="en-US"/>
        </a:p>
      </dgm:t>
    </dgm:pt>
    <dgm:pt modelId="{BD534075-CE89-470B-9ECA-B83328767060}" type="sibTrans" cxnId="{CEF6C639-75EF-49E1-B9D4-DD9791F3E2C2}">
      <dgm:prSet/>
      <dgm:spPr/>
      <dgm:t>
        <a:bodyPr/>
        <a:lstStyle/>
        <a:p>
          <a:endParaRPr lang="en-US"/>
        </a:p>
      </dgm:t>
    </dgm:pt>
    <dgm:pt modelId="{0FC76284-C8E5-4FAD-B960-8CA0A60B5264}">
      <dgm:prSet/>
      <dgm:spPr/>
      <dgm:t>
        <a:bodyPr/>
        <a:lstStyle/>
        <a:p>
          <a:r>
            <a:rPr lang="en-GB"/>
            <a:t>Get your software peer reviewed through communities like PyOpenSci.</a:t>
          </a:r>
          <a:endParaRPr lang="en-US"/>
        </a:p>
      </dgm:t>
    </dgm:pt>
    <dgm:pt modelId="{F52ED288-3C01-46AC-B942-F561BBDE3A9D}" type="parTrans" cxnId="{402BFA72-CBE6-4C66-9B20-ED849C8C3131}">
      <dgm:prSet/>
      <dgm:spPr/>
      <dgm:t>
        <a:bodyPr/>
        <a:lstStyle/>
        <a:p>
          <a:endParaRPr lang="en-US"/>
        </a:p>
      </dgm:t>
    </dgm:pt>
    <dgm:pt modelId="{BF712999-8098-4C6D-B21A-D9E6E28BF8B6}" type="sibTrans" cxnId="{402BFA72-CBE6-4C66-9B20-ED849C8C3131}">
      <dgm:prSet/>
      <dgm:spPr/>
      <dgm:t>
        <a:bodyPr/>
        <a:lstStyle/>
        <a:p>
          <a:endParaRPr lang="en-US"/>
        </a:p>
      </dgm:t>
    </dgm:pt>
    <dgm:pt modelId="{63AFEFB6-D99D-437E-8FEA-D4DE01A94D0F}" type="pres">
      <dgm:prSet presAssocID="{7DEEA4E0-8A8F-4387-B193-2D6B4E7F58BE}" presName="root" presStyleCnt="0">
        <dgm:presLayoutVars>
          <dgm:dir/>
          <dgm:resizeHandles val="exact"/>
        </dgm:presLayoutVars>
      </dgm:prSet>
      <dgm:spPr/>
    </dgm:pt>
    <dgm:pt modelId="{B8F64725-F06B-483D-AA45-94E7EAA45CF2}" type="pres">
      <dgm:prSet presAssocID="{DE3AEE34-6AF9-458A-9131-906ECDF98898}" presName="compNode" presStyleCnt="0"/>
      <dgm:spPr/>
    </dgm:pt>
    <dgm:pt modelId="{B4410BC8-9D23-431E-A640-60404C3090DE}" type="pres">
      <dgm:prSet presAssocID="{DE3AEE34-6AF9-458A-9131-906ECDF98898}" presName="bgRect" presStyleLbl="bgShp" presStyleIdx="0" presStyleCnt="4"/>
      <dgm:spPr/>
    </dgm:pt>
    <dgm:pt modelId="{E6F8E62F-54FF-4352-A008-CFCFAD976B34}" type="pres">
      <dgm:prSet presAssocID="{DE3AEE34-6AF9-458A-9131-906ECDF9889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42D7AF6F-4C01-44DE-99A7-3AC5A4F4F357}" type="pres">
      <dgm:prSet presAssocID="{DE3AEE34-6AF9-458A-9131-906ECDF98898}" presName="spaceRect" presStyleCnt="0"/>
      <dgm:spPr/>
    </dgm:pt>
    <dgm:pt modelId="{E66723BE-AD8A-4814-A25E-D92A8E89404D}" type="pres">
      <dgm:prSet presAssocID="{DE3AEE34-6AF9-458A-9131-906ECDF98898}" presName="parTx" presStyleLbl="revTx" presStyleIdx="0" presStyleCnt="4">
        <dgm:presLayoutVars>
          <dgm:chMax val="0"/>
          <dgm:chPref val="0"/>
        </dgm:presLayoutVars>
      </dgm:prSet>
      <dgm:spPr/>
    </dgm:pt>
    <dgm:pt modelId="{D99333E5-C63F-4CDB-B9F6-35CBFDCC7825}" type="pres">
      <dgm:prSet presAssocID="{F82BDB26-CDCF-427C-8DD9-1CDAA3127DFF}" presName="sibTrans" presStyleCnt="0"/>
      <dgm:spPr/>
    </dgm:pt>
    <dgm:pt modelId="{CD2A4461-4E93-4AF1-AEB2-E502D84246DA}" type="pres">
      <dgm:prSet presAssocID="{08E0B907-BFB7-4293-99D5-60C59A4B8808}" presName="compNode" presStyleCnt="0"/>
      <dgm:spPr/>
    </dgm:pt>
    <dgm:pt modelId="{7B90E68D-858F-4D8B-B947-8D04F0294DB7}" type="pres">
      <dgm:prSet presAssocID="{08E0B907-BFB7-4293-99D5-60C59A4B8808}" presName="bgRect" presStyleLbl="bgShp" presStyleIdx="1" presStyleCnt="4"/>
      <dgm:spPr/>
    </dgm:pt>
    <dgm:pt modelId="{9AC0E994-4AFD-4471-AA7A-A28214D9C20D}" type="pres">
      <dgm:prSet presAssocID="{08E0B907-BFB7-4293-99D5-60C59A4B880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05F19D37-120E-4A70-904D-3103DA5454FB}" type="pres">
      <dgm:prSet presAssocID="{08E0B907-BFB7-4293-99D5-60C59A4B8808}" presName="spaceRect" presStyleCnt="0"/>
      <dgm:spPr/>
    </dgm:pt>
    <dgm:pt modelId="{A7F69AE7-0A8F-48F9-9D44-0CDCA5AB8657}" type="pres">
      <dgm:prSet presAssocID="{08E0B907-BFB7-4293-99D5-60C59A4B8808}" presName="parTx" presStyleLbl="revTx" presStyleIdx="1" presStyleCnt="4">
        <dgm:presLayoutVars>
          <dgm:chMax val="0"/>
          <dgm:chPref val="0"/>
        </dgm:presLayoutVars>
      </dgm:prSet>
      <dgm:spPr/>
    </dgm:pt>
    <dgm:pt modelId="{D61F584C-367E-427B-BA3A-EB9D1F4BA59D}" type="pres">
      <dgm:prSet presAssocID="{EE03BFE8-FC1D-4785-B907-C378D9F30265}" presName="sibTrans" presStyleCnt="0"/>
      <dgm:spPr/>
    </dgm:pt>
    <dgm:pt modelId="{2AC880F7-A42D-4441-B87B-9510AA91803E}" type="pres">
      <dgm:prSet presAssocID="{A967EEC3-4DFF-4F65-A839-6AF7B78CBCD7}" presName="compNode" presStyleCnt="0"/>
      <dgm:spPr/>
    </dgm:pt>
    <dgm:pt modelId="{2F6C1CBE-C1C1-4475-9CCA-EE211DA12532}" type="pres">
      <dgm:prSet presAssocID="{A967EEC3-4DFF-4F65-A839-6AF7B78CBCD7}" presName="bgRect" presStyleLbl="bgShp" presStyleIdx="2" presStyleCnt="4"/>
      <dgm:spPr/>
    </dgm:pt>
    <dgm:pt modelId="{18ECFFBE-DAD0-4D38-B4B9-11CE3901CB17}" type="pres">
      <dgm:prSet presAssocID="{A967EEC3-4DFF-4F65-A839-6AF7B78CBCD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
        </a:ext>
      </dgm:extLst>
    </dgm:pt>
    <dgm:pt modelId="{1B30418E-4A4D-428E-A341-0D1483098D02}" type="pres">
      <dgm:prSet presAssocID="{A967EEC3-4DFF-4F65-A839-6AF7B78CBCD7}" presName="spaceRect" presStyleCnt="0"/>
      <dgm:spPr/>
    </dgm:pt>
    <dgm:pt modelId="{C894CBA7-3F16-4D7C-99A3-5EF21D35A522}" type="pres">
      <dgm:prSet presAssocID="{A967EEC3-4DFF-4F65-A839-6AF7B78CBCD7}" presName="parTx" presStyleLbl="revTx" presStyleIdx="2" presStyleCnt="4">
        <dgm:presLayoutVars>
          <dgm:chMax val="0"/>
          <dgm:chPref val="0"/>
        </dgm:presLayoutVars>
      </dgm:prSet>
      <dgm:spPr/>
    </dgm:pt>
    <dgm:pt modelId="{160BBF1F-882F-4E7D-B544-0875B59A0BB2}" type="pres">
      <dgm:prSet presAssocID="{BD534075-CE89-470B-9ECA-B83328767060}" presName="sibTrans" presStyleCnt="0"/>
      <dgm:spPr/>
    </dgm:pt>
    <dgm:pt modelId="{EE661223-7DBD-4D80-9382-21650BC2EBEA}" type="pres">
      <dgm:prSet presAssocID="{0FC76284-C8E5-4FAD-B960-8CA0A60B5264}" presName="compNode" presStyleCnt="0"/>
      <dgm:spPr/>
    </dgm:pt>
    <dgm:pt modelId="{59FEF32D-8BD6-4A9C-8616-DF83222B21D0}" type="pres">
      <dgm:prSet presAssocID="{0FC76284-C8E5-4FAD-B960-8CA0A60B5264}" presName="bgRect" presStyleLbl="bgShp" presStyleIdx="3" presStyleCnt="4"/>
      <dgm:spPr/>
    </dgm:pt>
    <dgm:pt modelId="{823CF25D-E545-48E6-A986-5BA6058CC1FC}" type="pres">
      <dgm:prSet presAssocID="{0FC76284-C8E5-4FAD-B960-8CA0A60B526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ustomer Review"/>
        </a:ext>
      </dgm:extLst>
    </dgm:pt>
    <dgm:pt modelId="{809B2EAB-B44D-47E3-B49E-261A69BFFDBD}" type="pres">
      <dgm:prSet presAssocID="{0FC76284-C8E5-4FAD-B960-8CA0A60B5264}" presName="spaceRect" presStyleCnt="0"/>
      <dgm:spPr/>
    </dgm:pt>
    <dgm:pt modelId="{603118A2-268C-40E6-9AAA-7ACF758B5010}" type="pres">
      <dgm:prSet presAssocID="{0FC76284-C8E5-4FAD-B960-8CA0A60B5264}" presName="parTx" presStyleLbl="revTx" presStyleIdx="3" presStyleCnt="4">
        <dgm:presLayoutVars>
          <dgm:chMax val="0"/>
          <dgm:chPref val="0"/>
        </dgm:presLayoutVars>
      </dgm:prSet>
      <dgm:spPr/>
    </dgm:pt>
  </dgm:ptLst>
  <dgm:cxnLst>
    <dgm:cxn modelId="{7F311405-E197-457C-AA30-219CB8992D23}" srcId="{7DEEA4E0-8A8F-4387-B193-2D6B4E7F58BE}" destId="{08E0B907-BFB7-4293-99D5-60C59A4B8808}" srcOrd="1" destOrd="0" parTransId="{779F5832-028B-4FEA-AD51-E6C88D191347}" sibTransId="{EE03BFE8-FC1D-4785-B907-C378D9F30265}"/>
    <dgm:cxn modelId="{6D5DA007-991D-4762-BACD-A1F0D31E0C5E}" type="presOf" srcId="{A967EEC3-4DFF-4F65-A839-6AF7B78CBCD7}" destId="{C894CBA7-3F16-4D7C-99A3-5EF21D35A522}" srcOrd="0" destOrd="0" presId="urn:microsoft.com/office/officeart/2018/2/layout/IconVerticalSolidList"/>
    <dgm:cxn modelId="{F735081E-0710-418D-8015-1414139DE21C}" type="presOf" srcId="{08E0B907-BFB7-4293-99D5-60C59A4B8808}" destId="{A7F69AE7-0A8F-48F9-9D44-0CDCA5AB8657}" srcOrd="0" destOrd="0" presId="urn:microsoft.com/office/officeart/2018/2/layout/IconVerticalSolidList"/>
    <dgm:cxn modelId="{C0B34B27-BADC-4968-993B-C104BE919C5A}" srcId="{7DEEA4E0-8A8F-4387-B193-2D6B4E7F58BE}" destId="{DE3AEE34-6AF9-458A-9131-906ECDF98898}" srcOrd="0" destOrd="0" parTransId="{AEA77CD7-56B3-4646-BE70-AEA884AC9CF4}" sibTransId="{F82BDB26-CDCF-427C-8DD9-1CDAA3127DFF}"/>
    <dgm:cxn modelId="{CEF6C639-75EF-49E1-B9D4-DD9791F3E2C2}" srcId="{7DEEA4E0-8A8F-4387-B193-2D6B4E7F58BE}" destId="{A967EEC3-4DFF-4F65-A839-6AF7B78CBCD7}" srcOrd="2" destOrd="0" parTransId="{5FF9B499-79AB-421B-8E47-1C171EFE0193}" sibTransId="{BD534075-CE89-470B-9ECA-B83328767060}"/>
    <dgm:cxn modelId="{52E4E372-9E54-404B-B1EA-11BFCB4BF22C}" type="presOf" srcId="{0FC76284-C8E5-4FAD-B960-8CA0A60B5264}" destId="{603118A2-268C-40E6-9AAA-7ACF758B5010}" srcOrd="0" destOrd="0" presId="urn:microsoft.com/office/officeart/2018/2/layout/IconVerticalSolidList"/>
    <dgm:cxn modelId="{402BFA72-CBE6-4C66-9B20-ED849C8C3131}" srcId="{7DEEA4E0-8A8F-4387-B193-2D6B4E7F58BE}" destId="{0FC76284-C8E5-4FAD-B960-8CA0A60B5264}" srcOrd="3" destOrd="0" parTransId="{F52ED288-3C01-46AC-B942-F561BBDE3A9D}" sibTransId="{BF712999-8098-4C6D-B21A-D9E6E28BF8B6}"/>
    <dgm:cxn modelId="{079CC1B4-11DD-4568-A70B-23F438A0D73C}" type="presOf" srcId="{7DEEA4E0-8A8F-4387-B193-2D6B4E7F58BE}" destId="{63AFEFB6-D99D-437E-8FEA-D4DE01A94D0F}" srcOrd="0" destOrd="0" presId="urn:microsoft.com/office/officeart/2018/2/layout/IconVerticalSolidList"/>
    <dgm:cxn modelId="{D49FB3E7-4A39-43FA-BC71-FF2A3D1D59E2}" type="presOf" srcId="{DE3AEE34-6AF9-458A-9131-906ECDF98898}" destId="{E66723BE-AD8A-4814-A25E-D92A8E89404D}" srcOrd="0" destOrd="0" presId="urn:microsoft.com/office/officeart/2018/2/layout/IconVerticalSolidList"/>
    <dgm:cxn modelId="{685F69BC-D511-49B3-A600-F1F86AFFC64C}" type="presParOf" srcId="{63AFEFB6-D99D-437E-8FEA-D4DE01A94D0F}" destId="{B8F64725-F06B-483D-AA45-94E7EAA45CF2}" srcOrd="0" destOrd="0" presId="urn:microsoft.com/office/officeart/2018/2/layout/IconVerticalSolidList"/>
    <dgm:cxn modelId="{D636B65B-A650-4658-B8A9-3D98E3653965}" type="presParOf" srcId="{B8F64725-F06B-483D-AA45-94E7EAA45CF2}" destId="{B4410BC8-9D23-431E-A640-60404C3090DE}" srcOrd="0" destOrd="0" presId="urn:microsoft.com/office/officeart/2018/2/layout/IconVerticalSolidList"/>
    <dgm:cxn modelId="{F856E30D-33C4-41C2-B0C9-EAF07A5D6A18}" type="presParOf" srcId="{B8F64725-F06B-483D-AA45-94E7EAA45CF2}" destId="{E6F8E62F-54FF-4352-A008-CFCFAD976B34}" srcOrd="1" destOrd="0" presId="urn:microsoft.com/office/officeart/2018/2/layout/IconVerticalSolidList"/>
    <dgm:cxn modelId="{27DA26F1-DCA1-46E8-9E21-ABE499C08691}" type="presParOf" srcId="{B8F64725-F06B-483D-AA45-94E7EAA45CF2}" destId="{42D7AF6F-4C01-44DE-99A7-3AC5A4F4F357}" srcOrd="2" destOrd="0" presId="urn:microsoft.com/office/officeart/2018/2/layout/IconVerticalSolidList"/>
    <dgm:cxn modelId="{C55C4852-78A3-4578-B2D1-4C70C3CFEF26}" type="presParOf" srcId="{B8F64725-F06B-483D-AA45-94E7EAA45CF2}" destId="{E66723BE-AD8A-4814-A25E-D92A8E89404D}" srcOrd="3" destOrd="0" presId="urn:microsoft.com/office/officeart/2018/2/layout/IconVerticalSolidList"/>
    <dgm:cxn modelId="{BF675250-3128-49E7-9394-44EC83154F3F}" type="presParOf" srcId="{63AFEFB6-D99D-437E-8FEA-D4DE01A94D0F}" destId="{D99333E5-C63F-4CDB-B9F6-35CBFDCC7825}" srcOrd="1" destOrd="0" presId="urn:microsoft.com/office/officeart/2018/2/layout/IconVerticalSolidList"/>
    <dgm:cxn modelId="{D78517ED-DD4F-46EA-9E6E-75C61D926E1D}" type="presParOf" srcId="{63AFEFB6-D99D-437E-8FEA-D4DE01A94D0F}" destId="{CD2A4461-4E93-4AF1-AEB2-E502D84246DA}" srcOrd="2" destOrd="0" presId="urn:microsoft.com/office/officeart/2018/2/layout/IconVerticalSolidList"/>
    <dgm:cxn modelId="{2B26BB57-60C5-47FB-AD64-6770583094C8}" type="presParOf" srcId="{CD2A4461-4E93-4AF1-AEB2-E502D84246DA}" destId="{7B90E68D-858F-4D8B-B947-8D04F0294DB7}" srcOrd="0" destOrd="0" presId="urn:microsoft.com/office/officeart/2018/2/layout/IconVerticalSolidList"/>
    <dgm:cxn modelId="{B2505D98-BF98-4789-8A68-27F6814AB452}" type="presParOf" srcId="{CD2A4461-4E93-4AF1-AEB2-E502D84246DA}" destId="{9AC0E994-4AFD-4471-AA7A-A28214D9C20D}" srcOrd="1" destOrd="0" presId="urn:microsoft.com/office/officeart/2018/2/layout/IconVerticalSolidList"/>
    <dgm:cxn modelId="{8C60C2FD-381D-47B6-9377-F74F57F89D2C}" type="presParOf" srcId="{CD2A4461-4E93-4AF1-AEB2-E502D84246DA}" destId="{05F19D37-120E-4A70-904D-3103DA5454FB}" srcOrd="2" destOrd="0" presId="urn:microsoft.com/office/officeart/2018/2/layout/IconVerticalSolidList"/>
    <dgm:cxn modelId="{1E6A30C9-0720-4811-ABE7-B481187E38CD}" type="presParOf" srcId="{CD2A4461-4E93-4AF1-AEB2-E502D84246DA}" destId="{A7F69AE7-0A8F-48F9-9D44-0CDCA5AB8657}" srcOrd="3" destOrd="0" presId="urn:microsoft.com/office/officeart/2018/2/layout/IconVerticalSolidList"/>
    <dgm:cxn modelId="{A1C9BF94-D509-4A1B-AE88-F8DAD0AD93CE}" type="presParOf" srcId="{63AFEFB6-D99D-437E-8FEA-D4DE01A94D0F}" destId="{D61F584C-367E-427B-BA3A-EB9D1F4BA59D}" srcOrd="3" destOrd="0" presId="urn:microsoft.com/office/officeart/2018/2/layout/IconVerticalSolidList"/>
    <dgm:cxn modelId="{F6522634-FB7E-4FC5-B546-6C04E8BCC28B}" type="presParOf" srcId="{63AFEFB6-D99D-437E-8FEA-D4DE01A94D0F}" destId="{2AC880F7-A42D-4441-B87B-9510AA91803E}" srcOrd="4" destOrd="0" presId="urn:microsoft.com/office/officeart/2018/2/layout/IconVerticalSolidList"/>
    <dgm:cxn modelId="{E9091489-424C-438B-A916-A8F966EC3871}" type="presParOf" srcId="{2AC880F7-A42D-4441-B87B-9510AA91803E}" destId="{2F6C1CBE-C1C1-4475-9CCA-EE211DA12532}" srcOrd="0" destOrd="0" presId="urn:microsoft.com/office/officeart/2018/2/layout/IconVerticalSolidList"/>
    <dgm:cxn modelId="{33A71AB4-1A7E-46C8-B70A-2466C1B4AB32}" type="presParOf" srcId="{2AC880F7-A42D-4441-B87B-9510AA91803E}" destId="{18ECFFBE-DAD0-4D38-B4B9-11CE3901CB17}" srcOrd="1" destOrd="0" presId="urn:microsoft.com/office/officeart/2018/2/layout/IconVerticalSolidList"/>
    <dgm:cxn modelId="{B7D44A2F-96B0-4240-BFF6-14DDA1C36854}" type="presParOf" srcId="{2AC880F7-A42D-4441-B87B-9510AA91803E}" destId="{1B30418E-4A4D-428E-A341-0D1483098D02}" srcOrd="2" destOrd="0" presId="urn:microsoft.com/office/officeart/2018/2/layout/IconVerticalSolidList"/>
    <dgm:cxn modelId="{D28037E4-2F77-429F-8826-D72B83A1E1ED}" type="presParOf" srcId="{2AC880F7-A42D-4441-B87B-9510AA91803E}" destId="{C894CBA7-3F16-4D7C-99A3-5EF21D35A522}" srcOrd="3" destOrd="0" presId="urn:microsoft.com/office/officeart/2018/2/layout/IconVerticalSolidList"/>
    <dgm:cxn modelId="{3D83D854-E4E5-47A0-9307-78F5DBE44FD1}" type="presParOf" srcId="{63AFEFB6-D99D-437E-8FEA-D4DE01A94D0F}" destId="{160BBF1F-882F-4E7D-B544-0875B59A0BB2}" srcOrd="5" destOrd="0" presId="urn:microsoft.com/office/officeart/2018/2/layout/IconVerticalSolidList"/>
    <dgm:cxn modelId="{F9BB4E00-D2AF-4F44-9537-C72196643A90}" type="presParOf" srcId="{63AFEFB6-D99D-437E-8FEA-D4DE01A94D0F}" destId="{EE661223-7DBD-4D80-9382-21650BC2EBEA}" srcOrd="6" destOrd="0" presId="urn:microsoft.com/office/officeart/2018/2/layout/IconVerticalSolidList"/>
    <dgm:cxn modelId="{362699F4-5ECB-4843-9303-735AD43CC1A8}" type="presParOf" srcId="{EE661223-7DBD-4D80-9382-21650BC2EBEA}" destId="{59FEF32D-8BD6-4A9C-8616-DF83222B21D0}" srcOrd="0" destOrd="0" presId="urn:microsoft.com/office/officeart/2018/2/layout/IconVerticalSolidList"/>
    <dgm:cxn modelId="{C2C5C731-A1F0-4D8E-8CE5-0B978AE3BB62}" type="presParOf" srcId="{EE661223-7DBD-4D80-9382-21650BC2EBEA}" destId="{823CF25D-E545-48E6-A986-5BA6058CC1FC}" srcOrd="1" destOrd="0" presId="urn:microsoft.com/office/officeart/2018/2/layout/IconVerticalSolidList"/>
    <dgm:cxn modelId="{F2798E1D-5C7E-425B-BAA5-7B99F6A91BE5}" type="presParOf" srcId="{EE661223-7DBD-4D80-9382-21650BC2EBEA}" destId="{809B2EAB-B44D-47E3-B49E-261A69BFFDBD}" srcOrd="2" destOrd="0" presId="urn:microsoft.com/office/officeart/2018/2/layout/IconVerticalSolidList"/>
    <dgm:cxn modelId="{4970552C-76B9-4AD4-809E-9DD758D1F072}" type="presParOf" srcId="{EE661223-7DBD-4D80-9382-21650BC2EBEA}" destId="{603118A2-268C-40E6-9AAA-7ACF758B50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BD3FD27-A866-470E-A7B6-656E26BCDE54}"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982CE925-2CD7-415E-9BEB-D0078780644D}">
      <dgm:prSet/>
      <dgm:spPr/>
      <dgm:t>
        <a:bodyPr/>
        <a:lstStyle/>
        <a:p>
          <a:r>
            <a:rPr lang="en-GB"/>
            <a:t>Choose the appropriate software sharing license</a:t>
          </a:r>
          <a:endParaRPr lang="en-US"/>
        </a:p>
      </dgm:t>
    </dgm:pt>
    <dgm:pt modelId="{B2A3BE3C-99CF-41F1-9DDF-56FD68B6D6FC}" type="parTrans" cxnId="{FB1C6C08-F218-43A4-BB06-54771BD5A863}">
      <dgm:prSet/>
      <dgm:spPr/>
      <dgm:t>
        <a:bodyPr/>
        <a:lstStyle/>
        <a:p>
          <a:endParaRPr lang="en-US"/>
        </a:p>
      </dgm:t>
    </dgm:pt>
    <dgm:pt modelId="{D23B4B75-F04A-4CFA-9553-12CC8056CC71}" type="sibTrans" cxnId="{FB1C6C08-F218-43A4-BB06-54771BD5A863}">
      <dgm:prSet/>
      <dgm:spPr/>
      <dgm:t>
        <a:bodyPr/>
        <a:lstStyle/>
        <a:p>
          <a:endParaRPr lang="en-US"/>
        </a:p>
      </dgm:t>
    </dgm:pt>
    <dgm:pt modelId="{726537C5-C4E2-47DA-867A-13CC56913C96}">
      <dgm:prSet/>
      <dgm:spPr/>
      <dgm:t>
        <a:bodyPr/>
        <a:lstStyle/>
        <a:p>
          <a:r>
            <a:rPr lang="en-GB"/>
            <a:t>Producing a persistent identifier for your code is the best way to make it citable</a:t>
          </a:r>
          <a:endParaRPr lang="en-US"/>
        </a:p>
      </dgm:t>
    </dgm:pt>
    <dgm:pt modelId="{7F46C361-9FCA-434B-AA16-FF6650B7CAB2}" type="parTrans" cxnId="{34773325-6C60-4134-9833-10CCEA4DE7AE}">
      <dgm:prSet/>
      <dgm:spPr/>
      <dgm:t>
        <a:bodyPr/>
        <a:lstStyle/>
        <a:p>
          <a:endParaRPr lang="en-US"/>
        </a:p>
      </dgm:t>
    </dgm:pt>
    <dgm:pt modelId="{66D238A3-CC89-4F86-86FB-294CFCCFBA5C}" type="sibTrans" cxnId="{34773325-6C60-4134-9833-10CCEA4DE7AE}">
      <dgm:prSet/>
      <dgm:spPr/>
      <dgm:t>
        <a:bodyPr/>
        <a:lstStyle/>
        <a:p>
          <a:endParaRPr lang="en-US"/>
        </a:p>
      </dgm:t>
    </dgm:pt>
    <dgm:pt modelId="{47B2CDF4-4152-4194-9904-6ED9184AADAC}">
      <dgm:prSet/>
      <dgm:spPr/>
      <dgm:t>
        <a:bodyPr/>
        <a:lstStyle/>
        <a:p>
          <a:r>
            <a:rPr lang="en-GB"/>
            <a:t>CITATION files are a means to make citation information easily accessible in open source software repositories.</a:t>
          </a:r>
          <a:endParaRPr lang="en-US"/>
        </a:p>
      </dgm:t>
    </dgm:pt>
    <dgm:pt modelId="{FD580A4A-B4AF-4DAE-8216-3DB52EEB44C4}" type="parTrans" cxnId="{D0E9199D-2960-46A1-B0DE-7E049A20A0F4}">
      <dgm:prSet/>
      <dgm:spPr/>
      <dgm:t>
        <a:bodyPr/>
        <a:lstStyle/>
        <a:p>
          <a:endParaRPr lang="en-US"/>
        </a:p>
      </dgm:t>
    </dgm:pt>
    <dgm:pt modelId="{03E7E878-CBE8-4B16-98ED-4C3D45C78513}" type="sibTrans" cxnId="{D0E9199D-2960-46A1-B0DE-7E049A20A0F4}">
      <dgm:prSet/>
      <dgm:spPr/>
      <dgm:t>
        <a:bodyPr/>
        <a:lstStyle/>
        <a:p>
          <a:endParaRPr lang="en-US"/>
        </a:p>
      </dgm:t>
    </dgm:pt>
    <dgm:pt modelId="{D0FB3FD3-DECF-4C4C-B184-7F80753E8F1D}">
      <dgm:prSet/>
      <dgm:spPr/>
      <dgm:t>
        <a:bodyPr/>
        <a:lstStyle/>
        <a:p>
          <a:r>
            <a:rPr lang="en-GB"/>
            <a:t>CONTRIBUTING and CODE_OF_CONDUCT files in your repository that outline expectations for member interactions.</a:t>
          </a:r>
          <a:endParaRPr lang="en-US"/>
        </a:p>
      </dgm:t>
    </dgm:pt>
    <dgm:pt modelId="{C77563A5-C3C2-4676-A358-9B96D8B538CA}" type="parTrans" cxnId="{38684BFB-4E56-4812-85E5-E0363B3C245E}">
      <dgm:prSet/>
      <dgm:spPr/>
      <dgm:t>
        <a:bodyPr/>
        <a:lstStyle/>
        <a:p>
          <a:endParaRPr lang="en-US"/>
        </a:p>
      </dgm:t>
    </dgm:pt>
    <dgm:pt modelId="{08A378A5-4ED3-4977-8914-6EB75E2DA567}" type="sibTrans" cxnId="{38684BFB-4E56-4812-85E5-E0363B3C245E}">
      <dgm:prSet/>
      <dgm:spPr/>
      <dgm:t>
        <a:bodyPr/>
        <a:lstStyle/>
        <a:p>
          <a:endParaRPr lang="en-US"/>
        </a:p>
      </dgm:t>
    </dgm:pt>
    <dgm:pt modelId="{8AEEEE03-8C57-B043-B31E-FF6C7623CDF5}" type="pres">
      <dgm:prSet presAssocID="{5BD3FD27-A866-470E-A7B6-656E26BCDE54}" presName="vert0" presStyleCnt="0">
        <dgm:presLayoutVars>
          <dgm:dir/>
          <dgm:animOne val="branch"/>
          <dgm:animLvl val="lvl"/>
        </dgm:presLayoutVars>
      </dgm:prSet>
      <dgm:spPr/>
    </dgm:pt>
    <dgm:pt modelId="{0F7F27E7-EBD0-1C42-9174-168CD31FE4ED}" type="pres">
      <dgm:prSet presAssocID="{982CE925-2CD7-415E-9BEB-D0078780644D}" presName="thickLine" presStyleLbl="alignNode1" presStyleIdx="0" presStyleCnt="4"/>
      <dgm:spPr/>
    </dgm:pt>
    <dgm:pt modelId="{0F3793E6-04F5-A049-932D-60A6A2872124}" type="pres">
      <dgm:prSet presAssocID="{982CE925-2CD7-415E-9BEB-D0078780644D}" presName="horz1" presStyleCnt="0"/>
      <dgm:spPr/>
    </dgm:pt>
    <dgm:pt modelId="{0743628C-275B-C544-9B59-B4D2391D2CEE}" type="pres">
      <dgm:prSet presAssocID="{982CE925-2CD7-415E-9BEB-D0078780644D}" presName="tx1" presStyleLbl="revTx" presStyleIdx="0" presStyleCnt="4"/>
      <dgm:spPr/>
    </dgm:pt>
    <dgm:pt modelId="{3B3AD674-2F4E-8D46-AACA-F03A772F9757}" type="pres">
      <dgm:prSet presAssocID="{982CE925-2CD7-415E-9BEB-D0078780644D}" presName="vert1" presStyleCnt="0"/>
      <dgm:spPr/>
    </dgm:pt>
    <dgm:pt modelId="{4E474AAD-A77B-CC40-823F-7A2EF8BFC493}" type="pres">
      <dgm:prSet presAssocID="{726537C5-C4E2-47DA-867A-13CC56913C96}" presName="thickLine" presStyleLbl="alignNode1" presStyleIdx="1" presStyleCnt="4"/>
      <dgm:spPr/>
    </dgm:pt>
    <dgm:pt modelId="{7AA0C065-3111-DE42-BCD5-A519F6B9837D}" type="pres">
      <dgm:prSet presAssocID="{726537C5-C4E2-47DA-867A-13CC56913C96}" presName="horz1" presStyleCnt="0"/>
      <dgm:spPr/>
    </dgm:pt>
    <dgm:pt modelId="{D3316AC6-A78D-B94B-BEBC-C1809F80A32F}" type="pres">
      <dgm:prSet presAssocID="{726537C5-C4E2-47DA-867A-13CC56913C96}" presName="tx1" presStyleLbl="revTx" presStyleIdx="1" presStyleCnt="4"/>
      <dgm:spPr/>
    </dgm:pt>
    <dgm:pt modelId="{60B0AC7C-724A-8149-A8CE-94D7E93FF030}" type="pres">
      <dgm:prSet presAssocID="{726537C5-C4E2-47DA-867A-13CC56913C96}" presName="vert1" presStyleCnt="0"/>
      <dgm:spPr/>
    </dgm:pt>
    <dgm:pt modelId="{33701238-3697-F344-884A-ADDB521358B2}" type="pres">
      <dgm:prSet presAssocID="{47B2CDF4-4152-4194-9904-6ED9184AADAC}" presName="thickLine" presStyleLbl="alignNode1" presStyleIdx="2" presStyleCnt="4"/>
      <dgm:spPr/>
    </dgm:pt>
    <dgm:pt modelId="{8C9FAF2B-44FB-C146-8DDB-430762FBBAD6}" type="pres">
      <dgm:prSet presAssocID="{47B2CDF4-4152-4194-9904-6ED9184AADAC}" presName="horz1" presStyleCnt="0"/>
      <dgm:spPr/>
    </dgm:pt>
    <dgm:pt modelId="{3EE2E165-9252-1340-919D-52E65ABC2896}" type="pres">
      <dgm:prSet presAssocID="{47B2CDF4-4152-4194-9904-6ED9184AADAC}" presName="tx1" presStyleLbl="revTx" presStyleIdx="2" presStyleCnt="4"/>
      <dgm:spPr/>
    </dgm:pt>
    <dgm:pt modelId="{B5D8452B-5E47-F34F-AA7C-8DC8322152B7}" type="pres">
      <dgm:prSet presAssocID="{47B2CDF4-4152-4194-9904-6ED9184AADAC}" presName="vert1" presStyleCnt="0"/>
      <dgm:spPr/>
    </dgm:pt>
    <dgm:pt modelId="{084A22F6-9809-CB44-B41A-CFE62847A55E}" type="pres">
      <dgm:prSet presAssocID="{D0FB3FD3-DECF-4C4C-B184-7F80753E8F1D}" presName="thickLine" presStyleLbl="alignNode1" presStyleIdx="3" presStyleCnt="4"/>
      <dgm:spPr/>
    </dgm:pt>
    <dgm:pt modelId="{4650C33E-B870-3949-90CA-733194337AD7}" type="pres">
      <dgm:prSet presAssocID="{D0FB3FD3-DECF-4C4C-B184-7F80753E8F1D}" presName="horz1" presStyleCnt="0"/>
      <dgm:spPr/>
    </dgm:pt>
    <dgm:pt modelId="{6666E911-C1C4-8F43-AEB8-E89A9D087BB4}" type="pres">
      <dgm:prSet presAssocID="{D0FB3FD3-DECF-4C4C-B184-7F80753E8F1D}" presName="tx1" presStyleLbl="revTx" presStyleIdx="3" presStyleCnt="4"/>
      <dgm:spPr/>
    </dgm:pt>
    <dgm:pt modelId="{48465647-AE0B-1144-8419-E5061CD1FBF2}" type="pres">
      <dgm:prSet presAssocID="{D0FB3FD3-DECF-4C4C-B184-7F80753E8F1D}" presName="vert1" presStyleCnt="0"/>
      <dgm:spPr/>
    </dgm:pt>
  </dgm:ptLst>
  <dgm:cxnLst>
    <dgm:cxn modelId="{FB1C6C08-F218-43A4-BB06-54771BD5A863}" srcId="{5BD3FD27-A866-470E-A7B6-656E26BCDE54}" destId="{982CE925-2CD7-415E-9BEB-D0078780644D}" srcOrd="0" destOrd="0" parTransId="{B2A3BE3C-99CF-41F1-9DDF-56FD68B6D6FC}" sibTransId="{D23B4B75-F04A-4CFA-9553-12CC8056CC71}"/>
    <dgm:cxn modelId="{DA830115-190D-C24F-BD80-AB5FA734CDE8}" type="presOf" srcId="{D0FB3FD3-DECF-4C4C-B184-7F80753E8F1D}" destId="{6666E911-C1C4-8F43-AEB8-E89A9D087BB4}" srcOrd="0" destOrd="0" presId="urn:microsoft.com/office/officeart/2008/layout/LinedList"/>
    <dgm:cxn modelId="{34773325-6C60-4134-9833-10CCEA4DE7AE}" srcId="{5BD3FD27-A866-470E-A7B6-656E26BCDE54}" destId="{726537C5-C4E2-47DA-867A-13CC56913C96}" srcOrd="1" destOrd="0" parTransId="{7F46C361-9FCA-434B-AA16-FF6650B7CAB2}" sibTransId="{66D238A3-CC89-4F86-86FB-294CFCCFBA5C}"/>
    <dgm:cxn modelId="{1130F741-7AA1-374E-87E5-19F5A0993E65}" type="presOf" srcId="{47B2CDF4-4152-4194-9904-6ED9184AADAC}" destId="{3EE2E165-9252-1340-919D-52E65ABC2896}" srcOrd="0" destOrd="0" presId="urn:microsoft.com/office/officeart/2008/layout/LinedList"/>
    <dgm:cxn modelId="{FC60A357-2C8E-FA44-92D7-18729EBF0CAE}" type="presOf" srcId="{982CE925-2CD7-415E-9BEB-D0078780644D}" destId="{0743628C-275B-C544-9B59-B4D2391D2CEE}" srcOrd="0" destOrd="0" presId="urn:microsoft.com/office/officeart/2008/layout/LinedList"/>
    <dgm:cxn modelId="{078F0B78-D79D-F04A-A52C-FA923928ED18}" type="presOf" srcId="{726537C5-C4E2-47DA-867A-13CC56913C96}" destId="{D3316AC6-A78D-B94B-BEBC-C1809F80A32F}" srcOrd="0" destOrd="0" presId="urn:microsoft.com/office/officeart/2008/layout/LinedList"/>
    <dgm:cxn modelId="{40B7BB9B-AA2E-A04C-9B8F-5F75D541C9B9}" type="presOf" srcId="{5BD3FD27-A866-470E-A7B6-656E26BCDE54}" destId="{8AEEEE03-8C57-B043-B31E-FF6C7623CDF5}" srcOrd="0" destOrd="0" presId="urn:microsoft.com/office/officeart/2008/layout/LinedList"/>
    <dgm:cxn modelId="{D0E9199D-2960-46A1-B0DE-7E049A20A0F4}" srcId="{5BD3FD27-A866-470E-A7B6-656E26BCDE54}" destId="{47B2CDF4-4152-4194-9904-6ED9184AADAC}" srcOrd="2" destOrd="0" parTransId="{FD580A4A-B4AF-4DAE-8216-3DB52EEB44C4}" sibTransId="{03E7E878-CBE8-4B16-98ED-4C3D45C78513}"/>
    <dgm:cxn modelId="{38684BFB-4E56-4812-85E5-E0363B3C245E}" srcId="{5BD3FD27-A866-470E-A7B6-656E26BCDE54}" destId="{D0FB3FD3-DECF-4C4C-B184-7F80753E8F1D}" srcOrd="3" destOrd="0" parTransId="{C77563A5-C3C2-4676-A358-9B96D8B538CA}" sibTransId="{08A378A5-4ED3-4977-8914-6EB75E2DA567}"/>
    <dgm:cxn modelId="{89E0A18E-6138-8440-B0D5-7EAD5473CBA6}" type="presParOf" srcId="{8AEEEE03-8C57-B043-B31E-FF6C7623CDF5}" destId="{0F7F27E7-EBD0-1C42-9174-168CD31FE4ED}" srcOrd="0" destOrd="0" presId="urn:microsoft.com/office/officeart/2008/layout/LinedList"/>
    <dgm:cxn modelId="{35C15066-6A63-A844-9BD6-551BB933DDBA}" type="presParOf" srcId="{8AEEEE03-8C57-B043-B31E-FF6C7623CDF5}" destId="{0F3793E6-04F5-A049-932D-60A6A2872124}" srcOrd="1" destOrd="0" presId="urn:microsoft.com/office/officeart/2008/layout/LinedList"/>
    <dgm:cxn modelId="{D43D031B-D521-EA42-8D2C-400386FB496B}" type="presParOf" srcId="{0F3793E6-04F5-A049-932D-60A6A2872124}" destId="{0743628C-275B-C544-9B59-B4D2391D2CEE}" srcOrd="0" destOrd="0" presId="urn:microsoft.com/office/officeart/2008/layout/LinedList"/>
    <dgm:cxn modelId="{B1CF4330-6E96-D242-AABC-FDC302E54503}" type="presParOf" srcId="{0F3793E6-04F5-A049-932D-60A6A2872124}" destId="{3B3AD674-2F4E-8D46-AACA-F03A772F9757}" srcOrd="1" destOrd="0" presId="urn:microsoft.com/office/officeart/2008/layout/LinedList"/>
    <dgm:cxn modelId="{A3793672-438C-2142-AE81-45E825930571}" type="presParOf" srcId="{8AEEEE03-8C57-B043-B31E-FF6C7623CDF5}" destId="{4E474AAD-A77B-CC40-823F-7A2EF8BFC493}" srcOrd="2" destOrd="0" presId="urn:microsoft.com/office/officeart/2008/layout/LinedList"/>
    <dgm:cxn modelId="{80431167-D03E-0043-8F9E-3C3F239E7170}" type="presParOf" srcId="{8AEEEE03-8C57-B043-B31E-FF6C7623CDF5}" destId="{7AA0C065-3111-DE42-BCD5-A519F6B9837D}" srcOrd="3" destOrd="0" presId="urn:microsoft.com/office/officeart/2008/layout/LinedList"/>
    <dgm:cxn modelId="{E529B0C1-26A9-D74B-B0A3-79436F6B15CB}" type="presParOf" srcId="{7AA0C065-3111-DE42-BCD5-A519F6B9837D}" destId="{D3316AC6-A78D-B94B-BEBC-C1809F80A32F}" srcOrd="0" destOrd="0" presId="urn:microsoft.com/office/officeart/2008/layout/LinedList"/>
    <dgm:cxn modelId="{A3CC6502-0CE6-D448-9ED4-1BE7CE4964D5}" type="presParOf" srcId="{7AA0C065-3111-DE42-BCD5-A519F6B9837D}" destId="{60B0AC7C-724A-8149-A8CE-94D7E93FF030}" srcOrd="1" destOrd="0" presId="urn:microsoft.com/office/officeart/2008/layout/LinedList"/>
    <dgm:cxn modelId="{2F36C7B8-B2FD-9D4A-8E3A-0E8544459348}" type="presParOf" srcId="{8AEEEE03-8C57-B043-B31E-FF6C7623CDF5}" destId="{33701238-3697-F344-884A-ADDB521358B2}" srcOrd="4" destOrd="0" presId="urn:microsoft.com/office/officeart/2008/layout/LinedList"/>
    <dgm:cxn modelId="{B99D73A0-506D-9E4F-9D19-F211BC20F2A0}" type="presParOf" srcId="{8AEEEE03-8C57-B043-B31E-FF6C7623CDF5}" destId="{8C9FAF2B-44FB-C146-8DDB-430762FBBAD6}" srcOrd="5" destOrd="0" presId="urn:microsoft.com/office/officeart/2008/layout/LinedList"/>
    <dgm:cxn modelId="{971FD1CB-C3ED-E041-8E19-47CF6A54201B}" type="presParOf" srcId="{8C9FAF2B-44FB-C146-8DDB-430762FBBAD6}" destId="{3EE2E165-9252-1340-919D-52E65ABC2896}" srcOrd="0" destOrd="0" presId="urn:microsoft.com/office/officeart/2008/layout/LinedList"/>
    <dgm:cxn modelId="{DB3F4F62-6CA2-E54B-8D45-BAFD7C4D98CE}" type="presParOf" srcId="{8C9FAF2B-44FB-C146-8DDB-430762FBBAD6}" destId="{B5D8452B-5E47-F34F-AA7C-8DC8322152B7}" srcOrd="1" destOrd="0" presId="urn:microsoft.com/office/officeart/2008/layout/LinedList"/>
    <dgm:cxn modelId="{4DB5BA28-31FE-214F-890E-F17087DF4732}" type="presParOf" srcId="{8AEEEE03-8C57-B043-B31E-FF6C7623CDF5}" destId="{084A22F6-9809-CB44-B41A-CFE62847A55E}" srcOrd="6" destOrd="0" presId="urn:microsoft.com/office/officeart/2008/layout/LinedList"/>
    <dgm:cxn modelId="{1520949B-0ED4-EE46-B1F5-45F73768FB8C}" type="presParOf" srcId="{8AEEEE03-8C57-B043-B31E-FF6C7623CDF5}" destId="{4650C33E-B870-3949-90CA-733194337AD7}" srcOrd="7" destOrd="0" presId="urn:microsoft.com/office/officeart/2008/layout/LinedList"/>
    <dgm:cxn modelId="{E80C667D-19FA-1241-B24E-6C7F189C21A7}" type="presParOf" srcId="{4650C33E-B870-3949-90CA-733194337AD7}" destId="{6666E911-C1C4-8F43-AEB8-E89A9D087BB4}" srcOrd="0" destOrd="0" presId="urn:microsoft.com/office/officeart/2008/layout/LinedList"/>
    <dgm:cxn modelId="{695E6272-8F99-BD46-846C-953A422C9BC7}" type="presParOf" srcId="{4650C33E-B870-3949-90CA-733194337AD7}" destId="{48465647-AE0B-1144-8419-E5061CD1FBF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FD56BF-8374-604F-89C8-3DE5964CA74E}">
      <dsp:nvSpPr>
        <dsp:cNvPr id="0" name=""/>
        <dsp:cNvSpPr/>
      </dsp:nvSpPr>
      <dsp:spPr>
        <a:xfrm>
          <a:off x="51" y="118985"/>
          <a:ext cx="4913783" cy="1931091"/>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kern="1200"/>
            <a:t>Big overarching question – what should community engaged research look like?</a:t>
          </a:r>
        </a:p>
      </dsp:txBody>
      <dsp:txXfrm>
        <a:off x="51" y="118985"/>
        <a:ext cx="4913783" cy="1931091"/>
      </dsp:txXfrm>
    </dsp:sp>
    <dsp:sp modelId="{CB043162-3D48-6E46-83CF-62BFA6A6D354}">
      <dsp:nvSpPr>
        <dsp:cNvPr id="0" name=""/>
        <dsp:cNvSpPr/>
      </dsp:nvSpPr>
      <dsp:spPr>
        <a:xfrm>
          <a:off x="51" y="2050077"/>
          <a:ext cx="4913783" cy="2182275"/>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en-US" sz="3000" kern="1200"/>
            <a:t>How is open science part of it?</a:t>
          </a:r>
        </a:p>
      </dsp:txBody>
      <dsp:txXfrm>
        <a:off x="51" y="2050077"/>
        <a:ext cx="4913783" cy="2182275"/>
      </dsp:txXfrm>
    </dsp:sp>
    <dsp:sp modelId="{106411B0-7473-5C4D-87B5-D9A9EDB34C4A}">
      <dsp:nvSpPr>
        <dsp:cNvPr id="0" name=""/>
        <dsp:cNvSpPr/>
      </dsp:nvSpPr>
      <dsp:spPr>
        <a:xfrm>
          <a:off x="5601764" y="118985"/>
          <a:ext cx="4913783" cy="1931091"/>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kern="1200"/>
            <a:t>How should this look in upcoming projects?</a:t>
          </a:r>
        </a:p>
      </dsp:txBody>
      <dsp:txXfrm>
        <a:off x="5601764" y="118985"/>
        <a:ext cx="4913783" cy="1931091"/>
      </dsp:txXfrm>
    </dsp:sp>
    <dsp:sp modelId="{AC99667C-E263-3A4E-9D98-5D6EAF9D1DD6}">
      <dsp:nvSpPr>
        <dsp:cNvPr id="0" name=""/>
        <dsp:cNvSpPr/>
      </dsp:nvSpPr>
      <dsp:spPr>
        <a:xfrm>
          <a:off x="5601764" y="2050077"/>
          <a:ext cx="4913783" cy="2182275"/>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en-US" sz="3000" kern="1200"/>
            <a:t>Who should do what?</a:t>
          </a:r>
        </a:p>
        <a:p>
          <a:pPr marL="285750" lvl="1" indent="-285750" algn="l" defTabSz="1333500">
            <a:lnSpc>
              <a:spcPct val="90000"/>
            </a:lnSpc>
            <a:spcBef>
              <a:spcPct val="0"/>
            </a:spcBef>
            <a:spcAft>
              <a:spcPct val="15000"/>
            </a:spcAft>
            <a:buChar char="•"/>
          </a:pPr>
          <a:r>
            <a:rPr lang="en-US" sz="3000" kern="1200"/>
            <a:t>What capacity development should we focus on?</a:t>
          </a:r>
        </a:p>
      </dsp:txBody>
      <dsp:txXfrm>
        <a:off x="5601764" y="2050077"/>
        <a:ext cx="4913783" cy="21822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398BD8-27B9-4080-93B3-0D194C3A99B9}">
      <dsp:nvSpPr>
        <dsp:cNvPr id="0" name=""/>
        <dsp:cNvSpPr/>
      </dsp:nvSpPr>
      <dsp:spPr>
        <a:xfrm>
          <a:off x="718664" y="453902"/>
          <a:ext cx="1955812" cy="195581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1D7FFD-A71E-41F2-B3E3-C9001AF57AF7}">
      <dsp:nvSpPr>
        <dsp:cNvPr id="0" name=""/>
        <dsp:cNvSpPr/>
      </dsp:nvSpPr>
      <dsp:spPr>
        <a:xfrm>
          <a:off x="1135476" y="870715"/>
          <a:ext cx="1122187" cy="1122187"/>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44DA80-49CF-4EF2-A7D3-8267D7ACE268}">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Fedral grants</a:t>
          </a:r>
        </a:p>
      </dsp:txBody>
      <dsp:txXfrm>
        <a:off x="93445" y="3018902"/>
        <a:ext cx="3206250" cy="720000"/>
      </dsp:txXfrm>
    </dsp:sp>
    <dsp:sp modelId="{3C19827A-4BB5-4E52-BA21-F2759884B2F3}">
      <dsp:nvSpPr>
        <dsp:cNvPr id="0" name=""/>
        <dsp:cNvSpPr/>
      </dsp:nvSpPr>
      <dsp:spPr>
        <a:xfrm>
          <a:off x="4486008" y="453902"/>
          <a:ext cx="1955812" cy="195581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391BE-71B6-4779-81EE-9A629C66AEA2}">
      <dsp:nvSpPr>
        <dsp:cNvPr id="0" name=""/>
        <dsp:cNvSpPr/>
      </dsp:nvSpPr>
      <dsp:spPr>
        <a:xfrm>
          <a:off x="4902820" y="870715"/>
          <a:ext cx="1122187" cy="1122187"/>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1BF333-952F-4837-B246-8C0B37693C14}">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In communnity-engaged research, who should handle any software development? Manage the software plan?</a:t>
          </a:r>
        </a:p>
      </dsp:txBody>
      <dsp:txXfrm>
        <a:off x="3860789" y="3018902"/>
        <a:ext cx="3206250" cy="720000"/>
      </dsp:txXfrm>
    </dsp:sp>
    <dsp:sp modelId="{79258828-4030-43E0-A982-146B1521C340}">
      <dsp:nvSpPr>
        <dsp:cNvPr id="0" name=""/>
        <dsp:cNvSpPr/>
      </dsp:nvSpPr>
      <dsp:spPr>
        <a:xfrm>
          <a:off x="8253352" y="453902"/>
          <a:ext cx="1955812" cy="195581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557E5E-FDF8-4D26-BF79-CAE5EDDE7F66}">
      <dsp:nvSpPr>
        <dsp:cNvPr id="0" name=""/>
        <dsp:cNvSpPr/>
      </dsp:nvSpPr>
      <dsp:spPr>
        <a:xfrm>
          <a:off x="8670164" y="870715"/>
          <a:ext cx="1122187" cy="1122187"/>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2D2C16-076B-4C76-B0D4-D700901410F8}">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Could this capacity be develloped with other partners? Who? How?</a:t>
          </a:r>
        </a:p>
      </dsp:txBody>
      <dsp:txXfrm>
        <a:off x="7628133" y="3018902"/>
        <a:ext cx="3206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B494FA-0DF2-446C-975E-415D3C5AD1C0}">
      <dsp:nvSpPr>
        <dsp:cNvPr id="0" name=""/>
        <dsp:cNvSpPr/>
      </dsp:nvSpPr>
      <dsp:spPr>
        <a:xfrm>
          <a:off x="10657" y="274146"/>
          <a:ext cx="1096417" cy="959200"/>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9017B8-88A0-4E67-86C2-5AAA04ADAFBC}">
      <dsp:nvSpPr>
        <dsp:cNvPr id="0" name=""/>
        <dsp:cNvSpPr/>
      </dsp:nvSpPr>
      <dsp:spPr>
        <a:xfrm>
          <a:off x="10657" y="1396877"/>
          <a:ext cx="3132622" cy="411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90000"/>
            </a:lnSpc>
            <a:spcBef>
              <a:spcPct val="0"/>
            </a:spcBef>
            <a:spcAft>
              <a:spcPct val="35000"/>
            </a:spcAft>
            <a:buNone/>
            <a:defRPr b="1"/>
          </a:pPr>
          <a:r>
            <a:rPr lang="en-GB" sz="2900" kern="1200"/>
            <a:t>Source code </a:t>
          </a:r>
          <a:endParaRPr lang="en-US" sz="2900" kern="1200"/>
        </a:p>
      </dsp:txBody>
      <dsp:txXfrm>
        <a:off x="10657" y="1396877"/>
        <a:ext cx="3132622" cy="411085"/>
      </dsp:txXfrm>
    </dsp:sp>
    <dsp:sp modelId="{385EA204-126F-484E-B52A-A940B5F6BFE2}">
      <dsp:nvSpPr>
        <dsp:cNvPr id="0" name=""/>
        <dsp:cNvSpPr/>
      </dsp:nvSpPr>
      <dsp:spPr>
        <a:xfrm>
          <a:off x="10657" y="1884023"/>
          <a:ext cx="3132622" cy="2193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Human-readable set of statements written in a programming language that together compose software. Programmers write software in source code, often saved as a text file on a computer. The terms code and source code are often used interchangeably.</a:t>
          </a:r>
          <a:endParaRPr lang="en-US" sz="1700" kern="1200"/>
        </a:p>
      </dsp:txBody>
      <dsp:txXfrm>
        <a:off x="10657" y="1884023"/>
        <a:ext cx="3132622" cy="2193168"/>
      </dsp:txXfrm>
    </dsp:sp>
    <dsp:sp modelId="{5FC238AA-C484-4C88-83C2-D4056650518C}">
      <dsp:nvSpPr>
        <dsp:cNvPr id="0" name=""/>
        <dsp:cNvSpPr/>
      </dsp:nvSpPr>
      <dsp:spPr>
        <a:xfrm>
          <a:off x="3691488" y="274146"/>
          <a:ext cx="1096417" cy="959200"/>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308FD0-F271-4796-952B-783EEAA0B317}">
      <dsp:nvSpPr>
        <dsp:cNvPr id="0" name=""/>
        <dsp:cNvSpPr/>
      </dsp:nvSpPr>
      <dsp:spPr>
        <a:xfrm>
          <a:off x="3691488" y="1396877"/>
          <a:ext cx="3132622" cy="411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90000"/>
            </a:lnSpc>
            <a:spcBef>
              <a:spcPct val="0"/>
            </a:spcBef>
            <a:spcAft>
              <a:spcPct val="35000"/>
            </a:spcAft>
            <a:buNone/>
            <a:defRPr b="1"/>
          </a:pPr>
          <a:r>
            <a:rPr lang="en-GB" sz="2900" kern="1200"/>
            <a:t>Version control</a:t>
          </a:r>
          <a:endParaRPr lang="en-US" sz="2900" kern="1200"/>
        </a:p>
      </dsp:txBody>
      <dsp:txXfrm>
        <a:off x="3691488" y="1396877"/>
        <a:ext cx="3132622" cy="411085"/>
      </dsp:txXfrm>
    </dsp:sp>
    <dsp:sp modelId="{AB292D4C-A471-4B3A-A935-530617375BF8}">
      <dsp:nvSpPr>
        <dsp:cNvPr id="0" name=""/>
        <dsp:cNvSpPr/>
      </dsp:nvSpPr>
      <dsp:spPr>
        <a:xfrm>
          <a:off x="3691488" y="1884023"/>
          <a:ext cx="3132622" cy="2193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A system to automatically manage changing versions of a computer file, especially one that contains source code. In software development, version control preserves a complete history of changes to the source code and enables a developer to roll back to an earlier version if needed.</a:t>
          </a:r>
          <a:endParaRPr lang="en-US" sz="1700" kern="1200"/>
        </a:p>
      </dsp:txBody>
      <dsp:txXfrm>
        <a:off x="3691488" y="1884023"/>
        <a:ext cx="3132622" cy="2193168"/>
      </dsp:txXfrm>
    </dsp:sp>
    <dsp:sp modelId="{56D72F17-46CC-46F0-A32F-4AD4388E1677}">
      <dsp:nvSpPr>
        <dsp:cNvPr id="0" name=""/>
        <dsp:cNvSpPr/>
      </dsp:nvSpPr>
      <dsp:spPr>
        <a:xfrm>
          <a:off x="7372320" y="274146"/>
          <a:ext cx="1096417" cy="959200"/>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6140D1-6F1B-44B4-A4D0-6AE4612CC305}">
      <dsp:nvSpPr>
        <dsp:cNvPr id="0" name=""/>
        <dsp:cNvSpPr/>
      </dsp:nvSpPr>
      <dsp:spPr>
        <a:xfrm>
          <a:off x="7372320" y="1396877"/>
          <a:ext cx="3132622" cy="411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89050">
            <a:lnSpc>
              <a:spcPct val="90000"/>
            </a:lnSpc>
            <a:spcBef>
              <a:spcPct val="0"/>
            </a:spcBef>
            <a:spcAft>
              <a:spcPct val="35000"/>
            </a:spcAft>
            <a:buNone/>
            <a:defRPr b="1"/>
          </a:pPr>
          <a:r>
            <a:rPr lang="en-GB" sz="2900" kern="1200"/>
            <a:t>Code repository</a:t>
          </a:r>
          <a:endParaRPr lang="en-US" sz="2900" kern="1200"/>
        </a:p>
      </dsp:txBody>
      <dsp:txXfrm>
        <a:off x="7372320" y="1396877"/>
        <a:ext cx="3132622" cy="411085"/>
      </dsp:txXfrm>
    </dsp:sp>
    <dsp:sp modelId="{FC613FBE-1B0F-4B6A-A5AF-0C21726EA245}">
      <dsp:nvSpPr>
        <dsp:cNvPr id="0" name=""/>
        <dsp:cNvSpPr/>
      </dsp:nvSpPr>
      <dsp:spPr>
        <a:xfrm>
          <a:off x="7372320" y="1884023"/>
          <a:ext cx="3132622" cy="2193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A central storage location for the source code. Code repositories may contain source code in one or more programming languages. Repositories may provide tools for merging inputs from developers, automated testing to verify the proper functioning of source code, version control to track changes over time, and project management features. These sites may not promise long-term retention.</a:t>
          </a:r>
          <a:endParaRPr lang="en-US" sz="1700" kern="1200"/>
        </a:p>
      </dsp:txBody>
      <dsp:txXfrm>
        <a:off x="7372320" y="1884023"/>
        <a:ext cx="3132622" cy="21931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801FA1-EB69-A640-8A10-4E928584926A}">
      <dsp:nvSpPr>
        <dsp:cNvPr id="0" name=""/>
        <dsp:cNvSpPr/>
      </dsp:nvSpPr>
      <dsp:spPr>
        <a:xfrm>
          <a:off x="1283" y="73062"/>
          <a:ext cx="4205213" cy="4205213"/>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690" tIns="59690" rIns="59690" bIns="59690" numCol="1" spcCol="1270" anchor="ctr" anchorCtr="0">
          <a:noAutofit/>
        </a:bodyPr>
        <a:lstStyle/>
        <a:p>
          <a:pPr marL="0" lvl="0" indent="0" algn="ctr" defTabSz="2089150">
            <a:lnSpc>
              <a:spcPct val="90000"/>
            </a:lnSpc>
            <a:spcBef>
              <a:spcPct val="0"/>
            </a:spcBef>
            <a:spcAft>
              <a:spcPct val="35000"/>
            </a:spcAft>
            <a:buNone/>
          </a:pPr>
          <a:r>
            <a:rPr lang="en-US" sz="4700" kern="1200"/>
            <a:t>Who has done any coding?</a:t>
          </a:r>
        </a:p>
      </dsp:txBody>
      <dsp:txXfrm>
        <a:off x="617122" y="688901"/>
        <a:ext cx="2973535" cy="2973535"/>
      </dsp:txXfrm>
    </dsp:sp>
    <dsp:sp modelId="{CA432D13-0D35-414D-B051-DFE25605A2A5}">
      <dsp:nvSpPr>
        <dsp:cNvPr id="0" name=""/>
        <dsp:cNvSpPr/>
      </dsp:nvSpPr>
      <dsp:spPr>
        <a:xfrm rot="5400000">
          <a:off x="4553426" y="1618478"/>
          <a:ext cx="1471824" cy="1114381"/>
        </a:xfrm>
        <a:prstGeom prst="triangl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87EA72E-71F2-9042-9DE8-438E853473F4}">
      <dsp:nvSpPr>
        <dsp:cNvPr id="0" name=""/>
        <dsp:cNvSpPr/>
      </dsp:nvSpPr>
      <dsp:spPr>
        <a:xfrm>
          <a:off x="6309103" y="73062"/>
          <a:ext cx="4205213" cy="4205213"/>
        </a:xfrm>
        <a:prstGeom prst="ellipse">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690" tIns="59690" rIns="59690" bIns="59690" numCol="1" spcCol="1270" anchor="ctr" anchorCtr="0">
          <a:noAutofit/>
        </a:bodyPr>
        <a:lstStyle/>
        <a:p>
          <a:pPr marL="0" lvl="0" indent="0" algn="ctr" defTabSz="2089150">
            <a:lnSpc>
              <a:spcPct val="90000"/>
            </a:lnSpc>
            <a:spcBef>
              <a:spcPct val="0"/>
            </a:spcBef>
            <a:spcAft>
              <a:spcPct val="35000"/>
            </a:spcAft>
            <a:buNone/>
          </a:pPr>
          <a:r>
            <a:rPr lang="en-US" sz="4700" kern="1200"/>
            <a:t>Why would we want or need to use code?</a:t>
          </a:r>
        </a:p>
      </dsp:txBody>
      <dsp:txXfrm>
        <a:off x="6924942" y="688901"/>
        <a:ext cx="2973535" cy="29735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43045B-0563-2046-B651-75AB1FC066FD}">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FBBEFD-FC0F-8147-881F-BF656843EBB0}">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What are benefits of open source software?</a:t>
          </a:r>
        </a:p>
      </dsp:txBody>
      <dsp:txXfrm>
        <a:off x="696297" y="538547"/>
        <a:ext cx="4171627" cy="2590157"/>
      </dsp:txXfrm>
    </dsp:sp>
    <dsp:sp modelId="{9349D95A-3E78-6040-B746-4E60A12A90F2}">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4CB0DC-B25E-4E4C-A8F1-9EA736862943}">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What are concerns about open source software?</a:t>
          </a:r>
        </a:p>
      </dsp:txBody>
      <dsp:txXfrm>
        <a:off x="5991936" y="538547"/>
        <a:ext cx="4171627" cy="25901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C8D61C-F28E-4E70-A0C1-892AC4B940F1}">
      <dsp:nvSpPr>
        <dsp:cNvPr id="0" name=""/>
        <dsp:cNvSpPr/>
      </dsp:nvSpPr>
      <dsp:spPr>
        <a:xfrm>
          <a:off x="679050" y="578169"/>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230495-9B85-4BB1-B2A9-1F7D96DB369A}">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0A3FBD-E6B4-42CC-B074-CCEF7CE3542B}">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military secret</a:t>
          </a:r>
        </a:p>
      </dsp:txBody>
      <dsp:txXfrm>
        <a:off x="75768" y="3053169"/>
        <a:ext cx="3093750" cy="720000"/>
      </dsp:txXfrm>
    </dsp:sp>
    <dsp:sp modelId="{5ABA22DC-57EB-49D7-B801-52EADB1446B2}">
      <dsp:nvSpPr>
        <dsp:cNvPr id="0" name=""/>
        <dsp:cNvSpPr/>
      </dsp:nvSpPr>
      <dsp:spPr>
        <a:xfrm>
          <a:off x="4314206" y="578169"/>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6F4013-A628-43ED-83EF-FC7618BA05BB}">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9DD729-F0A3-4625-A837-9D1ADEBB03BA}">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intelectual property or patent</a:t>
          </a:r>
        </a:p>
      </dsp:txBody>
      <dsp:txXfrm>
        <a:off x="3710925" y="3053169"/>
        <a:ext cx="3093750" cy="720000"/>
      </dsp:txXfrm>
    </dsp:sp>
    <dsp:sp modelId="{9D16332A-3698-46A5-9D43-236417B02527}">
      <dsp:nvSpPr>
        <dsp:cNvPr id="0" name=""/>
        <dsp:cNvSpPr/>
      </dsp:nvSpPr>
      <dsp:spPr>
        <a:xfrm>
          <a:off x="7949362" y="578169"/>
          <a:ext cx="1887187" cy="1887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0472BB-1680-430D-AF93-5370B4AC86E1}">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3BD845-0524-402B-B309-F8D6DBAEC24F}">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institutional policies</a:t>
          </a:r>
        </a:p>
      </dsp:txBody>
      <dsp:txXfrm>
        <a:off x="7346081" y="3053169"/>
        <a:ext cx="309375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E769B-1E05-7F4E-8291-A88ED0D78626}">
      <dsp:nvSpPr>
        <dsp:cNvPr id="0" name=""/>
        <dsp:cNvSpPr/>
      </dsp:nvSpPr>
      <dsp:spPr>
        <a:xfrm rot="5400000">
          <a:off x="6816183" y="-2945049"/>
          <a:ext cx="668848" cy="6729984"/>
        </a:xfrm>
        <a:prstGeom prst="round2Same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GB" sz="1800" kern="1200"/>
            <a:t>Description of types, management, preservation, and release of software.</a:t>
          </a:r>
          <a:endParaRPr lang="en-US" sz="1800" kern="1200"/>
        </a:p>
      </dsp:txBody>
      <dsp:txXfrm rot="-5400000">
        <a:off x="3785615" y="118169"/>
        <a:ext cx="6697334" cy="603548"/>
      </dsp:txXfrm>
    </dsp:sp>
    <dsp:sp modelId="{6D4A6959-AD83-9749-846A-4424979948F5}">
      <dsp:nvSpPr>
        <dsp:cNvPr id="0" name=""/>
        <dsp:cNvSpPr/>
      </dsp:nvSpPr>
      <dsp:spPr>
        <a:xfrm>
          <a:off x="0" y="1912"/>
          <a:ext cx="3785616" cy="8360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a:t>what</a:t>
          </a:r>
        </a:p>
      </dsp:txBody>
      <dsp:txXfrm>
        <a:off x="40813" y="42725"/>
        <a:ext cx="3703990" cy="754434"/>
      </dsp:txXfrm>
    </dsp:sp>
    <dsp:sp modelId="{4D7EB8DF-2AA7-384F-A064-3DB69CAD022A}">
      <dsp:nvSpPr>
        <dsp:cNvPr id="0" name=""/>
        <dsp:cNvSpPr/>
      </dsp:nvSpPr>
      <dsp:spPr>
        <a:xfrm rot="5400000">
          <a:off x="6816183" y="-2067186"/>
          <a:ext cx="668848" cy="6729984"/>
        </a:xfrm>
        <a:prstGeom prst="round2SameRect">
          <a:avLst/>
        </a:prstGeom>
        <a:solidFill>
          <a:schemeClr val="accent2">
            <a:tint val="40000"/>
            <a:alpha val="90000"/>
            <a:hueOff val="1683680"/>
            <a:satOff val="-15558"/>
            <a:lumOff val="-1754"/>
            <a:alphaOff val="0"/>
          </a:schemeClr>
        </a:solidFill>
        <a:ln w="19050" cap="flat" cmpd="sng" algn="ctr">
          <a:solidFill>
            <a:schemeClr val="accent2">
              <a:tint val="40000"/>
              <a:alpha val="90000"/>
              <a:hueOff val="1683680"/>
              <a:satOff val="-15558"/>
              <a:lumOff val="-17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GB" sz="1800" kern="1200"/>
            <a:t>The schedule for software archiving and sharing.</a:t>
          </a:r>
          <a:endParaRPr lang="en-US" sz="1800" kern="1200"/>
        </a:p>
      </dsp:txBody>
      <dsp:txXfrm rot="-5400000">
        <a:off x="3785615" y="996032"/>
        <a:ext cx="6697334" cy="603548"/>
      </dsp:txXfrm>
    </dsp:sp>
    <dsp:sp modelId="{DE02B143-C618-0E49-991C-F5D4989161FB}">
      <dsp:nvSpPr>
        <dsp:cNvPr id="0" name=""/>
        <dsp:cNvSpPr/>
      </dsp:nvSpPr>
      <dsp:spPr>
        <a:xfrm>
          <a:off x="0" y="879775"/>
          <a:ext cx="3785616" cy="836060"/>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a:t>When</a:t>
          </a:r>
        </a:p>
      </dsp:txBody>
      <dsp:txXfrm>
        <a:off x="40813" y="920588"/>
        <a:ext cx="3703990" cy="754434"/>
      </dsp:txXfrm>
    </dsp:sp>
    <dsp:sp modelId="{6D8A4392-9CC8-B441-8F07-4FDC779C478B}">
      <dsp:nvSpPr>
        <dsp:cNvPr id="0" name=""/>
        <dsp:cNvSpPr/>
      </dsp:nvSpPr>
      <dsp:spPr>
        <a:xfrm rot="5400000">
          <a:off x="6816183" y="-1189323"/>
          <a:ext cx="668848" cy="6729984"/>
        </a:xfrm>
        <a:prstGeom prst="round2Same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GB" sz="1800" kern="1200"/>
            <a:t>Location where software will be shared and archived over the long term.</a:t>
          </a:r>
          <a:endParaRPr lang="en-US" sz="1800" kern="1200"/>
        </a:p>
      </dsp:txBody>
      <dsp:txXfrm rot="-5400000">
        <a:off x="3785615" y="1873895"/>
        <a:ext cx="6697334" cy="603548"/>
      </dsp:txXfrm>
    </dsp:sp>
    <dsp:sp modelId="{A5AC2BE6-08FB-EA4D-92D4-534F91733A37}">
      <dsp:nvSpPr>
        <dsp:cNvPr id="0" name=""/>
        <dsp:cNvSpPr/>
      </dsp:nvSpPr>
      <dsp:spPr>
        <a:xfrm>
          <a:off x="0" y="1757638"/>
          <a:ext cx="3785616" cy="83606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a:t>Where</a:t>
          </a:r>
        </a:p>
      </dsp:txBody>
      <dsp:txXfrm>
        <a:off x="40813" y="1798451"/>
        <a:ext cx="3703990" cy="754434"/>
      </dsp:txXfrm>
    </dsp:sp>
    <dsp:sp modelId="{11C693CF-FA23-C046-B933-0B22DB5F9A66}">
      <dsp:nvSpPr>
        <dsp:cNvPr id="0" name=""/>
        <dsp:cNvSpPr/>
      </dsp:nvSpPr>
      <dsp:spPr>
        <a:xfrm rot="5400000">
          <a:off x="6816183" y="-311459"/>
          <a:ext cx="668848" cy="6729984"/>
        </a:xfrm>
        <a:prstGeom prst="round2SameRect">
          <a:avLst/>
        </a:prstGeom>
        <a:solidFill>
          <a:schemeClr val="accent2">
            <a:tint val="40000"/>
            <a:alpha val="90000"/>
            <a:hueOff val="5051039"/>
            <a:satOff val="-46674"/>
            <a:lumOff val="-5261"/>
            <a:alphaOff val="0"/>
          </a:schemeClr>
        </a:solidFill>
        <a:ln w="19050" cap="flat" cmpd="sng" algn="ctr">
          <a:solidFill>
            <a:schemeClr val="accent2">
              <a:tint val="40000"/>
              <a:alpha val="90000"/>
              <a:hueOff val="5051039"/>
              <a:satOff val="-46674"/>
              <a:lumOff val="-5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GB" sz="1800" kern="1200"/>
            <a:t>Enable reuse of software through assigning a DOI, license, contribution guidelines, etc.</a:t>
          </a:r>
          <a:endParaRPr lang="en-US" sz="1800" kern="1200"/>
        </a:p>
      </dsp:txBody>
      <dsp:txXfrm rot="-5400000">
        <a:off x="3785615" y="2751759"/>
        <a:ext cx="6697334" cy="603548"/>
      </dsp:txXfrm>
    </dsp:sp>
    <dsp:sp modelId="{24EC6895-6D41-E442-B10E-D533DEE0952F}">
      <dsp:nvSpPr>
        <dsp:cNvPr id="0" name=""/>
        <dsp:cNvSpPr/>
      </dsp:nvSpPr>
      <dsp:spPr>
        <a:xfrm>
          <a:off x="0" y="2635502"/>
          <a:ext cx="3785616" cy="836060"/>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a:t>How</a:t>
          </a:r>
        </a:p>
      </dsp:txBody>
      <dsp:txXfrm>
        <a:off x="40813" y="2676315"/>
        <a:ext cx="3703990" cy="754434"/>
      </dsp:txXfrm>
    </dsp:sp>
    <dsp:sp modelId="{6BF3DF76-F047-CD42-9BAA-A255A92FA4A4}">
      <dsp:nvSpPr>
        <dsp:cNvPr id="0" name=""/>
        <dsp:cNvSpPr/>
      </dsp:nvSpPr>
      <dsp:spPr>
        <a:xfrm rot="5400000">
          <a:off x="6816183" y="566403"/>
          <a:ext cx="668848" cy="6729984"/>
        </a:xfrm>
        <a:prstGeom prst="round2Same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GB" sz="1800" kern="1200"/>
            <a:t>Roles and responsibilities of the team members.</a:t>
          </a:r>
          <a:endParaRPr lang="en-US" sz="1800" kern="1200"/>
        </a:p>
      </dsp:txBody>
      <dsp:txXfrm rot="-5400000">
        <a:off x="3785615" y="3629621"/>
        <a:ext cx="6697334" cy="603548"/>
      </dsp:txXfrm>
    </dsp:sp>
    <dsp:sp modelId="{1A40EA21-39BF-234D-AC20-096572AC9BA0}">
      <dsp:nvSpPr>
        <dsp:cNvPr id="0" name=""/>
        <dsp:cNvSpPr/>
      </dsp:nvSpPr>
      <dsp:spPr>
        <a:xfrm>
          <a:off x="0" y="3513365"/>
          <a:ext cx="3785616" cy="83606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a:t>Who</a:t>
          </a:r>
        </a:p>
      </dsp:txBody>
      <dsp:txXfrm>
        <a:off x="40813" y="3554178"/>
        <a:ext cx="3703990" cy="7544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1BA3A8-0223-1145-8F16-922A08B29010}">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9D604A-B17C-1D4E-BC21-18C3632BCEC6}">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Does FAIR apply to software too?</a:t>
          </a:r>
        </a:p>
      </dsp:txBody>
      <dsp:txXfrm>
        <a:off x="696297" y="538547"/>
        <a:ext cx="4171627" cy="2590157"/>
      </dsp:txXfrm>
    </dsp:sp>
    <dsp:sp modelId="{98EA831C-1EA4-B948-94C1-C3029B5832E5}">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EEBB15-86BF-C648-827E-159AA3FF4E93}">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Where do you get help if you have a problem with open source software?</a:t>
          </a:r>
        </a:p>
      </dsp:txBody>
      <dsp:txXfrm>
        <a:off x="5991936" y="538547"/>
        <a:ext cx="4171627" cy="259015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AFD30F-5582-447D-8A26-41BA46777D57}">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F258CB-8D16-4A44-AB25-6B3E58645655}">
      <dsp:nvSpPr>
        <dsp:cNvPr id="0" name=""/>
        <dsp:cNvSpPr/>
      </dsp:nvSpPr>
      <dsp:spPr>
        <a:xfrm>
          <a:off x="219037" y="166319"/>
          <a:ext cx="398249" cy="398249"/>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85E2EB-F551-453C-B64C-5C9009F51170}">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It enables open collaboration. </a:t>
          </a:r>
          <a:endParaRPr lang="en-US" sz="1800" kern="1200"/>
        </a:p>
      </dsp:txBody>
      <dsp:txXfrm>
        <a:off x="836323" y="3399"/>
        <a:ext cx="9679276" cy="724089"/>
      </dsp:txXfrm>
    </dsp:sp>
    <dsp:sp modelId="{AF4A88C7-4BCF-428D-8B43-95BEBE000D32}">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698A08-A1EC-4B0D-A700-1E9D972B3452}">
      <dsp:nvSpPr>
        <dsp:cNvPr id="0" name=""/>
        <dsp:cNvSpPr/>
      </dsp:nvSpPr>
      <dsp:spPr>
        <a:xfrm>
          <a:off x="219037" y="1071431"/>
          <a:ext cx="398249" cy="398249"/>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23D67D-10F5-4BEC-B8AA-08F27A1CAF62}">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It invites constructive feedback that contributes to a code’s accuracy and robustness.</a:t>
          </a:r>
          <a:endParaRPr lang="en-US" sz="1800" kern="1200"/>
        </a:p>
      </dsp:txBody>
      <dsp:txXfrm>
        <a:off x="836323" y="908511"/>
        <a:ext cx="9679276" cy="724089"/>
      </dsp:txXfrm>
    </dsp:sp>
    <dsp:sp modelId="{9897BDF4-6067-4B35-9E92-5B1D1DBB8F30}">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3DEECF-5ADD-4053-8B2E-272628323600}">
      <dsp:nvSpPr>
        <dsp:cNvPr id="0" name=""/>
        <dsp:cNvSpPr/>
      </dsp:nvSpPr>
      <dsp:spPr>
        <a:xfrm>
          <a:off x="219037" y="1976544"/>
          <a:ext cx="398249" cy="398249"/>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EA3DC7-525C-465D-8B58-CF10B3071091}">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People with less experience with the subject matter will learn more.</a:t>
          </a:r>
          <a:endParaRPr lang="en-US" sz="1800" kern="1200"/>
        </a:p>
      </dsp:txBody>
      <dsp:txXfrm>
        <a:off x="836323" y="1813624"/>
        <a:ext cx="9679276" cy="724089"/>
      </dsp:txXfrm>
    </dsp:sp>
    <dsp:sp modelId="{275D765D-2552-47E8-8855-9FFAE83BBD98}">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95E69C-585A-4B47-8F24-655D5AE024DC}">
      <dsp:nvSpPr>
        <dsp:cNvPr id="0" name=""/>
        <dsp:cNvSpPr/>
      </dsp:nvSpPr>
      <dsp:spPr>
        <a:xfrm>
          <a:off x="219037" y="2881656"/>
          <a:ext cx="398249" cy="398249"/>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D9E347-0329-4FF3-854A-3CF57E844F2E}">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Those with less programming experience can learn from those with more programming experience as they improve the code. </a:t>
          </a:r>
          <a:endParaRPr lang="en-US" sz="1800" kern="1200"/>
        </a:p>
      </dsp:txBody>
      <dsp:txXfrm>
        <a:off x="836323" y="2718736"/>
        <a:ext cx="9679276" cy="724089"/>
      </dsp:txXfrm>
    </dsp:sp>
    <dsp:sp modelId="{DA889D94-C985-4763-AF16-116958960EFE}">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5F652B-3DC0-440F-9B3C-5906B8CC97DE}">
      <dsp:nvSpPr>
        <dsp:cNvPr id="0" name=""/>
        <dsp:cNvSpPr/>
      </dsp:nvSpPr>
      <dsp:spPr>
        <a:xfrm>
          <a:off x="219037" y="3786768"/>
          <a:ext cx="398249" cy="398249"/>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C2FD37-B4BA-42C6-9D3A-7F78F3A198F9}">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GB" sz="1800" kern="1200"/>
            <a:t>It provides an intermediate product that can still be cited. </a:t>
          </a:r>
          <a:endParaRPr lang="en-US" sz="1800" kern="1200"/>
        </a:p>
      </dsp:txBody>
      <dsp:txXfrm>
        <a:off x="836323" y="3623848"/>
        <a:ext cx="9679276" cy="7240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19316C-C1F0-4417-9845-5579582B6F29}">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34E77B-BB87-4B32-8045-65898FF82939}">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A3C401-BF7E-4E6B-A933-6C2EB91F1D49}">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GB" sz="2100" kern="1200"/>
            <a:t>Helps developers keep track of changes to a project’s code (as well as supplemental files and documentation) over the entire course of a project’s evolution.</a:t>
          </a:r>
          <a:endParaRPr lang="en-US" sz="2100" kern="1200"/>
        </a:p>
      </dsp:txBody>
      <dsp:txXfrm>
        <a:off x="1435590" y="531"/>
        <a:ext cx="9080009" cy="1242935"/>
      </dsp:txXfrm>
    </dsp:sp>
    <dsp:sp modelId="{D6649823-493B-45FF-AC3A-7B8CCAB6C11F}">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AB5A5F-C471-455F-99A1-94D5FC2301CC}">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AEBD0A-76F0-4E00-BF68-865589BE41B9}">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GB" sz="2100" kern="1200"/>
            <a:t>Revisions to a project’s files can be tracked, including contributions made by different people.</a:t>
          </a:r>
          <a:endParaRPr lang="en-US" sz="2100" kern="1200"/>
        </a:p>
      </dsp:txBody>
      <dsp:txXfrm>
        <a:off x="1435590" y="1554201"/>
        <a:ext cx="9080009" cy="1242935"/>
      </dsp:txXfrm>
    </dsp:sp>
    <dsp:sp modelId="{6C67172F-FF19-4223-B9B6-46C2CE07BFF8}">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F142F9-DAE5-475C-98C2-E9FAC847C71A}">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263599-3B9C-46E0-B399-40BA71506653}">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GB" sz="2100" kern="1200"/>
            <a:t>Undesirable changes (like errors or bugs) can be reverted at any time.</a:t>
          </a:r>
          <a:endParaRPr lang="en-US" sz="2100" kern="1200"/>
        </a:p>
      </dsp:txBody>
      <dsp:txXfrm>
        <a:off x="1435590" y="3107870"/>
        <a:ext cx="9080009" cy="12429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F463FB-1C46-B044-82B5-4113244B342A}">
      <dsp:nvSpPr>
        <dsp:cNvPr id="0" name=""/>
        <dsp:cNvSpPr/>
      </dsp:nvSpPr>
      <dsp:spPr>
        <a:xfrm>
          <a:off x="0" y="53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88D06F-1813-E941-AE20-8C117790DF1B}">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t>A list of any code dependencies the software has</a:t>
          </a:r>
          <a:endParaRPr lang="en-US" sz="2400" kern="1200"/>
        </a:p>
      </dsp:txBody>
      <dsp:txXfrm>
        <a:off x="0" y="531"/>
        <a:ext cx="10515600" cy="870055"/>
      </dsp:txXfrm>
    </dsp:sp>
    <dsp:sp modelId="{4B6BF3BE-570D-2E4F-8486-0D1DF4E57E43}">
      <dsp:nvSpPr>
        <dsp:cNvPr id="0" name=""/>
        <dsp:cNvSpPr/>
      </dsp:nvSpPr>
      <dsp:spPr>
        <a:xfrm>
          <a:off x="0" y="87058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C52CF7-7E81-8543-85D2-1736FBC78E72}">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t>How to install and a brief description of how to run the software.</a:t>
          </a:r>
          <a:endParaRPr lang="en-US" sz="2400" kern="1200"/>
        </a:p>
      </dsp:txBody>
      <dsp:txXfrm>
        <a:off x="0" y="870586"/>
        <a:ext cx="10515600" cy="870055"/>
      </dsp:txXfrm>
    </dsp:sp>
    <dsp:sp modelId="{60D1F254-CD8D-A94A-A2BA-7676A83B2D1E}">
      <dsp:nvSpPr>
        <dsp:cNvPr id="0" name=""/>
        <dsp:cNvSpPr/>
      </dsp:nvSpPr>
      <dsp:spPr>
        <a:xfrm>
          <a:off x="0" y="174064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07A6FD-6C22-E545-9511-633096B88D48}">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t>Detailed description of the software, especially if there is no external documentation.</a:t>
          </a:r>
          <a:endParaRPr lang="en-US" sz="2400" kern="1200"/>
        </a:p>
      </dsp:txBody>
      <dsp:txXfrm>
        <a:off x="0" y="1740641"/>
        <a:ext cx="10515600" cy="870055"/>
      </dsp:txXfrm>
    </dsp:sp>
    <dsp:sp modelId="{F634BCDA-E0BE-FF43-B95C-A9E8CEFA65AF}">
      <dsp:nvSpPr>
        <dsp:cNvPr id="0" name=""/>
        <dsp:cNvSpPr/>
      </dsp:nvSpPr>
      <dsp:spPr>
        <a:xfrm>
          <a:off x="0" y="261069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77157B-D11F-644D-937C-7E55DAAC7460}">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t>Examples of how to use the software.</a:t>
          </a:r>
          <a:endParaRPr lang="en-US" sz="2400" kern="1200"/>
        </a:p>
      </dsp:txBody>
      <dsp:txXfrm>
        <a:off x="0" y="2610696"/>
        <a:ext cx="10515600" cy="870055"/>
      </dsp:txXfrm>
    </dsp:sp>
    <dsp:sp modelId="{28FCBD8D-0666-5149-8271-C047C32C0939}">
      <dsp:nvSpPr>
        <dsp:cNvPr id="0" name=""/>
        <dsp:cNvSpPr/>
      </dsp:nvSpPr>
      <dsp:spPr>
        <a:xfrm>
          <a:off x="0" y="348075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D6B2F2-770D-014F-A5D1-3B9FFA4005E8}">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t>Acknowledgement of team members or sources of support.</a:t>
          </a:r>
          <a:endParaRPr lang="en-US" sz="2400" kern="1200"/>
        </a:p>
      </dsp:txBody>
      <dsp:txXfrm>
        <a:off x="0" y="3480751"/>
        <a:ext cx="10515600" cy="87005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356E94-EFF6-4D25-97EE-8A65AF91C2B4}">
      <dsp:nvSpPr>
        <dsp:cNvPr id="0" name=""/>
        <dsp:cNvSpPr/>
      </dsp:nvSpPr>
      <dsp:spPr>
        <a:xfrm>
          <a:off x="679050" y="578169"/>
          <a:ext cx="1887187" cy="18871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A5CBD1-F7D5-4AC1-9A90-E11940DBBC78}">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BBB231-5A7C-4082-9BA5-5CF018F1B652}">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GB" sz="1700" b="1" kern="1200"/>
            <a:t>Contributor Guidelines</a:t>
          </a:r>
          <a:endParaRPr lang="en-US" sz="1700" kern="1200"/>
        </a:p>
      </dsp:txBody>
      <dsp:txXfrm>
        <a:off x="75768" y="3053169"/>
        <a:ext cx="3093750" cy="720000"/>
      </dsp:txXfrm>
    </dsp:sp>
    <dsp:sp modelId="{DFFA63BA-F3CF-43AA-81D1-AD3693A1E0E5}">
      <dsp:nvSpPr>
        <dsp:cNvPr id="0" name=""/>
        <dsp:cNvSpPr/>
      </dsp:nvSpPr>
      <dsp:spPr>
        <a:xfrm>
          <a:off x="4314206" y="578169"/>
          <a:ext cx="1887187" cy="18871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F4D8E7-969D-43DD-8D8F-3155F4FA61A5}">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88E9A2-A173-4F99-8020-F42E40901A64}">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GB" sz="1700" b="1" kern="1200"/>
            <a:t>Code of Conduct</a:t>
          </a:r>
          <a:endParaRPr lang="en-US" sz="1700" kern="1200"/>
        </a:p>
      </dsp:txBody>
      <dsp:txXfrm>
        <a:off x="3710925" y="3053169"/>
        <a:ext cx="3093750" cy="720000"/>
      </dsp:txXfrm>
    </dsp:sp>
    <dsp:sp modelId="{BEA1D020-7BA5-4858-A162-7052FAFF5862}">
      <dsp:nvSpPr>
        <dsp:cNvPr id="0" name=""/>
        <dsp:cNvSpPr/>
      </dsp:nvSpPr>
      <dsp:spPr>
        <a:xfrm>
          <a:off x="7949362" y="578169"/>
          <a:ext cx="1887187" cy="18871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5D2674-5074-44FE-AD8B-A6BBEB061935}">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9BDDEB-18BA-4201-8B51-292CEFDBE597}">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GB" sz="1700" b="1" kern="1200"/>
            <a:t>Code Documentation – how to put notes in the code</a:t>
          </a:r>
          <a:endParaRPr lang="en-US" sz="1700" kern="1200"/>
        </a:p>
      </dsp:txBody>
      <dsp:txXfrm>
        <a:off x="7346081" y="3053169"/>
        <a:ext cx="3093750"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86C2A-C676-4135-A5A2-D5BA7A911E46}">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BDE14D-4FFA-4E54-A58E-F18B9BC44318}">
      <dsp:nvSpPr>
        <dsp:cNvPr id="0" name=""/>
        <dsp:cNvSpPr/>
      </dsp:nvSpPr>
      <dsp:spPr>
        <a:xfrm>
          <a:off x="277554" y="210753"/>
          <a:ext cx="504644" cy="504644"/>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5259B6-09A2-4E6E-A141-BCE10E19694E}">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b="1" kern="1200"/>
            <a:t>What:</a:t>
          </a:r>
          <a:r>
            <a:rPr lang="en-GB" sz="1900" kern="1200"/>
            <a:t> Description of management, preservation, and release of software.</a:t>
          </a:r>
          <a:endParaRPr lang="en-US" sz="1900" kern="1200"/>
        </a:p>
      </dsp:txBody>
      <dsp:txXfrm>
        <a:off x="1059754" y="4307"/>
        <a:ext cx="5304469" cy="917536"/>
      </dsp:txXfrm>
    </dsp:sp>
    <dsp:sp modelId="{409F6608-CC64-4E46-BF10-E73762E5CAE2}">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66BA4C-5A60-4CDF-9467-8DCF11C4D088}">
      <dsp:nvSpPr>
        <dsp:cNvPr id="0" name=""/>
        <dsp:cNvSpPr/>
      </dsp:nvSpPr>
      <dsp:spPr>
        <a:xfrm>
          <a:off x="277554" y="1357673"/>
          <a:ext cx="504644" cy="504644"/>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AFB982-034E-4E4C-8B02-5C1710DA49F6}">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b="1" kern="1200"/>
            <a:t>When:</a:t>
          </a:r>
          <a:r>
            <a:rPr lang="en-GB" sz="1900" kern="1200"/>
            <a:t> The schedule for code archiving and sharing.</a:t>
          </a:r>
          <a:endParaRPr lang="en-US" sz="1900" kern="1200"/>
        </a:p>
      </dsp:txBody>
      <dsp:txXfrm>
        <a:off x="1059754" y="1151227"/>
        <a:ext cx="5304469" cy="917536"/>
      </dsp:txXfrm>
    </dsp:sp>
    <dsp:sp modelId="{247706F6-A3EC-46B7-B970-1419A091C0E6}">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72814-429C-4820-AEF1-E0D9487E6D54}">
      <dsp:nvSpPr>
        <dsp:cNvPr id="0" name=""/>
        <dsp:cNvSpPr/>
      </dsp:nvSpPr>
      <dsp:spPr>
        <a:xfrm>
          <a:off x="277554" y="2504593"/>
          <a:ext cx="504644" cy="504644"/>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96727B-E53D-446A-8DB3-1294841E337D}">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b="1" kern="1200"/>
            <a:t>Where: </a:t>
          </a:r>
          <a:r>
            <a:rPr lang="en-GB" sz="1900" kern="1200"/>
            <a:t>Location where software will be shared and archived over the long-term.</a:t>
          </a:r>
          <a:endParaRPr lang="en-US" sz="1900" kern="1200"/>
        </a:p>
      </dsp:txBody>
      <dsp:txXfrm>
        <a:off x="1059754" y="2298147"/>
        <a:ext cx="5304469" cy="917536"/>
      </dsp:txXfrm>
    </dsp:sp>
    <dsp:sp modelId="{EBB31BF4-657E-4671-8850-2E3079E06A87}">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E141FE-59A8-4B6D-8C00-C0BAB2155D51}">
      <dsp:nvSpPr>
        <dsp:cNvPr id="0" name=""/>
        <dsp:cNvSpPr/>
      </dsp:nvSpPr>
      <dsp:spPr>
        <a:xfrm>
          <a:off x="277554" y="3651513"/>
          <a:ext cx="504644" cy="504644"/>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7D629D-B9DD-41DD-82AF-8469D591836C}">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b="1" kern="1200"/>
            <a:t>How: </a:t>
          </a:r>
          <a:r>
            <a:rPr lang="en-GB" sz="1900" kern="1200"/>
            <a:t>Enable reuse of software through assigning a DOI, license, contribution guidelines, etc.</a:t>
          </a:r>
          <a:endParaRPr lang="en-US" sz="1900" kern="1200"/>
        </a:p>
      </dsp:txBody>
      <dsp:txXfrm>
        <a:off x="1059754" y="3445068"/>
        <a:ext cx="5304469" cy="917536"/>
      </dsp:txXfrm>
    </dsp:sp>
    <dsp:sp modelId="{24F1EAB2-15BC-449F-B3E5-2D8BA986570A}">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6CDAC5-660A-4334-9D8E-152405ED387C}">
      <dsp:nvSpPr>
        <dsp:cNvPr id="0" name=""/>
        <dsp:cNvSpPr/>
      </dsp:nvSpPr>
      <dsp:spPr>
        <a:xfrm>
          <a:off x="277554" y="4798433"/>
          <a:ext cx="504644" cy="504644"/>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836933-C313-4B0F-B0E8-CA794611A6B6}">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b="1" kern="1200"/>
            <a:t>Who: </a:t>
          </a:r>
          <a:r>
            <a:rPr lang="en-GB" sz="1900" kern="1200"/>
            <a:t>Roles and responsibilities of the team members.</a:t>
          </a:r>
          <a:endParaRPr lang="en-US" sz="1900" kern="1200"/>
        </a:p>
      </dsp:txBody>
      <dsp:txXfrm>
        <a:off x="1059754" y="4591988"/>
        <a:ext cx="5304469" cy="91753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9F2704-65EB-EB48-9C3E-FAD7380CC5C3}">
      <dsp:nvSpPr>
        <dsp:cNvPr id="0" name=""/>
        <dsp:cNvSpPr/>
      </dsp:nvSpPr>
      <dsp:spPr>
        <a:xfrm>
          <a:off x="0" y="239978"/>
          <a:ext cx="6364224" cy="1622278"/>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Archive open code with an open access journal article. </a:t>
          </a:r>
          <a:endParaRPr lang="en-US" sz="2900" kern="1200"/>
        </a:p>
      </dsp:txBody>
      <dsp:txXfrm>
        <a:off x="79193" y="319171"/>
        <a:ext cx="6205838" cy="1463892"/>
      </dsp:txXfrm>
    </dsp:sp>
    <dsp:sp modelId="{38DEB8A9-024F-DC42-9879-5DEEAB15120B}">
      <dsp:nvSpPr>
        <dsp:cNvPr id="0" name=""/>
        <dsp:cNvSpPr/>
      </dsp:nvSpPr>
      <dsp:spPr>
        <a:xfrm>
          <a:off x="0" y="1945776"/>
          <a:ext cx="6364224" cy="1622278"/>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Github, then create a version and archive the code at a long-term repository with a DOI such as Zenodo</a:t>
          </a:r>
          <a:endParaRPr lang="en-US" sz="2900" kern="1200"/>
        </a:p>
      </dsp:txBody>
      <dsp:txXfrm>
        <a:off x="79193" y="2024969"/>
        <a:ext cx="6205838" cy="1463892"/>
      </dsp:txXfrm>
    </dsp:sp>
    <dsp:sp modelId="{1F6ABAA8-07AA-9C49-A254-B4BEF644066E}">
      <dsp:nvSpPr>
        <dsp:cNvPr id="0" name=""/>
        <dsp:cNvSpPr/>
      </dsp:nvSpPr>
      <dsp:spPr>
        <a:xfrm>
          <a:off x="0" y="3651575"/>
          <a:ext cx="6364224" cy="1622278"/>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Archive the code in other long-term public repositories, such as Software Heritage, Source Forge</a:t>
          </a:r>
          <a:endParaRPr lang="en-US" sz="2900" kern="1200"/>
        </a:p>
      </dsp:txBody>
      <dsp:txXfrm>
        <a:off x="79193" y="3730768"/>
        <a:ext cx="6205838" cy="146389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10BC8-9D23-431E-A640-60404C3090DE}">
      <dsp:nvSpPr>
        <dsp:cNvPr id="0" name=""/>
        <dsp:cNvSpPr/>
      </dsp:nvSpPr>
      <dsp:spPr>
        <a:xfrm>
          <a:off x="0" y="2215"/>
          <a:ext cx="6651253" cy="112301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F8E62F-54FF-4352-A008-CFCFAD976B34}">
      <dsp:nvSpPr>
        <dsp:cNvPr id="0" name=""/>
        <dsp:cNvSpPr/>
      </dsp:nvSpPr>
      <dsp:spPr>
        <a:xfrm>
          <a:off x="339712" y="254894"/>
          <a:ext cx="617659" cy="617659"/>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6723BE-AD8A-4814-A25E-D92A8E89404D}">
      <dsp:nvSpPr>
        <dsp:cNvPr id="0" name=""/>
        <dsp:cNvSpPr/>
      </dsp:nvSpPr>
      <dsp:spPr>
        <a:xfrm>
          <a:off x="1297085" y="2215"/>
          <a:ext cx="5354167" cy="112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3" tIns="118853" rIns="118853" bIns="118853" numCol="1" spcCol="1270" anchor="ctr" anchorCtr="0">
          <a:noAutofit/>
        </a:bodyPr>
        <a:lstStyle/>
        <a:p>
          <a:pPr marL="0" lvl="0" indent="0" algn="l" defTabSz="844550">
            <a:lnSpc>
              <a:spcPct val="90000"/>
            </a:lnSpc>
            <a:spcBef>
              <a:spcPct val="0"/>
            </a:spcBef>
            <a:spcAft>
              <a:spcPct val="35000"/>
            </a:spcAft>
            <a:buNone/>
          </a:pPr>
          <a:r>
            <a:rPr lang="en-GB" sz="1900" kern="1200"/>
            <a:t>Publish to a software repository used by common package managers to make the software easy for users to install (ex. Anaconda, CRAN, PyPI).</a:t>
          </a:r>
          <a:endParaRPr lang="en-US" sz="1900" kern="1200"/>
        </a:p>
      </dsp:txBody>
      <dsp:txXfrm>
        <a:off x="1297085" y="2215"/>
        <a:ext cx="5354167" cy="1123017"/>
      </dsp:txXfrm>
    </dsp:sp>
    <dsp:sp modelId="{7B90E68D-858F-4D8B-B947-8D04F0294DB7}">
      <dsp:nvSpPr>
        <dsp:cNvPr id="0" name=""/>
        <dsp:cNvSpPr/>
      </dsp:nvSpPr>
      <dsp:spPr>
        <a:xfrm>
          <a:off x="0" y="1405987"/>
          <a:ext cx="6651253" cy="112301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C0E994-4AFD-4471-AA7A-A28214D9C20D}">
      <dsp:nvSpPr>
        <dsp:cNvPr id="0" name=""/>
        <dsp:cNvSpPr/>
      </dsp:nvSpPr>
      <dsp:spPr>
        <a:xfrm>
          <a:off x="339712" y="1658666"/>
          <a:ext cx="617659" cy="617659"/>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F69AE7-0A8F-48F9-9D44-0CDCA5AB8657}">
      <dsp:nvSpPr>
        <dsp:cNvPr id="0" name=""/>
        <dsp:cNvSpPr/>
      </dsp:nvSpPr>
      <dsp:spPr>
        <a:xfrm>
          <a:off x="1297085" y="1405987"/>
          <a:ext cx="5354167" cy="112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3" tIns="118853" rIns="118853" bIns="118853" numCol="1" spcCol="1270" anchor="ctr" anchorCtr="0">
          <a:noAutofit/>
        </a:bodyPr>
        <a:lstStyle/>
        <a:p>
          <a:pPr marL="0" lvl="0" indent="0" algn="l" defTabSz="844550">
            <a:lnSpc>
              <a:spcPct val="90000"/>
            </a:lnSpc>
            <a:spcBef>
              <a:spcPct val="0"/>
            </a:spcBef>
            <a:spcAft>
              <a:spcPct val="35000"/>
            </a:spcAft>
            <a:buNone/>
          </a:pPr>
          <a:r>
            <a:rPr lang="en-GB" sz="1900" kern="1200"/>
            <a:t>Present the software at conferences.</a:t>
          </a:r>
          <a:endParaRPr lang="en-US" sz="1900" kern="1200"/>
        </a:p>
      </dsp:txBody>
      <dsp:txXfrm>
        <a:off x="1297085" y="1405987"/>
        <a:ext cx="5354167" cy="1123017"/>
      </dsp:txXfrm>
    </dsp:sp>
    <dsp:sp modelId="{2F6C1CBE-C1C1-4475-9CCA-EE211DA12532}">
      <dsp:nvSpPr>
        <dsp:cNvPr id="0" name=""/>
        <dsp:cNvSpPr/>
      </dsp:nvSpPr>
      <dsp:spPr>
        <a:xfrm>
          <a:off x="0" y="2809759"/>
          <a:ext cx="6651253" cy="112301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ECFFBE-DAD0-4D38-B4B9-11CE3901CB17}">
      <dsp:nvSpPr>
        <dsp:cNvPr id="0" name=""/>
        <dsp:cNvSpPr/>
      </dsp:nvSpPr>
      <dsp:spPr>
        <a:xfrm>
          <a:off x="339712" y="3062438"/>
          <a:ext cx="617659" cy="617659"/>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94CBA7-3F16-4D7C-99A3-5EF21D35A522}">
      <dsp:nvSpPr>
        <dsp:cNvPr id="0" name=""/>
        <dsp:cNvSpPr/>
      </dsp:nvSpPr>
      <dsp:spPr>
        <a:xfrm>
          <a:off x="1297085" y="2809759"/>
          <a:ext cx="5354167" cy="112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3" tIns="118853" rIns="118853" bIns="118853" numCol="1" spcCol="1270" anchor="ctr" anchorCtr="0">
          <a:noAutofit/>
        </a:bodyPr>
        <a:lstStyle/>
        <a:p>
          <a:pPr marL="0" lvl="0" indent="0" algn="l" defTabSz="844550">
            <a:lnSpc>
              <a:spcPct val="90000"/>
            </a:lnSpc>
            <a:spcBef>
              <a:spcPct val="0"/>
            </a:spcBef>
            <a:spcAft>
              <a:spcPct val="35000"/>
            </a:spcAft>
            <a:buNone/>
          </a:pPr>
          <a:r>
            <a:rPr lang="en-GB" sz="1900" kern="1200"/>
            <a:t>Publish the software in a Journal dedicated to open software (ex. JOSS).</a:t>
          </a:r>
          <a:endParaRPr lang="en-US" sz="1900" kern="1200"/>
        </a:p>
      </dsp:txBody>
      <dsp:txXfrm>
        <a:off x="1297085" y="2809759"/>
        <a:ext cx="5354167" cy="1123017"/>
      </dsp:txXfrm>
    </dsp:sp>
    <dsp:sp modelId="{59FEF32D-8BD6-4A9C-8616-DF83222B21D0}">
      <dsp:nvSpPr>
        <dsp:cNvPr id="0" name=""/>
        <dsp:cNvSpPr/>
      </dsp:nvSpPr>
      <dsp:spPr>
        <a:xfrm>
          <a:off x="0" y="4213530"/>
          <a:ext cx="6651253" cy="112301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3CF25D-E545-48E6-A986-5BA6058CC1FC}">
      <dsp:nvSpPr>
        <dsp:cNvPr id="0" name=""/>
        <dsp:cNvSpPr/>
      </dsp:nvSpPr>
      <dsp:spPr>
        <a:xfrm>
          <a:off x="339712" y="4466209"/>
          <a:ext cx="617659" cy="617659"/>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3118A2-268C-40E6-9AAA-7ACF758B5010}">
      <dsp:nvSpPr>
        <dsp:cNvPr id="0" name=""/>
        <dsp:cNvSpPr/>
      </dsp:nvSpPr>
      <dsp:spPr>
        <a:xfrm>
          <a:off x="1297085" y="4213530"/>
          <a:ext cx="5354167" cy="112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853" tIns="118853" rIns="118853" bIns="118853" numCol="1" spcCol="1270" anchor="ctr" anchorCtr="0">
          <a:noAutofit/>
        </a:bodyPr>
        <a:lstStyle/>
        <a:p>
          <a:pPr marL="0" lvl="0" indent="0" algn="l" defTabSz="844550">
            <a:lnSpc>
              <a:spcPct val="90000"/>
            </a:lnSpc>
            <a:spcBef>
              <a:spcPct val="0"/>
            </a:spcBef>
            <a:spcAft>
              <a:spcPct val="35000"/>
            </a:spcAft>
            <a:buNone/>
          </a:pPr>
          <a:r>
            <a:rPr lang="en-GB" sz="1900" kern="1200"/>
            <a:t>Get your software peer reviewed through communities like PyOpenSci.</a:t>
          </a:r>
          <a:endParaRPr lang="en-US" sz="1900" kern="1200"/>
        </a:p>
      </dsp:txBody>
      <dsp:txXfrm>
        <a:off x="1297085" y="4213530"/>
        <a:ext cx="5354167" cy="112301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F27E7-EBD0-1C42-9174-168CD31FE4ED}">
      <dsp:nvSpPr>
        <dsp:cNvPr id="0" name=""/>
        <dsp:cNvSpPr/>
      </dsp:nvSpPr>
      <dsp:spPr>
        <a:xfrm>
          <a:off x="0" y="0"/>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43628C-275B-C544-9B59-B4D2391D2CEE}">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Choose the appropriate software sharing license</a:t>
          </a:r>
          <a:endParaRPr lang="en-US" sz="2700" kern="1200"/>
        </a:p>
      </dsp:txBody>
      <dsp:txXfrm>
        <a:off x="0" y="0"/>
        <a:ext cx="6900512" cy="1384035"/>
      </dsp:txXfrm>
    </dsp:sp>
    <dsp:sp modelId="{4E474AAD-A77B-CC40-823F-7A2EF8BFC493}">
      <dsp:nvSpPr>
        <dsp:cNvPr id="0" name=""/>
        <dsp:cNvSpPr/>
      </dsp:nvSpPr>
      <dsp:spPr>
        <a:xfrm>
          <a:off x="0" y="1384035"/>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316AC6-A78D-B94B-BEBC-C1809F80A32F}">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Producing a persistent identifier for your code is the best way to make it citable</a:t>
          </a:r>
          <a:endParaRPr lang="en-US" sz="2700" kern="1200"/>
        </a:p>
      </dsp:txBody>
      <dsp:txXfrm>
        <a:off x="0" y="1384035"/>
        <a:ext cx="6900512" cy="1384035"/>
      </dsp:txXfrm>
    </dsp:sp>
    <dsp:sp modelId="{33701238-3697-F344-884A-ADDB521358B2}">
      <dsp:nvSpPr>
        <dsp:cNvPr id="0" name=""/>
        <dsp:cNvSpPr/>
      </dsp:nvSpPr>
      <dsp:spPr>
        <a:xfrm>
          <a:off x="0" y="2768070"/>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E2E165-9252-1340-919D-52E65ABC2896}">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CITATION files are a means to make citation information easily accessible in open source software repositories.</a:t>
          </a:r>
          <a:endParaRPr lang="en-US" sz="2700" kern="1200"/>
        </a:p>
      </dsp:txBody>
      <dsp:txXfrm>
        <a:off x="0" y="2768070"/>
        <a:ext cx="6900512" cy="1384035"/>
      </dsp:txXfrm>
    </dsp:sp>
    <dsp:sp modelId="{084A22F6-9809-CB44-B41A-CFE62847A55E}">
      <dsp:nvSpPr>
        <dsp:cNvPr id="0" name=""/>
        <dsp:cNvSpPr/>
      </dsp:nvSpPr>
      <dsp:spPr>
        <a:xfrm>
          <a:off x="0" y="4152105"/>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66E911-C1C4-8F43-AEB8-E89A9D087BB4}">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CONTRIBUTING and CODE_OF_CONDUCT files in your repository that outline expectations for member interactions.</a:t>
          </a:r>
          <a:endParaRPr lang="en-US" sz="2700" kern="1200"/>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03D8-7D35-9745-050A-6FC6D3598A8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E5D81161-5BDE-1865-8510-33DE86A7A4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4F398903-6719-BD9C-60A2-84C458B86107}"/>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5" name="Footer Placeholder 4">
            <a:extLst>
              <a:ext uri="{FF2B5EF4-FFF2-40B4-BE49-F238E27FC236}">
                <a16:creationId xmlns:a16="http://schemas.microsoft.com/office/drawing/2014/main" id="{3F1BF4E2-3C65-7648-BB1D-98C8959F6A2A}"/>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606D58B0-9F8A-E0EE-6212-9BCF04D9C733}"/>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2743359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59AB8-D215-684D-5B7A-63A732D7B2D4}"/>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DAB95CB4-5C9D-D800-707C-AF01644B373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1CCD01FF-59C1-EC19-ECE2-FC32D583A457}"/>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5" name="Footer Placeholder 4">
            <a:extLst>
              <a:ext uri="{FF2B5EF4-FFF2-40B4-BE49-F238E27FC236}">
                <a16:creationId xmlns:a16="http://schemas.microsoft.com/office/drawing/2014/main" id="{98EF4B7E-C47C-5BA7-88A9-0E4DFA36182F}"/>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25D94F22-43FB-2ADA-E15A-ECB7303C2E99}"/>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3152482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AB034-A108-A7C0-35FD-173C394B9AB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F4F9A29B-0D06-F0B5-C3BE-862A1032BF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9E1BA75-C95C-F8F8-E778-33E78EAC13FA}"/>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5" name="Footer Placeholder 4">
            <a:extLst>
              <a:ext uri="{FF2B5EF4-FFF2-40B4-BE49-F238E27FC236}">
                <a16:creationId xmlns:a16="http://schemas.microsoft.com/office/drawing/2014/main" id="{A0C31221-6CFB-A67F-EE80-5F91D75F2AF7}"/>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1E944BC2-A895-1837-FFE1-C4BBD73E5220}"/>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410110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6F91-9253-D81D-7801-FAD9B556E060}"/>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15215051-031F-368C-5599-78F670582E2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A9D94000-B430-18B6-106B-A98C6236509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F1AC98E0-12E8-FED7-FBA7-23EEAD089B83}"/>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6" name="Footer Placeholder 5">
            <a:extLst>
              <a:ext uri="{FF2B5EF4-FFF2-40B4-BE49-F238E27FC236}">
                <a16:creationId xmlns:a16="http://schemas.microsoft.com/office/drawing/2014/main" id="{CE662B7E-9CEC-824F-A1E3-E641EDC0CBF8}"/>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79CAF7D9-A995-BB63-55B3-15ACC7C04C70}"/>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3575394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1FE42-EB7B-0F1F-532A-4290C74BB143}"/>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6A1FE835-7BA7-1203-08B9-216DB7CAB1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C2219A8-6C76-F4C0-C2D8-E1534C9AC3A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6FB37718-AE37-44F1-5A76-8DD1EF1E59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C46B2E-8A7A-EFCE-5DA6-4047D640B87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435841C5-20CD-CEE3-F48B-725DFF824A00}"/>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8" name="Footer Placeholder 7">
            <a:extLst>
              <a:ext uri="{FF2B5EF4-FFF2-40B4-BE49-F238E27FC236}">
                <a16:creationId xmlns:a16="http://schemas.microsoft.com/office/drawing/2014/main" id="{0FD02744-DDF8-D491-AEAE-7A3E0972B4EC}"/>
              </a:ext>
            </a:extLst>
          </p:cNvPr>
          <p:cNvSpPr>
            <a:spLocks noGrp="1"/>
          </p:cNvSpPr>
          <p:nvPr>
            <p:ph type="ftr" sz="quarter" idx="11"/>
          </p:nvPr>
        </p:nvSpPr>
        <p:spPr/>
        <p:txBody>
          <a:bodyPr/>
          <a:lstStyle/>
          <a:p>
            <a:endParaRPr lang="en-IT"/>
          </a:p>
        </p:txBody>
      </p:sp>
      <p:sp>
        <p:nvSpPr>
          <p:cNvPr id="9" name="Slide Number Placeholder 8">
            <a:extLst>
              <a:ext uri="{FF2B5EF4-FFF2-40B4-BE49-F238E27FC236}">
                <a16:creationId xmlns:a16="http://schemas.microsoft.com/office/drawing/2014/main" id="{1F22B937-68C2-7AA9-CC43-6A10F67DC0CB}"/>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117097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2FCA-13F3-814E-7699-14058A4C7682}"/>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BD173053-10EB-DFD2-8684-7B68D406FB05}"/>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4" name="Footer Placeholder 3">
            <a:extLst>
              <a:ext uri="{FF2B5EF4-FFF2-40B4-BE49-F238E27FC236}">
                <a16:creationId xmlns:a16="http://schemas.microsoft.com/office/drawing/2014/main" id="{7CF3DCE5-C144-19F8-40FE-43BCB837B460}"/>
              </a:ext>
            </a:extLst>
          </p:cNvPr>
          <p:cNvSpPr>
            <a:spLocks noGrp="1"/>
          </p:cNvSpPr>
          <p:nvPr>
            <p:ph type="ftr" sz="quarter" idx="11"/>
          </p:nvPr>
        </p:nvSpPr>
        <p:spPr/>
        <p:txBody>
          <a:bodyPr/>
          <a:lstStyle/>
          <a:p>
            <a:endParaRPr lang="en-IT"/>
          </a:p>
        </p:txBody>
      </p:sp>
      <p:sp>
        <p:nvSpPr>
          <p:cNvPr id="5" name="Slide Number Placeholder 4">
            <a:extLst>
              <a:ext uri="{FF2B5EF4-FFF2-40B4-BE49-F238E27FC236}">
                <a16:creationId xmlns:a16="http://schemas.microsoft.com/office/drawing/2014/main" id="{33C77793-673A-2DD1-E0E7-C68FE3FEFB47}"/>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4116104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E8798F-E543-61D7-C9AF-90D02CA34A6A}"/>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3" name="Footer Placeholder 2">
            <a:extLst>
              <a:ext uri="{FF2B5EF4-FFF2-40B4-BE49-F238E27FC236}">
                <a16:creationId xmlns:a16="http://schemas.microsoft.com/office/drawing/2014/main" id="{6D3C6951-BA63-309E-6C76-30662783F18B}"/>
              </a:ext>
            </a:extLst>
          </p:cNvPr>
          <p:cNvSpPr>
            <a:spLocks noGrp="1"/>
          </p:cNvSpPr>
          <p:nvPr>
            <p:ph type="ftr" sz="quarter" idx="11"/>
          </p:nvPr>
        </p:nvSpPr>
        <p:spPr/>
        <p:txBody>
          <a:bodyPr/>
          <a:lstStyle/>
          <a:p>
            <a:endParaRPr lang="en-IT"/>
          </a:p>
        </p:txBody>
      </p:sp>
      <p:sp>
        <p:nvSpPr>
          <p:cNvPr id="4" name="Slide Number Placeholder 3">
            <a:extLst>
              <a:ext uri="{FF2B5EF4-FFF2-40B4-BE49-F238E27FC236}">
                <a16:creationId xmlns:a16="http://schemas.microsoft.com/office/drawing/2014/main" id="{BB2E1CF3-CF21-8440-7065-AEA1E5C30748}"/>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3410110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05D20-8C14-226F-B501-0A3F230E7AB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9B1B2F04-AEA4-1461-D23F-B5D4669C9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5793D81A-C575-7E1D-C6DF-814B2C1EA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306FB67-8CCC-C38D-FAC3-3485CD3449C7}"/>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6" name="Footer Placeholder 5">
            <a:extLst>
              <a:ext uri="{FF2B5EF4-FFF2-40B4-BE49-F238E27FC236}">
                <a16:creationId xmlns:a16="http://schemas.microsoft.com/office/drawing/2014/main" id="{FF3F103E-0660-701A-FF97-0E47054B71E8}"/>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6F82F157-59EA-9AF6-3CEA-BD620FD095A2}"/>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346261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B9A92-AAE9-5382-0DD9-B2B05785E21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65317947-EDF1-84B8-2410-B890FC4FC1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FF3969AC-E327-F304-D861-7390D7F5E0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FB959D-2738-D4D4-4E18-7285E7D82504}"/>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6" name="Footer Placeholder 5">
            <a:extLst>
              <a:ext uri="{FF2B5EF4-FFF2-40B4-BE49-F238E27FC236}">
                <a16:creationId xmlns:a16="http://schemas.microsoft.com/office/drawing/2014/main" id="{A45F52A0-FEC2-A8E4-D253-BB973F514B10}"/>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A843ED70-D550-D2AF-F6B7-375B3F610F47}"/>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1412503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25AB3-9C6E-E840-F7EB-F0686831039E}"/>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CB5733D2-D592-2533-23DA-BB8082BCEA5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74FC9AAD-B239-0469-18A4-D72C271D2C57}"/>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5" name="Footer Placeholder 4">
            <a:extLst>
              <a:ext uri="{FF2B5EF4-FFF2-40B4-BE49-F238E27FC236}">
                <a16:creationId xmlns:a16="http://schemas.microsoft.com/office/drawing/2014/main" id="{4E63A618-5D5E-2A50-CAEF-8915242B3A55}"/>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81BCBF3A-D9FE-6D2A-711E-5C20D048F49B}"/>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3420091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114A42-7CB2-0E7D-8649-525A57B9A18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7BEDAFCF-72AE-F99D-E542-225D4EDD2D0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73939F9-F2FB-2EBC-612C-3EA1765E3184}"/>
              </a:ext>
            </a:extLst>
          </p:cNvPr>
          <p:cNvSpPr>
            <a:spLocks noGrp="1"/>
          </p:cNvSpPr>
          <p:nvPr>
            <p:ph type="dt" sz="half" idx="10"/>
          </p:nvPr>
        </p:nvSpPr>
        <p:spPr/>
        <p:txBody>
          <a:bodyPr/>
          <a:lstStyle/>
          <a:p>
            <a:fld id="{9DB39275-D65D-0F4D-8292-01D2443DD52E}" type="datetimeFigureOut">
              <a:rPr lang="en-IT" smtClean="0"/>
              <a:t>12/04/24</a:t>
            </a:fld>
            <a:endParaRPr lang="en-IT"/>
          </a:p>
        </p:txBody>
      </p:sp>
      <p:sp>
        <p:nvSpPr>
          <p:cNvPr id="5" name="Footer Placeholder 4">
            <a:extLst>
              <a:ext uri="{FF2B5EF4-FFF2-40B4-BE49-F238E27FC236}">
                <a16:creationId xmlns:a16="http://schemas.microsoft.com/office/drawing/2014/main" id="{775E46E2-A8DF-21E8-B1A5-24D6DD5103FD}"/>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D98754A6-C062-CEB8-EA48-2EF2F08B3C7B}"/>
              </a:ext>
            </a:extLst>
          </p:cNvPr>
          <p:cNvSpPr>
            <a:spLocks noGrp="1"/>
          </p:cNvSpPr>
          <p:nvPr>
            <p:ph type="sldNum" sz="quarter" idx="12"/>
          </p:nvPr>
        </p:nvSpPr>
        <p:spPr/>
        <p:txBody>
          <a:bodyPr/>
          <a:lstStyle/>
          <a:p>
            <a:fld id="{17911731-5738-0745-82EC-487065F26BF1}" type="slidenum">
              <a:rPr lang="en-IT" smtClean="0"/>
              <a:t>‹#›</a:t>
            </a:fld>
            <a:endParaRPr lang="en-IT"/>
          </a:p>
        </p:txBody>
      </p:sp>
    </p:spTree>
    <p:extLst>
      <p:ext uri="{BB962C8B-B14F-4D97-AF65-F5344CB8AC3E}">
        <p14:creationId xmlns:p14="http://schemas.microsoft.com/office/powerpoint/2010/main" val="2019714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2045B-89B9-1710-55F2-27093DDF5A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2865EE17-C5BE-3710-5181-B938833CBF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9E04D646-EBF2-E0D0-5E0B-8610EF69A2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B39275-D65D-0F4D-8292-01D2443DD52E}" type="datetimeFigureOut">
              <a:rPr lang="en-IT" smtClean="0"/>
              <a:t>12/04/24</a:t>
            </a:fld>
            <a:endParaRPr lang="en-IT"/>
          </a:p>
        </p:txBody>
      </p:sp>
      <p:sp>
        <p:nvSpPr>
          <p:cNvPr id="5" name="Footer Placeholder 4">
            <a:extLst>
              <a:ext uri="{FF2B5EF4-FFF2-40B4-BE49-F238E27FC236}">
                <a16:creationId xmlns:a16="http://schemas.microsoft.com/office/drawing/2014/main" id="{4B48F394-D182-6A88-E386-D9C9BFFA3D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T"/>
          </a:p>
        </p:txBody>
      </p:sp>
      <p:sp>
        <p:nvSpPr>
          <p:cNvPr id="6" name="Slide Number Placeholder 5">
            <a:extLst>
              <a:ext uri="{FF2B5EF4-FFF2-40B4-BE49-F238E27FC236}">
                <a16:creationId xmlns:a16="http://schemas.microsoft.com/office/drawing/2014/main" id="{A31E9303-7CC8-64B5-CADE-6C8BC9E515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911731-5738-0745-82EC-487065F26BF1}" type="slidenum">
              <a:rPr lang="en-IT" smtClean="0"/>
              <a:t>‹#›</a:t>
            </a:fld>
            <a:endParaRPr lang="en-IT"/>
          </a:p>
        </p:txBody>
      </p:sp>
    </p:spTree>
    <p:extLst>
      <p:ext uri="{BB962C8B-B14F-4D97-AF65-F5344CB8AC3E}">
        <p14:creationId xmlns:p14="http://schemas.microsoft.com/office/powerpoint/2010/main" val="4010933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2" Type="http://schemas.openxmlformats.org/officeDocument/2006/relationships/hyperlink" Target="https://opensource.org/license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4.xml.rels><?xml version="1.0" encoding="UTF-8" standalone="yes"?>
<Relationships xmlns="http://schemas.openxmlformats.org/package/2006/relationships"><Relationship Id="rId3" Type="http://schemas.openxmlformats.org/officeDocument/2006/relationships/hyperlink" Target="https://opensource.org/license/mit/" TargetMode="External"/><Relationship Id="rId7" Type="http://schemas.openxmlformats.org/officeDocument/2006/relationships/hyperlink" Target="https://opensource.org/license/cddl-1-0/" TargetMode="External"/><Relationship Id="rId2" Type="http://schemas.openxmlformats.org/officeDocument/2006/relationships/hyperlink" Target="https://opensource.org/license/apache-2-0/" TargetMode="External"/><Relationship Id="rId1" Type="http://schemas.openxmlformats.org/officeDocument/2006/relationships/slideLayout" Target="../slideLayouts/slideLayout5.xml"/><Relationship Id="rId6" Type="http://schemas.openxmlformats.org/officeDocument/2006/relationships/hyperlink" Target="https://opensource.org/license/mpl-2-0/" TargetMode="External"/><Relationship Id="rId5" Type="http://schemas.openxmlformats.org/officeDocument/2006/relationships/hyperlink" Target="https://opensource.org/license/gpl-2-0/" TargetMode="External"/><Relationship Id="rId4" Type="http://schemas.openxmlformats.org/officeDocument/2006/relationships/hyperlink" Target="https://opensource.org/license/bsd-3-clause/"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pyopensci.org/" TargetMode="External"/><Relationship Id="rId2" Type="http://schemas.openxmlformats.org/officeDocument/2006/relationships/hyperlink" Target="https://ropensci.org/" TargetMode="External"/><Relationship Id="rId1" Type="http://schemas.openxmlformats.org/officeDocument/2006/relationships/slideLayout" Target="../slideLayouts/slideLayout2.xml"/><Relationship Id="rId5" Type="http://schemas.openxmlformats.org/officeDocument/2006/relationships/hyperlink" Target="https://pyladies.com/" TargetMode="External"/><Relationship Id="rId4" Type="http://schemas.openxmlformats.org/officeDocument/2006/relationships/hyperlink" Target="https://rladies.org/"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0D78673-81F0-62F6-6D20-FB892B69583A}"/>
              </a:ext>
            </a:extLst>
          </p:cNvPr>
          <p:cNvSpPr>
            <a:spLocks noGrp="1"/>
          </p:cNvSpPr>
          <p:nvPr>
            <p:ph type="ctrTitle"/>
          </p:nvPr>
        </p:nvSpPr>
        <p:spPr>
          <a:xfrm>
            <a:off x="3315031" y="1380754"/>
            <a:ext cx="5561938" cy="2513516"/>
          </a:xfrm>
        </p:spPr>
        <p:txBody>
          <a:bodyPr>
            <a:normAutofit/>
          </a:bodyPr>
          <a:lstStyle/>
          <a:p>
            <a:r>
              <a:rPr lang="en-IT" dirty="0"/>
              <a:t>Module 4</a:t>
            </a:r>
          </a:p>
        </p:txBody>
      </p:sp>
      <p:sp>
        <p:nvSpPr>
          <p:cNvPr id="3" name="Subtitle 2">
            <a:extLst>
              <a:ext uri="{FF2B5EF4-FFF2-40B4-BE49-F238E27FC236}">
                <a16:creationId xmlns:a16="http://schemas.microsoft.com/office/drawing/2014/main" id="{9F3FBFE4-0842-BE38-5D0D-52CCE6ACB2B6}"/>
              </a:ext>
            </a:extLst>
          </p:cNvPr>
          <p:cNvSpPr>
            <a:spLocks noGrp="1"/>
          </p:cNvSpPr>
          <p:nvPr>
            <p:ph type="subTitle" idx="1"/>
          </p:nvPr>
        </p:nvSpPr>
        <p:spPr>
          <a:xfrm>
            <a:off x="3315031" y="4076802"/>
            <a:ext cx="5561938" cy="1534587"/>
          </a:xfrm>
        </p:spPr>
        <p:txBody>
          <a:bodyPr>
            <a:normAutofit/>
          </a:bodyPr>
          <a:lstStyle/>
          <a:p>
            <a:r>
              <a:rPr lang="en-IT" dirty="0"/>
              <a:t>Open Science 101</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024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FEE95-1E67-FD24-52F3-1F10DC2D81EE}"/>
              </a:ext>
            </a:extLst>
          </p:cNvPr>
          <p:cNvSpPr>
            <a:spLocks noGrp="1"/>
          </p:cNvSpPr>
          <p:nvPr>
            <p:ph type="title"/>
          </p:nvPr>
        </p:nvSpPr>
        <p:spPr>
          <a:xfrm>
            <a:off x="838200" y="459863"/>
            <a:ext cx="10515600" cy="1004594"/>
          </a:xfrm>
        </p:spPr>
        <p:txBody>
          <a:bodyPr>
            <a:normAutofit/>
          </a:bodyPr>
          <a:lstStyle/>
          <a:p>
            <a:pPr algn="ctr"/>
            <a:r>
              <a:rPr lang="en-IT" dirty="0">
                <a:solidFill>
                  <a:srgbClr val="FFFFFF"/>
                </a:solidFill>
              </a:rPr>
              <a:t>Opening questions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F43F5D7-F289-17EC-A11B-439991AF2196}"/>
              </a:ext>
            </a:extLst>
          </p:cNvPr>
          <p:cNvGraphicFramePr>
            <a:graphicFrameLocks noGrp="1"/>
          </p:cNvGraphicFramePr>
          <p:nvPr>
            <p:ph idx="1"/>
            <p:extLst>
              <p:ext uri="{D42A27DB-BD31-4B8C-83A1-F6EECF244321}">
                <p14:modId xmlns:p14="http://schemas.microsoft.com/office/powerpoint/2010/main" val="178260483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3422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44ED3-A4F9-8E40-031F-9D2736937D38}"/>
              </a:ext>
            </a:extLst>
          </p:cNvPr>
          <p:cNvSpPr>
            <a:spLocks noGrp="1"/>
          </p:cNvSpPr>
          <p:nvPr>
            <p:ph type="title"/>
          </p:nvPr>
        </p:nvSpPr>
        <p:spPr/>
        <p:txBody>
          <a:bodyPr/>
          <a:lstStyle/>
          <a:p>
            <a:r>
              <a:rPr lang="en-IT" dirty="0"/>
              <a:t>What kind of software do we make in community-engaged research? </a:t>
            </a:r>
          </a:p>
        </p:txBody>
      </p:sp>
      <p:sp>
        <p:nvSpPr>
          <p:cNvPr id="3" name="Content Placeholder 2">
            <a:extLst>
              <a:ext uri="{FF2B5EF4-FFF2-40B4-BE49-F238E27FC236}">
                <a16:creationId xmlns:a16="http://schemas.microsoft.com/office/drawing/2014/main" id="{0B45BF36-1401-F1E9-6770-3B6B7D5BC142}"/>
              </a:ext>
            </a:extLst>
          </p:cNvPr>
          <p:cNvSpPr>
            <a:spLocks noGrp="1"/>
          </p:cNvSpPr>
          <p:nvPr>
            <p:ph idx="1"/>
          </p:nvPr>
        </p:nvSpPr>
        <p:spPr/>
        <p:txBody>
          <a:bodyPr/>
          <a:lstStyle/>
          <a:p>
            <a:r>
              <a:rPr lang="en-IT" dirty="0"/>
              <a:t>Maps</a:t>
            </a:r>
          </a:p>
          <a:p>
            <a:r>
              <a:rPr lang="en-IT" dirty="0"/>
              <a:t>Data analysis</a:t>
            </a:r>
          </a:p>
          <a:p>
            <a:r>
              <a:rPr lang="en-IT" dirty="0"/>
              <a:t>Graphs, visualizations</a:t>
            </a:r>
          </a:p>
          <a:p>
            <a:r>
              <a:rPr lang="en-IT" dirty="0"/>
              <a:t>Data collection and cleaning</a:t>
            </a:r>
          </a:p>
          <a:p>
            <a:r>
              <a:rPr lang="en-IT" dirty="0"/>
              <a:t>?</a:t>
            </a:r>
          </a:p>
        </p:txBody>
      </p:sp>
    </p:spTree>
    <p:extLst>
      <p:ext uri="{BB962C8B-B14F-4D97-AF65-F5344CB8AC3E}">
        <p14:creationId xmlns:p14="http://schemas.microsoft.com/office/powerpoint/2010/main" val="2562720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B14981-F7FB-0FDD-1D6F-10CD6115FCE6}"/>
              </a:ext>
            </a:extLst>
          </p:cNvPr>
          <p:cNvSpPr>
            <a:spLocks noGrp="1"/>
          </p:cNvSpPr>
          <p:nvPr>
            <p:ph type="title"/>
          </p:nvPr>
        </p:nvSpPr>
        <p:spPr>
          <a:xfrm>
            <a:off x="1371597" y="348865"/>
            <a:ext cx="10044023" cy="877729"/>
          </a:xfrm>
        </p:spPr>
        <p:txBody>
          <a:bodyPr anchor="ctr">
            <a:normAutofit fontScale="90000"/>
          </a:bodyPr>
          <a:lstStyle/>
          <a:p>
            <a:r>
              <a:rPr lang="en-IT" sz="4000" dirty="0">
                <a:solidFill>
                  <a:srgbClr val="FFFFFF"/>
                </a:solidFill>
              </a:rPr>
              <a:t>Purpose – why have a software management plan?</a:t>
            </a:r>
          </a:p>
        </p:txBody>
      </p:sp>
      <p:graphicFrame>
        <p:nvGraphicFramePr>
          <p:cNvPr id="5" name="Content Placeholder 2">
            <a:extLst>
              <a:ext uri="{FF2B5EF4-FFF2-40B4-BE49-F238E27FC236}">
                <a16:creationId xmlns:a16="http://schemas.microsoft.com/office/drawing/2014/main" id="{BCEED61F-8C34-587C-7005-80A9A0591D76}"/>
              </a:ext>
            </a:extLst>
          </p:cNvPr>
          <p:cNvGraphicFramePr>
            <a:graphicFrameLocks noGrp="1"/>
          </p:cNvGraphicFramePr>
          <p:nvPr>
            <p:ph idx="1"/>
            <p:extLst>
              <p:ext uri="{D42A27DB-BD31-4B8C-83A1-F6EECF244321}">
                <p14:modId xmlns:p14="http://schemas.microsoft.com/office/powerpoint/2010/main" val="192897406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1950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990B4F-DF73-B797-F62C-90D66AF68190}"/>
              </a:ext>
            </a:extLst>
          </p:cNvPr>
          <p:cNvSpPr>
            <a:spLocks noGrp="1"/>
          </p:cNvSpPr>
          <p:nvPr>
            <p:ph type="title"/>
          </p:nvPr>
        </p:nvSpPr>
        <p:spPr>
          <a:xfrm>
            <a:off x="838200" y="459863"/>
            <a:ext cx="10515600" cy="1004594"/>
          </a:xfrm>
        </p:spPr>
        <p:txBody>
          <a:bodyPr>
            <a:normAutofit/>
          </a:bodyPr>
          <a:lstStyle/>
          <a:p>
            <a:pPr algn="ctr"/>
            <a:r>
              <a:rPr lang="en-IT">
                <a:solidFill>
                  <a:srgbClr val="FFFFFF"/>
                </a:solidFill>
              </a:rPr>
              <a:t>Definitions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73D900B-7823-B7C1-9FF4-B3E9AFEBB32A}"/>
              </a:ext>
            </a:extLst>
          </p:cNvPr>
          <p:cNvGraphicFramePr>
            <a:graphicFrameLocks noGrp="1"/>
          </p:cNvGraphicFramePr>
          <p:nvPr>
            <p:ph idx="1"/>
            <p:extLst>
              <p:ext uri="{D42A27DB-BD31-4B8C-83A1-F6EECF244321}">
                <p14:modId xmlns:p14="http://schemas.microsoft.com/office/powerpoint/2010/main" val="790415808"/>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2035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5D71A2-65D0-8A99-50FD-4B9E47DF96E2}"/>
              </a:ext>
            </a:extLst>
          </p:cNvPr>
          <p:cNvSpPr>
            <a:spLocks noGrp="1"/>
          </p:cNvSpPr>
          <p:nvPr>
            <p:ph type="title"/>
          </p:nvPr>
        </p:nvSpPr>
        <p:spPr>
          <a:xfrm>
            <a:off x="838200" y="459863"/>
            <a:ext cx="10515600" cy="1004594"/>
          </a:xfrm>
        </p:spPr>
        <p:txBody>
          <a:bodyPr>
            <a:normAutofit/>
          </a:bodyPr>
          <a:lstStyle/>
          <a:p>
            <a:pPr algn="ctr"/>
            <a:endParaRPr lang="en-IT">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DAB4C8C-E615-C7F7-850B-864C01A0B44C}"/>
              </a:ext>
            </a:extLst>
          </p:cNvPr>
          <p:cNvGraphicFramePr>
            <a:graphicFrameLocks noGrp="1"/>
          </p:cNvGraphicFramePr>
          <p:nvPr>
            <p:ph idx="1"/>
            <p:extLst>
              <p:ext uri="{D42A27DB-BD31-4B8C-83A1-F6EECF244321}">
                <p14:modId xmlns:p14="http://schemas.microsoft.com/office/powerpoint/2010/main" val="370633561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4219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13EA5E-7EBC-B0B1-8C01-D144DE811DE7}"/>
              </a:ext>
            </a:extLst>
          </p:cNvPr>
          <p:cNvSpPr>
            <a:spLocks noGrp="1"/>
          </p:cNvSpPr>
          <p:nvPr>
            <p:ph type="title"/>
          </p:nvPr>
        </p:nvSpPr>
        <p:spPr>
          <a:xfrm>
            <a:off x="1043631" y="809898"/>
            <a:ext cx="10173010" cy="1554480"/>
          </a:xfrm>
        </p:spPr>
        <p:txBody>
          <a:bodyPr anchor="ctr">
            <a:normAutofit/>
          </a:bodyPr>
          <a:lstStyle/>
          <a:p>
            <a:endParaRPr lang="en-IT"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8F84717-5DEA-2C33-FD1C-02B06BBC172D}"/>
              </a:ext>
            </a:extLst>
          </p:cNvPr>
          <p:cNvGraphicFramePr>
            <a:graphicFrameLocks noGrp="1"/>
          </p:cNvGraphicFramePr>
          <p:nvPr>
            <p:ph idx="1"/>
            <p:extLst>
              <p:ext uri="{D42A27DB-BD31-4B8C-83A1-F6EECF244321}">
                <p14:modId xmlns:p14="http://schemas.microsoft.com/office/powerpoint/2010/main" val="272964098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859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7B35DF-45C1-14FF-A4ED-00A13AAE2B92}"/>
              </a:ext>
            </a:extLst>
          </p:cNvPr>
          <p:cNvSpPr>
            <a:spLocks noGrp="1"/>
          </p:cNvSpPr>
          <p:nvPr>
            <p:ph type="title"/>
          </p:nvPr>
        </p:nvSpPr>
        <p:spPr>
          <a:xfrm>
            <a:off x="1171074" y="1396686"/>
            <a:ext cx="3240506" cy="4064628"/>
          </a:xfrm>
        </p:spPr>
        <p:txBody>
          <a:bodyPr>
            <a:normAutofit/>
          </a:bodyPr>
          <a:lstStyle/>
          <a:p>
            <a:r>
              <a:rPr lang="en-IT">
                <a:solidFill>
                  <a:srgbClr val="FFFFFF"/>
                </a:solidFill>
              </a:rPr>
              <a:t>NASA requires open access to software</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D4F49FD-F3B7-1B72-6122-9A01499D3419}"/>
              </a:ext>
            </a:extLst>
          </p:cNvPr>
          <p:cNvSpPr>
            <a:spLocks noGrp="1"/>
          </p:cNvSpPr>
          <p:nvPr>
            <p:ph idx="1"/>
          </p:nvPr>
        </p:nvSpPr>
        <p:spPr>
          <a:xfrm>
            <a:off x="5370153" y="1526033"/>
            <a:ext cx="5536397" cy="3935281"/>
          </a:xfrm>
        </p:spPr>
        <p:txBody>
          <a:bodyPr>
            <a:normAutofit/>
          </a:bodyPr>
          <a:lstStyle/>
          <a:p>
            <a:r>
              <a:rPr lang="en-GB" dirty="0">
                <a:effectLst/>
              </a:rPr>
              <a:t>"Data and software developed using Research Opportunities in Space and Earth Sciences (ROSES) funding in support of a peer-reviewed publication shall be made publicly available at the time of publication"</a:t>
            </a:r>
            <a:endParaRPr lang="en-IT" dirty="0"/>
          </a:p>
        </p:txBody>
      </p:sp>
    </p:spTree>
    <p:extLst>
      <p:ext uri="{BB962C8B-B14F-4D97-AF65-F5344CB8AC3E}">
        <p14:creationId xmlns:p14="http://schemas.microsoft.com/office/powerpoint/2010/main" val="1667474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C8D31B-E235-C618-33AE-EE495748195F}"/>
              </a:ext>
            </a:extLst>
          </p:cNvPr>
          <p:cNvSpPr>
            <a:spLocks noGrp="1"/>
          </p:cNvSpPr>
          <p:nvPr>
            <p:ph type="title"/>
          </p:nvPr>
        </p:nvSpPr>
        <p:spPr>
          <a:xfrm>
            <a:off x="838200" y="459863"/>
            <a:ext cx="10515600" cy="1004594"/>
          </a:xfrm>
        </p:spPr>
        <p:txBody>
          <a:bodyPr>
            <a:normAutofit/>
          </a:bodyPr>
          <a:lstStyle/>
          <a:p>
            <a:pPr algn="ctr"/>
            <a:r>
              <a:rPr lang="en-IT">
                <a:solidFill>
                  <a:srgbClr val="FFFFFF"/>
                </a:solidFill>
              </a:rPr>
              <a:t>When to restrict code</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1E5F898-4482-E9FC-2660-B7D50D8C928B}"/>
              </a:ext>
            </a:extLst>
          </p:cNvPr>
          <p:cNvGraphicFramePr>
            <a:graphicFrameLocks noGrp="1"/>
          </p:cNvGraphicFramePr>
          <p:nvPr>
            <p:ph idx="1"/>
            <p:extLst>
              <p:ext uri="{D42A27DB-BD31-4B8C-83A1-F6EECF244321}">
                <p14:modId xmlns:p14="http://schemas.microsoft.com/office/powerpoint/2010/main" val="3714351351"/>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0010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469919-7480-301C-C791-1750F57DF72A}"/>
              </a:ext>
            </a:extLst>
          </p:cNvPr>
          <p:cNvSpPr>
            <a:spLocks noGrp="1"/>
          </p:cNvSpPr>
          <p:nvPr>
            <p:ph type="title"/>
          </p:nvPr>
        </p:nvSpPr>
        <p:spPr>
          <a:xfrm>
            <a:off x="1171074" y="1396686"/>
            <a:ext cx="3240506" cy="4064628"/>
          </a:xfrm>
        </p:spPr>
        <p:txBody>
          <a:bodyPr>
            <a:normAutofit/>
          </a:bodyPr>
          <a:lstStyle/>
          <a:p>
            <a:r>
              <a:rPr lang="en-IT">
                <a:solidFill>
                  <a:srgbClr val="FFFFFF"/>
                </a:solidFill>
              </a:rPr>
              <a:t>Open source definition</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F750E4-5CA9-627C-26FA-3F2F17DEB053}"/>
              </a:ext>
            </a:extLst>
          </p:cNvPr>
          <p:cNvSpPr>
            <a:spLocks noGrp="1"/>
          </p:cNvSpPr>
          <p:nvPr>
            <p:ph idx="1"/>
          </p:nvPr>
        </p:nvSpPr>
        <p:spPr>
          <a:xfrm>
            <a:off x="5370153" y="1526033"/>
            <a:ext cx="5536397" cy="3935281"/>
          </a:xfrm>
        </p:spPr>
        <p:txBody>
          <a:bodyPr>
            <a:normAutofit/>
          </a:bodyPr>
          <a:lstStyle/>
          <a:p>
            <a:r>
              <a:rPr lang="en-GB" dirty="0">
                <a:effectLst/>
              </a:rPr>
              <a:t>Open Source Definition</a:t>
            </a:r>
          </a:p>
          <a:p>
            <a:pPr lvl="1"/>
            <a:r>
              <a:rPr lang="en-GB" dirty="0">
                <a:effectLst/>
              </a:rPr>
              <a:t>“</a:t>
            </a:r>
            <a:r>
              <a:rPr lang="en-GB" dirty="0">
                <a:effectLst/>
                <a:hlinkClick r:id="rId2"/>
              </a:rPr>
              <a:t>must allow modifications and derived works, and must allow them to be distributed under the same terms as the license of the original software</a:t>
            </a:r>
            <a:r>
              <a:rPr lang="en-GB" dirty="0">
                <a:hlinkClick r:id="rId2"/>
              </a:rPr>
              <a:t>(opens in a new tab)</a:t>
            </a:r>
            <a:r>
              <a:rPr lang="en-GB" dirty="0">
                <a:effectLst/>
              </a:rPr>
              <a:t>.”</a:t>
            </a:r>
          </a:p>
          <a:p>
            <a:pPr lvl="1"/>
            <a:endParaRPr lang="en-GB" dirty="0"/>
          </a:p>
          <a:p>
            <a:r>
              <a:rPr lang="en-GB" dirty="0"/>
              <a:t>Software licence?</a:t>
            </a:r>
          </a:p>
          <a:p>
            <a:endParaRPr lang="en-IT" dirty="0"/>
          </a:p>
        </p:txBody>
      </p:sp>
    </p:spTree>
    <p:extLst>
      <p:ext uri="{BB962C8B-B14F-4D97-AF65-F5344CB8AC3E}">
        <p14:creationId xmlns:p14="http://schemas.microsoft.com/office/powerpoint/2010/main" val="3057227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6368E8-C04F-AA39-0377-AC7BC0A43884}"/>
              </a:ext>
            </a:extLst>
          </p:cNvPr>
          <p:cNvSpPr>
            <a:spLocks noGrp="1"/>
          </p:cNvSpPr>
          <p:nvPr>
            <p:ph type="title"/>
          </p:nvPr>
        </p:nvSpPr>
        <p:spPr>
          <a:xfrm>
            <a:off x="838200" y="459863"/>
            <a:ext cx="10515600" cy="1004594"/>
          </a:xfrm>
        </p:spPr>
        <p:txBody>
          <a:bodyPr>
            <a:normAutofit/>
          </a:bodyPr>
          <a:lstStyle/>
          <a:p>
            <a:pPr algn="ctr"/>
            <a:r>
              <a:rPr lang="en-IT">
                <a:solidFill>
                  <a:srgbClr val="FFFFFF"/>
                </a:solidFill>
              </a:rPr>
              <a:t>Software management plan</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B023B34-1BC4-35B2-5A23-BE0A30120313}"/>
              </a:ext>
            </a:extLst>
          </p:cNvPr>
          <p:cNvGraphicFramePr>
            <a:graphicFrameLocks noGrp="1"/>
          </p:cNvGraphicFramePr>
          <p:nvPr>
            <p:ph idx="1"/>
            <p:extLst>
              <p:ext uri="{D42A27DB-BD31-4B8C-83A1-F6EECF244321}">
                <p14:modId xmlns:p14="http://schemas.microsoft.com/office/powerpoint/2010/main" val="245972787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4694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CFCD9E7-32B0-1432-1353-E8E5BF9129BD}"/>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095500" y="0"/>
            <a:ext cx="8001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658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98B91-C9D6-8673-20FB-792387919BEB}"/>
              </a:ext>
            </a:extLst>
          </p:cNvPr>
          <p:cNvSpPr>
            <a:spLocks noGrp="1"/>
          </p:cNvSpPr>
          <p:nvPr>
            <p:ph type="title"/>
          </p:nvPr>
        </p:nvSpPr>
        <p:spPr>
          <a:xfrm>
            <a:off x="1043631" y="809898"/>
            <a:ext cx="10173010" cy="1554480"/>
          </a:xfrm>
        </p:spPr>
        <p:txBody>
          <a:bodyPr anchor="ctr">
            <a:normAutofit/>
          </a:bodyPr>
          <a:lstStyle/>
          <a:p>
            <a:endParaRPr lang="en-IT"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25513CDF-97EE-9E15-A806-257757989D05}"/>
              </a:ext>
            </a:extLst>
          </p:cNvPr>
          <p:cNvGraphicFramePr>
            <a:graphicFrameLocks noGrp="1"/>
          </p:cNvGraphicFramePr>
          <p:nvPr>
            <p:ph idx="1"/>
            <p:extLst>
              <p:ext uri="{D42A27DB-BD31-4B8C-83A1-F6EECF244321}">
                <p14:modId xmlns:p14="http://schemas.microsoft.com/office/powerpoint/2010/main" val="1913586702"/>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6236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A1A626DA-6F34-0481-6330-053413A9E3A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190500"/>
            <a:ext cx="12192000" cy="647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085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9" name="Rectangle 2068">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a:extLst>
              <a:ext uri="{FF2B5EF4-FFF2-40B4-BE49-F238E27FC236}">
                <a16:creationId xmlns:a16="http://schemas.microsoft.com/office/drawing/2014/main" id="{8FF79DD6-DA31-027C-FF33-996015F892E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57275" y="914400"/>
            <a:ext cx="2449513" cy="2449513"/>
          </a:xfrm>
          <a:prstGeom prst="rect">
            <a:avLst/>
          </a:prstGeom>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738B70AC-B025-09C6-B6A6-B70A2A726DC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575050" y="914400"/>
            <a:ext cx="2449513" cy="2449513"/>
          </a:xfrm>
          <a:prstGeom prst="rect">
            <a:avLst/>
          </a:prstGeom>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AB1F203-638B-3B6F-8039-3DCFCFCFAFF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092825" y="914400"/>
            <a:ext cx="2449513" cy="2449513"/>
          </a:xfrm>
          <a:prstGeom prst="rect">
            <a:avLst/>
          </a:prstGeom>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E177A506-88F7-89F8-FC7B-A5AA4BC1A9B9}"/>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8609013" y="914400"/>
            <a:ext cx="2449513" cy="2449513"/>
          </a:xfrm>
          <a:prstGeom prst="rect">
            <a:avLst/>
          </a:prstGeom>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3233BD20-3C3B-A547-1A89-299E714A140F}"/>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057275" y="3430588"/>
            <a:ext cx="2449513" cy="2449513"/>
          </a:xfrm>
          <a:prstGeom prst="rect">
            <a:avLst/>
          </a:prstGeom>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8541A68E-6EF6-6D37-274B-B650610E229E}"/>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3576638" y="3430588"/>
            <a:ext cx="2449513" cy="2449513"/>
          </a:xfrm>
          <a:prstGeom prst="rect">
            <a:avLst/>
          </a:prstGeom>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37736200-E635-66C4-1482-954A5D3957C2}"/>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6096000" y="3430588"/>
            <a:ext cx="2443163" cy="2449513"/>
          </a:xfrm>
          <a:prstGeom prst="rect">
            <a:avLst/>
          </a:prstGeom>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C205CED6-1126-E7C2-ADC6-0961CC69D5BB}"/>
              </a:ext>
            </a:extLst>
          </p:cNvPr>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8607425" y="3430588"/>
            <a:ext cx="2449513" cy="2449513"/>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544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D49E-287B-86EB-D8B8-FA83BAC1E4B5}"/>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dirty="0"/>
              <a:t>Lesson 1&amp;2 Quiz</a:t>
            </a:r>
          </a:p>
        </p:txBody>
      </p:sp>
      <p:pic>
        <p:nvPicPr>
          <p:cNvPr id="5" name="Picture 4" descr="Hand holding a pen shading number on a sheet">
            <a:extLst>
              <a:ext uri="{FF2B5EF4-FFF2-40B4-BE49-F238E27FC236}">
                <a16:creationId xmlns:a16="http://schemas.microsoft.com/office/drawing/2014/main" id="{721A8CD5-3FE7-AD83-B5F9-C322A703966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439462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8D80F1-05D3-09DE-7A7A-47CDCC35E6B7}"/>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kern="1200">
                <a:solidFill>
                  <a:schemeClr val="tx1"/>
                </a:solidFill>
                <a:latin typeface="+mj-lt"/>
                <a:ea typeface="+mj-ea"/>
                <a:cs typeface="+mj-cs"/>
              </a:rPr>
              <a:t>making open code</a:t>
            </a:r>
          </a:p>
        </p:txBody>
      </p:sp>
      <p:sp>
        <p:nvSpPr>
          <p:cNvPr id="3" name="Text Placeholder 2">
            <a:extLst>
              <a:ext uri="{FF2B5EF4-FFF2-40B4-BE49-F238E27FC236}">
                <a16:creationId xmlns:a16="http://schemas.microsoft.com/office/drawing/2014/main" id="{E699C766-B56F-807D-4FAB-2E2B0A7275B2}"/>
              </a:ext>
            </a:extLst>
          </p:cNvPr>
          <p:cNvSpPr>
            <a:spLocks noGrp="1"/>
          </p:cNvSpPr>
          <p:nvPr>
            <p:ph type="body" idx="1"/>
          </p:nvPr>
        </p:nvSpPr>
        <p:spPr>
          <a:xfrm>
            <a:off x="4038600" y="4782320"/>
            <a:ext cx="7644627" cy="1329443"/>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2727915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C22D83D-4FE9-6EAD-8191-E23CC1349B67}"/>
              </a:ext>
            </a:extLst>
          </p:cNvPr>
          <p:cNvSpPr>
            <a:spLocks noGrp="1"/>
          </p:cNvSpPr>
          <p:nvPr>
            <p:ph type="title"/>
          </p:nvPr>
        </p:nvSpPr>
        <p:spPr>
          <a:xfrm>
            <a:off x="686834" y="1153572"/>
            <a:ext cx="3200400" cy="4461163"/>
          </a:xfrm>
        </p:spPr>
        <p:txBody>
          <a:bodyPr>
            <a:normAutofit/>
          </a:bodyPr>
          <a:lstStyle/>
          <a:p>
            <a:r>
              <a:rPr lang="en-GB" b="1">
                <a:solidFill>
                  <a:srgbClr val="FFFFFF"/>
                </a:solidFill>
                <a:effectLst/>
              </a:rPr>
              <a:t>Starting a New Software Project</a:t>
            </a:r>
            <a:br>
              <a:rPr lang="en-GB" b="1">
                <a:solidFill>
                  <a:srgbClr val="FFFFFF"/>
                </a:solidFill>
                <a:effectLst/>
              </a:rPr>
            </a:br>
            <a:endParaRPr lang="en-IT">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CE8C5701-EC2F-5762-8C2F-66B597BF3DA7}"/>
              </a:ext>
            </a:extLst>
          </p:cNvPr>
          <p:cNvSpPr>
            <a:spLocks noGrp="1"/>
          </p:cNvSpPr>
          <p:nvPr>
            <p:ph idx="1"/>
          </p:nvPr>
        </p:nvSpPr>
        <p:spPr>
          <a:xfrm>
            <a:off x="4447308" y="591344"/>
            <a:ext cx="6906491" cy="5585619"/>
          </a:xfrm>
        </p:spPr>
        <p:txBody>
          <a:bodyPr anchor="ctr">
            <a:normAutofit/>
          </a:bodyPr>
          <a:lstStyle/>
          <a:p>
            <a:pPr>
              <a:buFont typeface="Arial" panose="020B0604020202020204" pitchFamily="34" charset="0"/>
              <a:buChar char="•"/>
            </a:pPr>
            <a:r>
              <a:rPr lang="en-GB" dirty="0">
                <a:effectLst/>
              </a:rPr>
              <a:t>Define the project scope, its primary features and any limitations, and the intended audience.  </a:t>
            </a:r>
          </a:p>
          <a:p>
            <a:pPr>
              <a:buFont typeface="Arial" panose="020B0604020202020204" pitchFamily="34" charset="0"/>
              <a:buChar char="•"/>
            </a:pPr>
            <a:r>
              <a:rPr lang="en-GB" dirty="0">
                <a:effectLst/>
              </a:rPr>
              <a:t>Consider resources required for the software to run. Will it be on a personal computer, a high-performance computing server, or on the cloud?</a:t>
            </a:r>
          </a:p>
          <a:p>
            <a:pPr>
              <a:buFont typeface="Arial" panose="020B0604020202020204" pitchFamily="34" charset="0"/>
              <a:buChar char="•"/>
            </a:pPr>
            <a:r>
              <a:rPr lang="en-GB" dirty="0">
                <a:effectLst/>
              </a:rPr>
              <a:t>How will it be managed? </a:t>
            </a:r>
          </a:p>
          <a:p>
            <a:endParaRPr lang="en-IT" dirty="0"/>
          </a:p>
        </p:txBody>
      </p:sp>
    </p:spTree>
    <p:extLst>
      <p:ext uri="{BB962C8B-B14F-4D97-AF65-F5344CB8AC3E}">
        <p14:creationId xmlns:p14="http://schemas.microsoft.com/office/powerpoint/2010/main" val="1048266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97A3F-C80C-332F-697C-812C0C97D365}"/>
              </a:ext>
            </a:extLst>
          </p:cNvPr>
          <p:cNvSpPr>
            <a:spLocks noGrp="1"/>
          </p:cNvSpPr>
          <p:nvPr>
            <p:ph type="title"/>
          </p:nvPr>
        </p:nvSpPr>
        <p:spPr/>
        <p:txBody>
          <a:bodyPr/>
          <a:lstStyle/>
          <a:p>
            <a:r>
              <a:rPr lang="en-IT" dirty="0"/>
              <a:t>Benefits of open development of code</a:t>
            </a:r>
          </a:p>
        </p:txBody>
      </p:sp>
      <p:graphicFrame>
        <p:nvGraphicFramePr>
          <p:cNvPr id="12" name="Content Placeholder 2">
            <a:extLst>
              <a:ext uri="{FF2B5EF4-FFF2-40B4-BE49-F238E27FC236}">
                <a16:creationId xmlns:a16="http://schemas.microsoft.com/office/drawing/2014/main" id="{2E743BC2-D9B4-4068-9A8A-7F65EBCA84E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8360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16AE-6DBB-B8DD-2AFF-274970D7D6A7}"/>
              </a:ext>
            </a:extLst>
          </p:cNvPr>
          <p:cNvSpPr>
            <a:spLocks noGrp="1"/>
          </p:cNvSpPr>
          <p:nvPr>
            <p:ph type="title"/>
          </p:nvPr>
        </p:nvSpPr>
        <p:spPr/>
        <p:txBody>
          <a:bodyPr/>
          <a:lstStyle/>
          <a:p>
            <a:r>
              <a:rPr lang="en-IT" dirty="0"/>
              <a:t>Version control</a:t>
            </a:r>
          </a:p>
        </p:txBody>
      </p:sp>
      <p:graphicFrame>
        <p:nvGraphicFramePr>
          <p:cNvPr id="5" name="Content Placeholder 2">
            <a:extLst>
              <a:ext uri="{FF2B5EF4-FFF2-40B4-BE49-F238E27FC236}">
                <a16:creationId xmlns:a16="http://schemas.microsoft.com/office/drawing/2014/main" id="{796D1E30-E034-2EDF-A371-158C00F611D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7320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F7D788E-2C1B-4EF4-8719-12613771F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452"/>
          </a:xfrm>
          <a:prstGeom prst="rect">
            <a:avLst/>
          </a:prstGeom>
          <a:solidFill>
            <a:srgbClr val="4040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C3C11D-6738-F9C3-374C-DD011918CEB7}"/>
              </a:ext>
            </a:extLst>
          </p:cNvPr>
          <p:cNvSpPr>
            <a:spLocks noGrp="1"/>
          </p:cNvSpPr>
          <p:nvPr>
            <p:ph type="title"/>
          </p:nvPr>
        </p:nvSpPr>
        <p:spPr>
          <a:xfrm>
            <a:off x="764949" y="3499076"/>
            <a:ext cx="6053558" cy="2424774"/>
          </a:xfrm>
        </p:spPr>
        <p:txBody>
          <a:bodyPr>
            <a:normAutofit/>
          </a:bodyPr>
          <a:lstStyle/>
          <a:p>
            <a:r>
              <a:rPr lang="en-IT">
                <a:solidFill>
                  <a:srgbClr val="FFFFFF"/>
                </a:solidFill>
              </a:rPr>
              <a:t>README files – good and bad example</a:t>
            </a:r>
          </a:p>
        </p:txBody>
      </p:sp>
      <p:sp>
        <p:nvSpPr>
          <p:cNvPr id="12" name="Freeform: Shape 11">
            <a:extLst>
              <a:ext uri="{FF2B5EF4-FFF2-40B4-BE49-F238E27FC236}">
                <a16:creationId xmlns:a16="http://schemas.microsoft.com/office/drawing/2014/main" id="{7C54E824-C0F4-480B-BC88-689F50C45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199" y="548"/>
            <a:ext cx="4349752" cy="3142889"/>
          </a:xfrm>
          <a:custGeom>
            <a:avLst/>
            <a:gdLst>
              <a:gd name="connsiteX0" fmla="*/ 229420 w 4349752"/>
              <a:gd name="connsiteY0" fmla="*/ 0 h 3142889"/>
              <a:gd name="connsiteX1" fmla="*/ 4120333 w 4349752"/>
              <a:gd name="connsiteY1" fmla="*/ 0 h 3142889"/>
              <a:gd name="connsiteX2" fmla="*/ 4178840 w 4349752"/>
              <a:gd name="connsiteY2" fmla="*/ 121453 h 3142889"/>
              <a:gd name="connsiteX3" fmla="*/ 4349752 w 4349752"/>
              <a:gd name="connsiteY3" fmla="*/ 968013 h 3142889"/>
              <a:gd name="connsiteX4" fmla="*/ 2174876 w 4349752"/>
              <a:gd name="connsiteY4" fmla="*/ 3142889 h 3142889"/>
              <a:gd name="connsiteX5" fmla="*/ 0 w 4349752"/>
              <a:gd name="connsiteY5" fmla="*/ 968013 h 3142889"/>
              <a:gd name="connsiteX6" fmla="*/ 170913 w 4349752"/>
              <a:gd name="connsiteY6" fmla="*/ 121453 h 314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9752" h="3142889">
                <a:moveTo>
                  <a:pt x="229420" y="0"/>
                </a:moveTo>
                <a:lnTo>
                  <a:pt x="4120333" y="0"/>
                </a:lnTo>
                <a:lnTo>
                  <a:pt x="4178840" y="121453"/>
                </a:lnTo>
                <a:cubicBezTo>
                  <a:pt x="4288894" y="381652"/>
                  <a:pt x="4349752" y="667725"/>
                  <a:pt x="4349752" y="968013"/>
                </a:cubicBezTo>
                <a:cubicBezTo>
                  <a:pt x="4349752" y="2169164"/>
                  <a:pt x="3376027" y="3142889"/>
                  <a:pt x="2174876" y="3142889"/>
                </a:cubicBezTo>
                <a:cubicBezTo>
                  <a:pt x="973725" y="3142889"/>
                  <a:pt x="0" y="2169164"/>
                  <a:pt x="0" y="968013"/>
                </a:cubicBezTo>
                <a:cubicBezTo>
                  <a:pt x="0" y="667725"/>
                  <a:pt x="60858" y="381652"/>
                  <a:pt x="170913" y="12145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8DEA6A1-FC5C-4E6E-BBBF-7E472949B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3759" y="1421356"/>
            <a:ext cx="4538241" cy="5436644"/>
          </a:xfrm>
          <a:custGeom>
            <a:avLst/>
            <a:gdLst>
              <a:gd name="connsiteX0" fmla="*/ 3084645 w 4538241"/>
              <a:gd name="connsiteY0" fmla="*/ 0 h 5436644"/>
              <a:gd name="connsiteX1" fmla="*/ 4285328 w 4538241"/>
              <a:gd name="connsiteY1" fmla="*/ 242407 h 5436644"/>
              <a:gd name="connsiteX2" fmla="*/ 4538241 w 4538241"/>
              <a:gd name="connsiteY2" fmla="*/ 364242 h 5436644"/>
              <a:gd name="connsiteX3" fmla="*/ 4538241 w 4538241"/>
              <a:gd name="connsiteY3" fmla="*/ 5436644 h 5436644"/>
              <a:gd name="connsiteX4" fmla="*/ 1091428 w 4538241"/>
              <a:gd name="connsiteY4" fmla="*/ 5436644 h 5436644"/>
              <a:gd name="connsiteX5" fmla="*/ 903472 w 4538241"/>
              <a:gd name="connsiteY5" fmla="*/ 5265818 h 5436644"/>
              <a:gd name="connsiteX6" fmla="*/ 0 w 4538241"/>
              <a:gd name="connsiteY6" fmla="*/ 3084645 h 5436644"/>
              <a:gd name="connsiteX7" fmla="*/ 3084645 w 4538241"/>
              <a:gd name="connsiteY7" fmla="*/ 0 h 543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8241" h="5436644">
                <a:moveTo>
                  <a:pt x="3084645" y="0"/>
                </a:moveTo>
                <a:cubicBezTo>
                  <a:pt x="3510546" y="0"/>
                  <a:pt x="3916286" y="86315"/>
                  <a:pt x="4285328" y="242407"/>
                </a:cubicBezTo>
                <a:lnTo>
                  <a:pt x="4538241" y="364242"/>
                </a:lnTo>
                <a:lnTo>
                  <a:pt x="4538241" y="5436644"/>
                </a:lnTo>
                <a:lnTo>
                  <a:pt x="1091428" y="5436644"/>
                </a:lnTo>
                <a:lnTo>
                  <a:pt x="903472" y="5265818"/>
                </a:lnTo>
                <a:cubicBezTo>
                  <a:pt x="345261" y="4707608"/>
                  <a:pt x="0" y="3936446"/>
                  <a:pt x="0" y="3084645"/>
                </a:cubicBezTo>
                <a:cubicBezTo>
                  <a:pt x="0" y="1381043"/>
                  <a:pt x="1381043" y="0"/>
                  <a:pt x="3084645"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6AAAC3B-1954-46B7-BBAC-27DFF5B529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9395" y="0"/>
            <a:ext cx="4023360" cy="2980240"/>
          </a:xfrm>
          <a:custGeom>
            <a:avLst/>
            <a:gdLst>
              <a:gd name="connsiteX0" fmla="*/ 248676 w 4023360"/>
              <a:gd name="connsiteY0" fmla="*/ 0 h 2980240"/>
              <a:gd name="connsiteX1" fmla="*/ 3774684 w 4023360"/>
              <a:gd name="connsiteY1" fmla="*/ 0 h 2980240"/>
              <a:gd name="connsiteX2" fmla="*/ 3780561 w 4023360"/>
              <a:gd name="connsiteY2" fmla="*/ 9674 h 2980240"/>
              <a:gd name="connsiteX3" fmla="*/ 4023360 w 4023360"/>
              <a:gd name="connsiteY3" fmla="*/ 968560 h 2980240"/>
              <a:gd name="connsiteX4" fmla="*/ 2011680 w 4023360"/>
              <a:gd name="connsiteY4" fmla="*/ 2980240 h 2980240"/>
              <a:gd name="connsiteX5" fmla="*/ 0 w 4023360"/>
              <a:gd name="connsiteY5" fmla="*/ 968560 h 2980240"/>
              <a:gd name="connsiteX6" fmla="*/ 242799 w 4023360"/>
              <a:gd name="connsiteY6" fmla="*/ 9674 h 298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23360" h="2980240">
                <a:moveTo>
                  <a:pt x="248676" y="0"/>
                </a:moveTo>
                <a:lnTo>
                  <a:pt x="3774684" y="0"/>
                </a:lnTo>
                <a:lnTo>
                  <a:pt x="3780561" y="9674"/>
                </a:lnTo>
                <a:cubicBezTo>
                  <a:pt x="3935405" y="294716"/>
                  <a:pt x="4023360" y="621366"/>
                  <a:pt x="4023360" y="968560"/>
                </a:cubicBezTo>
                <a:cubicBezTo>
                  <a:pt x="4023360" y="2079580"/>
                  <a:pt x="3122700" y="2980240"/>
                  <a:pt x="2011680" y="2980240"/>
                </a:cubicBezTo>
                <a:cubicBezTo>
                  <a:pt x="900660" y="2980240"/>
                  <a:pt x="0" y="2079580"/>
                  <a:pt x="0" y="968560"/>
                </a:cubicBezTo>
                <a:cubicBezTo>
                  <a:pt x="0" y="621366"/>
                  <a:pt x="87955" y="294716"/>
                  <a:pt x="242799" y="967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B61826C6-1DA9-A03B-44A2-BB74D9B740CC}"/>
              </a:ext>
            </a:extLst>
          </p:cNvPr>
          <p:cNvSpPr>
            <a:spLocks noGrp="1"/>
          </p:cNvSpPr>
          <p:nvPr>
            <p:ph sz="half" idx="1"/>
          </p:nvPr>
        </p:nvSpPr>
        <p:spPr>
          <a:xfrm>
            <a:off x="4215161" y="356187"/>
            <a:ext cx="2878409" cy="1792281"/>
          </a:xfrm>
        </p:spPr>
        <p:txBody>
          <a:bodyPr anchor="ctr">
            <a:normAutofit lnSpcReduction="10000"/>
          </a:bodyPr>
          <a:lstStyle/>
          <a:p>
            <a:pPr marL="0" indent="0">
              <a:buNone/>
            </a:pPr>
            <a:r>
              <a:rPr lang="en-GB" sz="2000" dirty="0"/>
              <a:t>EX 1.</a:t>
            </a:r>
          </a:p>
          <a:p>
            <a:pPr marL="0" indent="0">
              <a:buNone/>
            </a:pPr>
            <a:r>
              <a:rPr lang="en-GB" sz="2000" dirty="0">
                <a:effectLst/>
              </a:rPr>
              <a:t>This code recomputes the fundamental permutation factor of the downward flow (for J &lt; 10, obviously).”</a:t>
            </a:r>
            <a:endParaRPr lang="en-IT" sz="2000" dirty="0"/>
          </a:p>
        </p:txBody>
      </p:sp>
      <p:sp>
        <p:nvSpPr>
          <p:cNvPr id="18" name="Freeform: Shape 17">
            <a:extLst>
              <a:ext uri="{FF2B5EF4-FFF2-40B4-BE49-F238E27FC236}">
                <a16:creationId xmlns:a16="http://schemas.microsoft.com/office/drawing/2014/main" id="{A5AD6500-BB62-4AAC-9D2F-C10DDC90C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6897" y="1584494"/>
            <a:ext cx="4375105" cy="5273507"/>
          </a:xfrm>
          <a:custGeom>
            <a:avLst/>
            <a:gdLst>
              <a:gd name="connsiteX0" fmla="*/ 2921508 w 4375105"/>
              <a:gd name="connsiteY0" fmla="*/ 0 h 5273507"/>
              <a:gd name="connsiteX1" fmla="*/ 4314072 w 4375105"/>
              <a:gd name="connsiteY1" fmla="*/ 352611 h 5273507"/>
              <a:gd name="connsiteX2" fmla="*/ 4375105 w 4375105"/>
              <a:gd name="connsiteY2" fmla="*/ 389689 h 5273507"/>
              <a:gd name="connsiteX3" fmla="*/ 4375105 w 4375105"/>
              <a:gd name="connsiteY3" fmla="*/ 5273507 h 5273507"/>
              <a:gd name="connsiteX4" fmla="*/ 1193705 w 4375105"/>
              <a:gd name="connsiteY4" fmla="*/ 5273507 h 5273507"/>
              <a:gd name="connsiteX5" fmla="*/ 1063158 w 4375105"/>
              <a:gd name="connsiteY5" fmla="*/ 5175886 h 5273507"/>
              <a:gd name="connsiteX6" fmla="*/ 0 w 4375105"/>
              <a:gd name="connsiteY6" fmla="*/ 2921508 h 5273507"/>
              <a:gd name="connsiteX7" fmla="*/ 2921508 w 4375105"/>
              <a:gd name="connsiteY7" fmla="*/ 0 h 527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5105" h="5273507">
                <a:moveTo>
                  <a:pt x="2921508" y="0"/>
                </a:moveTo>
                <a:cubicBezTo>
                  <a:pt x="3425728" y="0"/>
                  <a:pt x="3900114" y="127735"/>
                  <a:pt x="4314072" y="352611"/>
                </a:cubicBezTo>
                <a:lnTo>
                  <a:pt x="4375105" y="389689"/>
                </a:lnTo>
                <a:lnTo>
                  <a:pt x="4375105" y="5273507"/>
                </a:lnTo>
                <a:lnTo>
                  <a:pt x="1193705" y="5273507"/>
                </a:lnTo>
                <a:lnTo>
                  <a:pt x="1063158" y="5175886"/>
                </a:lnTo>
                <a:cubicBezTo>
                  <a:pt x="413861" y="4640038"/>
                  <a:pt x="0" y="3829104"/>
                  <a:pt x="0" y="2921508"/>
                </a:cubicBezTo>
                <a:cubicBezTo>
                  <a:pt x="0" y="1308004"/>
                  <a:pt x="1308004" y="0"/>
                  <a:pt x="29215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7DABC35-20BB-E079-78C5-EE08413B6256}"/>
              </a:ext>
            </a:extLst>
          </p:cNvPr>
          <p:cNvSpPr>
            <a:spLocks noGrp="1"/>
          </p:cNvSpPr>
          <p:nvPr>
            <p:ph sz="half" idx="2"/>
          </p:nvPr>
        </p:nvSpPr>
        <p:spPr>
          <a:xfrm>
            <a:off x="8386139" y="3143438"/>
            <a:ext cx="3474621" cy="2780412"/>
          </a:xfrm>
        </p:spPr>
        <p:txBody>
          <a:bodyPr anchor="ctr">
            <a:normAutofit lnSpcReduction="10000"/>
          </a:bodyPr>
          <a:lstStyle/>
          <a:p>
            <a:r>
              <a:rPr lang="en-GB" sz="1700" dirty="0">
                <a:effectLst/>
              </a:rPr>
              <a:t>EX 2. </a:t>
            </a:r>
            <a:r>
              <a:rPr lang="en-GB" sz="1700" dirty="0" err="1">
                <a:effectLst/>
              </a:rPr>
              <a:t>LeapKitten.py</a:t>
            </a:r>
            <a:r>
              <a:rPr lang="en-GB" sz="1700" dirty="0">
                <a:effectLst/>
              </a:rPr>
              <a:t> </a:t>
            </a:r>
            <a:endParaRPr lang="en-GB" sz="1700" dirty="0"/>
          </a:p>
          <a:p>
            <a:r>
              <a:rPr lang="en-GB" sz="1700" dirty="0">
                <a:effectLst/>
              </a:rPr>
              <a:t>This Python software package takes any picture of a kitten (JPEG, PNG) and uses artificial intelligence to output what it would look like leaping into the air. In addition, the code takes leap years into account on the timestamp on the image.</a:t>
            </a:r>
            <a:endParaRPr lang="en-GB" sz="1700" dirty="0"/>
          </a:p>
          <a:p>
            <a:endParaRPr lang="en-IT" sz="1700" dirty="0"/>
          </a:p>
        </p:txBody>
      </p:sp>
    </p:spTree>
    <p:extLst>
      <p:ext uri="{BB962C8B-B14F-4D97-AF65-F5344CB8AC3E}">
        <p14:creationId xmlns:p14="http://schemas.microsoft.com/office/powerpoint/2010/main" val="2808918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C8A6F6E-A741-4D67-7767-525FA403D643}"/>
              </a:ext>
            </a:extLst>
          </p:cNvPr>
          <p:cNvSpPr>
            <a:spLocks noGrp="1"/>
          </p:cNvSpPr>
          <p:nvPr>
            <p:ph type="title"/>
          </p:nvPr>
        </p:nvSpPr>
        <p:spPr/>
        <p:txBody>
          <a:bodyPr/>
          <a:lstStyle/>
          <a:p>
            <a:r>
              <a:rPr lang="en-IT" dirty="0"/>
              <a:t>Include in a README</a:t>
            </a:r>
          </a:p>
        </p:txBody>
      </p:sp>
      <p:graphicFrame>
        <p:nvGraphicFramePr>
          <p:cNvPr id="8" name="Content Placeholder 5">
            <a:extLst>
              <a:ext uri="{FF2B5EF4-FFF2-40B4-BE49-F238E27FC236}">
                <a16:creationId xmlns:a16="http://schemas.microsoft.com/office/drawing/2014/main" id="{65B7982A-926F-13B0-CB62-EE22D7B5FEB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8170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0CB167-BD8A-0038-3F6B-1DDBEA712C12}"/>
              </a:ext>
            </a:extLst>
          </p:cNvPr>
          <p:cNvSpPr>
            <a:spLocks noGrp="1"/>
          </p:cNvSpPr>
          <p:nvPr>
            <p:ph type="title"/>
          </p:nvPr>
        </p:nvSpPr>
        <p:spPr>
          <a:xfrm>
            <a:off x="838200" y="459863"/>
            <a:ext cx="10515600" cy="1004594"/>
          </a:xfrm>
        </p:spPr>
        <p:txBody>
          <a:bodyPr>
            <a:normAutofit/>
          </a:bodyPr>
          <a:lstStyle/>
          <a:p>
            <a:pPr algn="ctr"/>
            <a:r>
              <a:rPr lang="en-IT">
                <a:solidFill>
                  <a:srgbClr val="FFFFFF"/>
                </a:solidFill>
              </a:rPr>
              <a:t>Other good documentation</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15920C2-91A0-7F9E-2A77-4B7EFD788AA5}"/>
              </a:ext>
            </a:extLst>
          </p:cNvPr>
          <p:cNvGraphicFramePr>
            <a:graphicFrameLocks noGrp="1"/>
          </p:cNvGraphicFramePr>
          <p:nvPr>
            <p:ph idx="1"/>
            <p:extLst>
              <p:ext uri="{D42A27DB-BD31-4B8C-83A1-F6EECF244321}">
                <p14:modId xmlns:p14="http://schemas.microsoft.com/office/powerpoint/2010/main" val="4279855176"/>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7002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395603-9CFB-DBC9-1BF7-BA423B53AA58}"/>
              </a:ext>
            </a:extLst>
          </p:cNvPr>
          <p:cNvSpPr>
            <a:spLocks noGrp="1"/>
          </p:cNvSpPr>
          <p:nvPr>
            <p:ph type="title"/>
          </p:nvPr>
        </p:nvSpPr>
        <p:spPr>
          <a:xfrm>
            <a:off x="839788" y="104775"/>
            <a:ext cx="10515600" cy="1325563"/>
          </a:xfrm>
        </p:spPr>
        <p:txBody>
          <a:bodyPr/>
          <a:lstStyle/>
          <a:p>
            <a:r>
              <a:rPr lang="en-IT" dirty="0"/>
              <a:t>Licenses</a:t>
            </a:r>
          </a:p>
        </p:txBody>
      </p:sp>
      <p:sp>
        <p:nvSpPr>
          <p:cNvPr id="5" name="Text Placeholder 4">
            <a:extLst>
              <a:ext uri="{FF2B5EF4-FFF2-40B4-BE49-F238E27FC236}">
                <a16:creationId xmlns:a16="http://schemas.microsoft.com/office/drawing/2014/main" id="{78A7946C-DDBA-4236-E5CC-2ECBEFDD198A}"/>
              </a:ext>
            </a:extLst>
          </p:cNvPr>
          <p:cNvSpPr>
            <a:spLocks noGrp="1"/>
          </p:cNvSpPr>
          <p:nvPr>
            <p:ph type="body" idx="1"/>
          </p:nvPr>
        </p:nvSpPr>
        <p:spPr>
          <a:xfrm>
            <a:off x="839788" y="1179512"/>
            <a:ext cx="5157787" cy="1325563"/>
          </a:xfrm>
        </p:spPr>
        <p:txBody>
          <a:bodyPr>
            <a:normAutofit fontScale="85000" lnSpcReduction="10000"/>
          </a:bodyPr>
          <a:lstStyle/>
          <a:p>
            <a:r>
              <a:rPr lang="en-IT" sz="3800" dirty="0"/>
              <a:t>Permissive</a:t>
            </a:r>
            <a:r>
              <a:rPr lang="en-IT" b="0" dirty="0"/>
              <a:t> (more open) -</a:t>
            </a:r>
            <a:r>
              <a:rPr lang="en-GB" b="0" dirty="0">
                <a:effectLst/>
              </a:rPr>
              <a:t>guarantees the freedoms to use, modify, redistribute, and create derivative works</a:t>
            </a:r>
          </a:p>
          <a:p>
            <a:endParaRPr lang="en-IT" b="0" dirty="0"/>
          </a:p>
        </p:txBody>
      </p:sp>
      <p:sp>
        <p:nvSpPr>
          <p:cNvPr id="6" name="Content Placeholder 5">
            <a:extLst>
              <a:ext uri="{FF2B5EF4-FFF2-40B4-BE49-F238E27FC236}">
                <a16:creationId xmlns:a16="http://schemas.microsoft.com/office/drawing/2014/main" id="{C87ED19F-9CD2-7A53-7078-4287A51B2412}"/>
              </a:ext>
            </a:extLst>
          </p:cNvPr>
          <p:cNvSpPr>
            <a:spLocks noGrp="1"/>
          </p:cNvSpPr>
          <p:nvPr>
            <p:ph sz="half" idx="2"/>
          </p:nvPr>
        </p:nvSpPr>
        <p:spPr/>
        <p:txBody>
          <a:bodyPr/>
          <a:lstStyle/>
          <a:p>
            <a:pPr>
              <a:buFont typeface="Arial" panose="020B0604020202020204" pitchFamily="34" charset="0"/>
              <a:buChar char="•"/>
            </a:pPr>
            <a:r>
              <a:rPr lang="en-GB" dirty="0">
                <a:effectLst/>
                <a:hlinkClick r:id="rId2"/>
              </a:rPr>
              <a:t>Apache License</a:t>
            </a:r>
            <a:endParaRPr lang="en-GB" dirty="0">
              <a:effectLst/>
            </a:endParaRPr>
          </a:p>
          <a:p>
            <a:pPr>
              <a:buFont typeface="Arial" panose="020B0604020202020204" pitchFamily="34" charset="0"/>
              <a:buChar char="•"/>
            </a:pPr>
            <a:r>
              <a:rPr lang="en-GB" dirty="0">
                <a:effectLst/>
                <a:hlinkClick r:id="rId3"/>
              </a:rPr>
              <a:t>MIT license</a:t>
            </a:r>
            <a:endParaRPr lang="en-GB" dirty="0">
              <a:effectLst/>
            </a:endParaRPr>
          </a:p>
          <a:p>
            <a:pPr>
              <a:buFont typeface="Arial" panose="020B0604020202020204" pitchFamily="34" charset="0"/>
              <a:buChar char="•"/>
            </a:pPr>
            <a:r>
              <a:rPr lang="en-GB" dirty="0">
                <a:effectLst/>
                <a:hlinkClick r:id="rId4"/>
              </a:rPr>
              <a:t>BSD License</a:t>
            </a:r>
            <a:endParaRPr lang="en-IT" dirty="0"/>
          </a:p>
        </p:txBody>
      </p:sp>
      <p:sp>
        <p:nvSpPr>
          <p:cNvPr id="7" name="Text Placeholder 6">
            <a:extLst>
              <a:ext uri="{FF2B5EF4-FFF2-40B4-BE49-F238E27FC236}">
                <a16:creationId xmlns:a16="http://schemas.microsoft.com/office/drawing/2014/main" id="{6EB7BB3A-DF05-45AE-DCAB-1838CD6CF214}"/>
              </a:ext>
            </a:extLst>
          </p:cNvPr>
          <p:cNvSpPr>
            <a:spLocks noGrp="1"/>
          </p:cNvSpPr>
          <p:nvPr>
            <p:ph type="body" sz="quarter" idx="3"/>
          </p:nvPr>
        </p:nvSpPr>
        <p:spPr>
          <a:xfrm>
            <a:off x="6172200" y="1179512"/>
            <a:ext cx="5183188" cy="1325563"/>
          </a:xfrm>
        </p:spPr>
        <p:txBody>
          <a:bodyPr>
            <a:normAutofit fontScale="85000" lnSpcReduction="10000"/>
          </a:bodyPr>
          <a:lstStyle/>
          <a:p>
            <a:r>
              <a:rPr lang="en-IT" sz="3500" dirty="0"/>
              <a:t>Protective </a:t>
            </a:r>
            <a:r>
              <a:rPr lang="en-IT" b="0" dirty="0"/>
              <a:t>(more like copy right, with some permission) - </a:t>
            </a:r>
            <a:r>
              <a:rPr lang="en-GB" b="0" dirty="0">
                <a:effectLst/>
              </a:rPr>
              <a:t>users to reuse, but also requires users to share their changes with the community using the same license</a:t>
            </a:r>
            <a:endParaRPr lang="en-IT" b="0" dirty="0"/>
          </a:p>
        </p:txBody>
      </p:sp>
      <p:sp>
        <p:nvSpPr>
          <p:cNvPr id="8" name="Content Placeholder 7">
            <a:extLst>
              <a:ext uri="{FF2B5EF4-FFF2-40B4-BE49-F238E27FC236}">
                <a16:creationId xmlns:a16="http://schemas.microsoft.com/office/drawing/2014/main" id="{00CFFE23-C603-F4CB-4DC5-A218D58BB641}"/>
              </a:ext>
            </a:extLst>
          </p:cNvPr>
          <p:cNvSpPr>
            <a:spLocks noGrp="1"/>
          </p:cNvSpPr>
          <p:nvPr>
            <p:ph sz="quarter" idx="4"/>
          </p:nvPr>
        </p:nvSpPr>
        <p:spPr/>
        <p:txBody>
          <a:bodyPr/>
          <a:lstStyle/>
          <a:p>
            <a:pPr>
              <a:buFont typeface="Arial" panose="020B0604020202020204" pitchFamily="34" charset="0"/>
              <a:buChar char="•"/>
            </a:pPr>
            <a:r>
              <a:rPr lang="en-GB" dirty="0">
                <a:effectLst/>
              </a:rPr>
              <a:t>GNU General Public License (</a:t>
            </a:r>
            <a:r>
              <a:rPr lang="en-GB" dirty="0">
                <a:effectLst/>
                <a:hlinkClick r:id="rId5"/>
              </a:rPr>
              <a:t>GPL</a:t>
            </a:r>
            <a:r>
              <a:rPr lang="en-GB" dirty="0">
                <a:effectLst/>
              </a:rPr>
              <a:t>) </a:t>
            </a:r>
            <a:endParaRPr lang="en-GB" dirty="0"/>
          </a:p>
          <a:p>
            <a:pPr>
              <a:buFont typeface="Arial" panose="020B0604020202020204" pitchFamily="34" charset="0"/>
              <a:buChar char="•"/>
            </a:pPr>
            <a:r>
              <a:rPr lang="en-GB" dirty="0">
                <a:effectLst/>
                <a:hlinkClick r:id="rId6"/>
              </a:rPr>
              <a:t>Mozilla</a:t>
            </a:r>
            <a:r>
              <a:rPr lang="en-GB" dirty="0">
                <a:effectLst/>
              </a:rPr>
              <a:t> Public License </a:t>
            </a:r>
            <a:endParaRPr lang="en-GB" dirty="0"/>
          </a:p>
          <a:p>
            <a:pPr>
              <a:buFont typeface="Arial" panose="020B0604020202020204" pitchFamily="34" charset="0"/>
              <a:buChar char="•"/>
            </a:pPr>
            <a:r>
              <a:rPr lang="en-GB" dirty="0">
                <a:effectLst/>
              </a:rPr>
              <a:t>Common Development and Distribution License (</a:t>
            </a:r>
            <a:r>
              <a:rPr lang="en-GB" dirty="0">
                <a:effectLst/>
                <a:hlinkClick r:id="rId7"/>
              </a:rPr>
              <a:t>CDDL</a:t>
            </a:r>
            <a:r>
              <a:rPr lang="en-GB" dirty="0">
                <a:effectLst/>
              </a:rPr>
              <a:t>)</a:t>
            </a:r>
            <a:endParaRPr lang="en-GB" dirty="0"/>
          </a:p>
          <a:p>
            <a:endParaRPr lang="en-IT" dirty="0"/>
          </a:p>
        </p:txBody>
      </p:sp>
    </p:spTree>
    <p:extLst>
      <p:ext uri="{BB962C8B-B14F-4D97-AF65-F5344CB8AC3E}">
        <p14:creationId xmlns:p14="http://schemas.microsoft.com/office/powerpoint/2010/main" val="4193559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D49E-287B-86EB-D8B8-FA83BAC1E4B5}"/>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dirty="0"/>
              <a:t>Lesson 3 Quiz</a:t>
            </a:r>
          </a:p>
        </p:txBody>
      </p:sp>
      <p:pic>
        <p:nvPicPr>
          <p:cNvPr id="5" name="Picture 4" descr="Hand holding a pen shading number on a sheet">
            <a:extLst>
              <a:ext uri="{FF2B5EF4-FFF2-40B4-BE49-F238E27FC236}">
                <a16:creationId xmlns:a16="http://schemas.microsoft.com/office/drawing/2014/main" id="{721A8CD5-3FE7-AD83-B5F9-C322A703966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695543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C1C74625-27F7-5535-B887-E611EE4C7956}"/>
              </a:ext>
            </a:extLst>
          </p:cNvPr>
          <p:cNvSpPr>
            <a:spLocks noGrp="1"/>
          </p:cNvSpPr>
          <p:nvPr>
            <p:ph type="title"/>
          </p:nvPr>
        </p:nvSpPr>
        <p:spPr>
          <a:xfrm>
            <a:off x="4654296" y="329184"/>
            <a:ext cx="6894576" cy="1783080"/>
          </a:xfrm>
        </p:spPr>
        <p:txBody>
          <a:bodyPr anchor="b">
            <a:normAutofit/>
          </a:bodyPr>
          <a:lstStyle/>
          <a:p>
            <a:r>
              <a:rPr lang="en-IT" sz="5400"/>
              <a:t>Benefits of sharing code</a:t>
            </a:r>
          </a:p>
        </p:txBody>
      </p:sp>
      <p:pic>
        <p:nvPicPr>
          <p:cNvPr id="10" name="Picture 9" descr="Pen placed on top of a signature line">
            <a:extLst>
              <a:ext uri="{FF2B5EF4-FFF2-40B4-BE49-F238E27FC236}">
                <a16:creationId xmlns:a16="http://schemas.microsoft.com/office/drawing/2014/main" id="{00D26942-D2F5-4C54-F13F-F89BF4B9AE3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2"/>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6"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6989D518-FA8E-4504-12D4-D7AE8608250B}"/>
              </a:ext>
            </a:extLst>
          </p:cNvPr>
          <p:cNvSpPr>
            <a:spLocks noGrp="1"/>
          </p:cNvSpPr>
          <p:nvPr>
            <p:ph idx="1"/>
          </p:nvPr>
        </p:nvSpPr>
        <p:spPr>
          <a:xfrm>
            <a:off x="4654296" y="2706624"/>
            <a:ext cx="6894576" cy="3483864"/>
          </a:xfrm>
        </p:spPr>
        <p:txBody>
          <a:bodyPr>
            <a:normAutofit/>
          </a:bodyPr>
          <a:lstStyle/>
          <a:p>
            <a:r>
              <a:rPr lang="en-IT" sz="2200"/>
              <a:t>Reproducibility</a:t>
            </a:r>
          </a:p>
          <a:p>
            <a:r>
              <a:rPr lang="en-IT" sz="2200"/>
              <a:t>collaborations</a:t>
            </a:r>
          </a:p>
          <a:p>
            <a:r>
              <a:rPr lang="en-IT" sz="2200"/>
              <a:t>inclusivity?</a:t>
            </a:r>
          </a:p>
          <a:p>
            <a:r>
              <a:rPr lang="en-IT" sz="2200"/>
              <a:t>save resources?</a:t>
            </a:r>
          </a:p>
          <a:p>
            <a:r>
              <a:rPr lang="en-IT" sz="2200"/>
              <a:t>required?</a:t>
            </a:r>
          </a:p>
        </p:txBody>
      </p:sp>
    </p:spTree>
    <p:extLst>
      <p:ext uri="{BB962C8B-B14F-4D97-AF65-F5344CB8AC3E}">
        <p14:creationId xmlns:p14="http://schemas.microsoft.com/office/powerpoint/2010/main" val="6229844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3405156-24BE-FB3D-C5F6-5E7A8E5A70D0}"/>
              </a:ext>
            </a:extLst>
          </p:cNvPr>
          <p:cNvSpPr>
            <a:spLocks noGrp="1"/>
          </p:cNvSpPr>
          <p:nvPr>
            <p:ph type="title"/>
          </p:nvPr>
        </p:nvSpPr>
        <p:spPr>
          <a:xfrm>
            <a:off x="621792" y="1161288"/>
            <a:ext cx="3602736" cy="4526280"/>
          </a:xfrm>
        </p:spPr>
        <p:txBody>
          <a:bodyPr>
            <a:normAutofit/>
          </a:bodyPr>
          <a:lstStyle/>
          <a:p>
            <a:r>
              <a:rPr lang="en-IT" sz="4000"/>
              <a:t>software development plan</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B981712-D897-C9C6-94E2-AF86D282D4B6}"/>
              </a:ext>
            </a:extLst>
          </p:cNvPr>
          <p:cNvGraphicFramePr>
            <a:graphicFrameLocks noGrp="1"/>
          </p:cNvGraphicFramePr>
          <p:nvPr>
            <p:ph idx="1"/>
            <p:extLst>
              <p:ext uri="{D42A27DB-BD31-4B8C-83A1-F6EECF244321}">
                <p14:modId xmlns:p14="http://schemas.microsoft.com/office/powerpoint/2010/main" val="910261205"/>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8231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5D3D16-E707-9831-F417-75BCCD0B7859}"/>
              </a:ext>
            </a:extLst>
          </p:cNvPr>
          <p:cNvSpPr>
            <a:spLocks noGrp="1"/>
          </p:cNvSpPr>
          <p:nvPr>
            <p:ph type="title"/>
          </p:nvPr>
        </p:nvSpPr>
        <p:spPr>
          <a:xfrm>
            <a:off x="621792" y="1161288"/>
            <a:ext cx="3602736" cy="4526280"/>
          </a:xfrm>
        </p:spPr>
        <p:txBody>
          <a:bodyPr>
            <a:normAutofit/>
          </a:bodyPr>
          <a:lstStyle/>
          <a:p>
            <a:r>
              <a:rPr lang="en-IT" sz="4000"/>
              <a:t>options for sharing</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16BB66B-FD68-8EDE-64D8-F2C113574242}"/>
              </a:ext>
            </a:extLst>
          </p:cNvPr>
          <p:cNvGraphicFramePr>
            <a:graphicFrameLocks noGrp="1"/>
          </p:cNvGraphicFramePr>
          <p:nvPr>
            <p:ph idx="1"/>
            <p:extLst>
              <p:ext uri="{D42A27DB-BD31-4B8C-83A1-F6EECF244321}">
                <p14:modId xmlns:p14="http://schemas.microsoft.com/office/powerpoint/2010/main" val="2745416509"/>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1061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E799596-66A7-014D-ECBA-A961AE5DBAA6}"/>
              </a:ext>
            </a:extLst>
          </p:cNvPr>
          <p:cNvSpPr>
            <a:spLocks noGrp="1"/>
          </p:cNvSpPr>
          <p:nvPr>
            <p:ph type="title"/>
          </p:nvPr>
        </p:nvSpPr>
        <p:spPr>
          <a:xfrm>
            <a:off x="1000941" y="685801"/>
            <a:ext cx="3494859" cy="5491162"/>
          </a:xfrm>
        </p:spPr>
        <p:txBody>
          <a:bodyPr>
            <a:normAutofit/>
          </a:bodyPr>
          <a:lstStyle/>
          <a:p>
            <a:r>
              <a:rPr lang="en-IT" dirty="0"/>
              <a:t>more sharing</a:t>
            </a:r>
          </a:p>
        </p:txBody>
      </p:sp>
      <p:graphicFrame>
        <p:nvGraphicFramePr>
          <p:cNvPr id="5" name="Content Placeholder 2">
            <a:extLst>
              <a:ext uri="{FF2B5EF4-FFF2-40B4-BE49-F238E27FC236}">
                <a16:creationId xmlns:a16="http://schemas.microsoft.com/office/drawing/2014/main" id="{9ED1D85D-4CA1-B185-FF58-3C30C8AE7608}"/>
              </a:ext>
            </a:extLst>
          </p:cNvPr>
          <p:cNvGraphicFramePr>
            <a:graphicFrameLocks noGrp="1"/>
          </p:cNvGraphicFramePr>
          <p:nvPr>
            <p:ph idx="1"/>
            <p:extLst>
              <p:ext uri="{D42A27DB-BD31-4B8C-83A1-F6EECF244321}">
                <p14:modId xmlns:p14="http://schemas.microsoft.com/office/powerpoint/2010/main" val="1867141729"/>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7604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456C47-0C52-5A7D-BDA0-70D0B851D24D}"/>
              </a:ext>
            </a:extLst>
          </p:cNvPr>
          <p:cNvSpPr>
            <a:spLocks noGrp="1"/>
          </p:cNvSpPr>
          <p:nvPr>
            <p:ph type="title"/>
          </p:nvPr>
        </p:nvSpPr>
        <p:spPr>
          <a:xfrm>
            <a:off x="635000" y="640823"/>
            <a:ext cx="3418659" cy="5583148"/>
          </a:xfrm>
        </p:spPr>
        <p:txBody>
          <a:bodyPr anchor="ctr">
            <a:normAutofit/>
          </a:bodyPr>
          <a:lstStyle/>
          <a:p>
            <a:r>
              <a:rPr lang="en-IT" sz="5400"/>
              <a:t>helping reuse – do ay of these also help inclusivity?</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A3796E9-7419-633A-8CC3-F720B156E71C}"/>
              </a:ext>
            </a:extLst>
          </p:cNvPr>
          <p:cNvGraphicFramePr>
            <a:graphicFrameLocks noGrp="1"/>
          </p:cNvGraphicFramePr>
          <p:nvPr>
            <p:ph idx="1"/>
            <p:extLst>
              <p:ext uri="{D42A27DB-BD31-4B8C-83A1-F6EECF244321}">
                <p14:modId xmlns:p14="http://schemas.microsoft.com/office/powerpoint/2010/main" val="24543427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4024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77837A-8796-9E3E-5754-59A298CF159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Roles on the software plan</a:t>
            </a:r>
          </a:p>
        </p:txBody>
      </p:sp>
      <p:pic>
        <p:nvPicPr>
          <p:cNvPr id="4" name="Picture 3">
            <a:extLst>
              <a:ext uri="{FF2B5EF4-FFF2-40B4-BE49-F238E27FC236}">
                <a16:creationId xmlns:a16="http://schemas.microsoft.com/office/drawing/2014/main" id="{E36A8F43-08A2-19D2-D4F4-538816E19DF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777316" y="1407175"/>
            <a:ext cx="6780700" cy="4041320"/>
          </a:xfrm>
          <a:prstGeom prst="rect">
            <a:avLst/>
          </a:prstGeom>
        </p:spPr>
      </p:pic>
    </p:spTree>
    <p:extLst>
      <p:ext uri="{BB962C8B-B14F-4D97-AF65-F5344CB8AC3E}">
        <p14:creationId xmlns:p14="http://schemas.microsoft.com/office/powerpoint/2010/main" val="727011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3DFAF-32EA-3B7C-C8B1-8B37C1520FD2}"/>
              </a:ext>
            </a:extLst>
          </p:cNvPr>
          <p:cNvSpPr>
            <a:spLocks noGrp="1"/>
          </p:cNvSpPr>
          <p:nvPr>
            <p:ph type="title"/>
          </p:nvPr>
        </p:nvSpPr>
        <p:spPr/>
        <p:txBody>
          <a:bodyPr/>
          <a:lstStyle/>
          <a:p>
            <a:r>
              <a:rPr lang="en-IT" dirty="0"/>
              <a:t>Open source software communities</a:t>
            </a:r>
          </a:p>
        </p:txBody>
      </p:sp>
      <p:sp>
        <p:nvSpPr>
          <p:cNvPr id="3" name="Content Placeholder 2">
            <a:extLst>
              <a:ext uri="{FF2B5EF4-FFF2-40B4-BE49-F238E27FC236}">
                <a16:creationId xmlns:a16="http://schemas.microsoft.com/office/drawing/2014/main" id="{9BE40087-BC29-F319-BD2D-08BB2291B7E6}"/>
              </a:ext>
            </a:extLst>
          </p:cNvPr>
          <p:cNvSpPr>
            <a:spLocks noGrp="1"/>
          </p:cNvSpPr>
          <p:nvPr>
            <p:ph idx="1"/>
          </p:nvPr>
        </p:nvSpPr>
        <p:spPr/>
        <p:txBody>
          <a:bodyPr/>
          <a:lstStyle/>
          <a:p>
            <a:r>
              <a:rPr lang="en-GB" dirty="0">
                <a:effectLst/>
              </a:rPr>
              <a:t>A non-hierarchical community of practice where all members of the community should be treated equally.</a:t>
            </a:r>
          </a:p>
          <a:p>
            <a:r>
              <a:rPr lang="en-GB" dirty="0">
                <a:effectLst/>
                <a:hlinkClick r:id="rId2"/>
              </a:rPr>
              <a:t>rOpenSci</a:t>
            </a:r>
            <a:endParaRPr lang="en-GB" dirty="0">
              <a:effectLst/>
            </a:endParaRPr>
          </a:p>
          <a:p>
            <a:r>
              <a:rPr lang="en-GB" dirty="0">
                <a:effectLst/>
                <a:hlinkClick r:id="rId3"/>
              </a:rPr>
              <a:t>pyOpenSci</a:t>
            </a:r>
            <a:endParaRPr lang="en-GB" dirty="0">
              <a:effectLst/>
            </a:endParaRPr>
          </a:p>
          <a:p>
            <a:r>
              <a:rPr lang="en-GB" dirty="0">
                <a:effectLst/>
                <a:hlinkClick r:id="rId4"/>
              </a:rPr>
              <a:t>R-Ladies</a:t>
            </a:r>
            <a:endParaRPr lang="en-GB" dirty="0">
              <a:effectLst/>
            </a:endParaRPr>
          </a:p>
          <a:p>
            <a:r>
              <a:rPr lang="en-GB" dirty="0">
                <a:effectLst/>
                <a:hlinkClick r:id="rId5"/>
              </a:rPr>
              <a:t>PyLadies</a:t>
            </a:r>
            <a:endParaRPr lang="en-GB" dirty="0">
              <a:effectLst/>
            </a:endParaRPr>
          </a:p>
          <a:p>
            <a:endParaRPr lang="en-GB" dirty="0"/>
          </a:p>
          <a:p>
            <a:r>
              <a:rPr lang="en-GB" dirty="0"/>
              <a:t>GitHub discussions</a:t>
            </a:r>
            <a:endParaRPr lang="en-IT" dirty="0"/>
          </a:p>
        </p:txBody>
      </p:sp>
    </p:spTree>
    <p:extLst>
      <p:ext uri="{BB962C8B-B14F-4D97-AF65-F5344CB8AC3E}">
        <p14:creationId xmlns:p14="http://schemas.microsoft.com/office/powerpoint/2010/main" val="2860116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58139E-C17C-2C62-78DC-A6523163DDEC}"/>
              </a:ext>
            </a:extLst>
          </p:cNvPr>
          <p:cNvSpPr>
            <a:spLocks noGrp="1"/>
          </p:cNvSpPr>
          <p:nvPr>
            <p:ph type="title"/>
          </p:nvPr>
        </p:nvSpPr>
        <p:spPr/>
        <p:txBody>
          <a:bodyPr/>
          <a:lstStyle/>
          <a:p>
            <a:r>
              <a:rPr lang="en-IT" dirty="0"/>
              <a:t>contribute</a:t>
            </a:r>
          </a:p>
        </p:txBody>
      </p:sp>
      <p:pic>
        <p:nvPicPr>
          <p:cNvPr id="5" name="Picture 4">
            <a:extLst>
              <a:ext uri="{FF2B5EF4-FFF2-40B4-BE49-F238E27FC236}">
                <a16:creationId xmlns:a16="http://schemas.microsoft.com/office/drawing/2014/main" id="{B1361C5D-7BC1-753D-F3AB-A5847DA371B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71847" y="1581663"/>
            <a:ext cx="6020613" cy="4473147"/>
          </a:xfrm>
          <a:prstGeom prst="rect">
            <a:avLst/>
          </a:prstGeom>
        </p:spPr>
      </p:pic>
      <p:pic>
        <p:nvPicPr>
          <p:cNvPr id="6" name="Picture 5">
            <a:extLst>
              <a:ext uri="{FF2B5EF4-FFF2-40B4-BE49-F238E27FC236}">
                <a16:creationId xmlns:a16="http://schemas.microsoft.com/office/drawing/2014/main" id="{09A9894A-97CF-7DDE-8506-02941B5D34D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721178" y="2907226"/>
            <a:ext cx="6285586" cy="2573596"/>
          </a:xfrm>
          <a:prstGeom prst="rect">
            <a:avLst/>
          </a:prstGeom>
        </p:spPr>
      </p:pic>
    </p:spTree>
    <p:extLst>
      <p:ext uri="{BB962C8B-B14F-4D97-AF65-F5344CB8AC3E}">
        <p14:creationId xmlns:p14="http://schemas.microsoft.com/office/powerpoint/2010/main" val="31856286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D49E-287B-86EB-D8B8-FA83BAC1E4B5}"/>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dirty="0"/>
              <a:t>Lesson 4&amp;5 Quiz</a:t>
            </a:r>
          </a:p>
        </p:txBody>
      </p:sp>
      <p:pic>
        <p:nvPicPr>
          <p:cNvPr id="5" name="Picture 4" descr="Hand holding a pen shading number on a sheet">
            <a:extLst>
              <a:ext uri="{FF2B5EF4-FFF2-40B4-BE49-F238E27FC236}">
                <a16:creationId xmlns:a16="http://schemas.microsoft.com/office/drawing/2014/main" id="{721A8CD5-3FE7-AD83-B5F9-C322A703966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90467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5060</TotalTime>
  <Words>1206</Words>
  <Application>Microsoft Macintosh PowerPoint</Application>
  <PresentationFormat>Widescreen</PresentationFormat>
  <Paragraphs>131</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Aptos Display</vt:lpstr>
      <vt:lpstr>Arial</vt:lpstr>
      <vt:lpstr>Calibri</vt:lpstr>
      <vt:lpstr>Office Theme</vt:lpstr>
      <vt:lpstr>Module 4</vt:lpstr>
      <vt:lpstr>Opening questions</vt:lpstr>
      <vt:lpstr>What kind of software do we make in community-engaged research? </vt:lpstr>
      <vt:lpstr>Purpose – why have a software management plan?</vt:lpstr>
      <vt:lpstr>Definitions</vt:lpstr>
      <vt:lpstr>PowerPoint Presentation</vt:lpstr>
      <vt:lpstr>PowerPoint Presentation</vt:lpstr>
      <vt:lpstr>NASA requires open access to software</vt:lpstr>
      <vt:lpstr>When to restrict code</vt:lpstr>
      <vt:lpstr>Open source definition</vt:lpstr>
      <vt:lpstr>Software management plan</vt:lpstr>
      <vt:lpstr>PowerPoint Presentation</vt:lpstr>
      <vt:lpstr>PowerPoint Presentation</vt:lpstr>
      <vt:lpstr>PowerPoint Presentation</vt:lpstr>
      <vt:lpstr>PowerPoint Presentation</vt:lpstr>
      <vt:lpstr>Lesson 1&amp;2 Quiz</vt:lpstr>
      <vt:lpstr>making open code</vt:lpstr>
      <vt:lpstr>Starting a New Software Project </vt:lpstr>
      <vt:lpstr>Benefits of open development of code</vt:lpstr>
      <vt:lpstr>Version control</vt:lpstr>
      <vt:lpstr>README files – good and bad example</vt:lpstr>
      <vt:lpstr>Include in a README</vt:lpstr>
      <vt:lpstr>Other good documentation</vt:lpstr>
      <vt:lpstr>Licenses</vt:lpstr>
      <vt:lpstr>Lesson 3 Quiz</vt:lpstr>
      <vt:lpstr>Benefits of sharing code</vt:lpstr>
      <vt:lpstr>software development plan</vt:lpstr>
      <vt:lpstr>options for sharing</vt:lpstr>
      <vt:lpstr>more sharing</vt:lpstr>
      <vt:lpstr>helping reuse – do ay of these also help inclusivity?</vt:lpstr>
      <vt:lpstr>Roles on the software plan</vt:lpstr>
      <vt:lpstr>Open source software communities</vt:lpstr>
      <vt:lpstr>contribute</vt:lpstr>
      <vt:lpstr>Lesson 4&amp;5 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dc:title>
  <dc:creator>Morrow, Nathan L</dc:creator>
  <cp:lastModifiedBy>Morrow, Nathan L</cp:lastModifiedBy>
  <cp:revision>9</cp:revision>
  <dcterms:created xsi:type="dcterms:W3CDTF">2024-04-08T10:04:03Z</dcterms:created>
  <dcterms:modified xsi:type="dcterms:W3CDTF">2024-04-12T12:16:31Z</dcterms:modified>
</cp:coreProperties>
</file>