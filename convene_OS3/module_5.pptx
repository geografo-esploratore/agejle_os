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7" r:id="rId4"/>
    <p:sldId id="259" r:id="rId5"/>
    <p:sldId id="260" r:id="rId6"/>
    <p:sldId id="261" r:id="rId7"/>
    <p:sldId id="262" r:id="rId8"/>
    <p:sldId id="264" r:id="rId9"/>
    <p:sldId id="265" r:id="rId10"/>
    <p:sldId id="266" r:id="rId11"/>
    <p:sldId id="267" r:id="rId12"/>
    <p:sldId id="268" r:id="rId13"/>
    <p:sldId id="269" r:id="rId14"/>
    <p:sldId id="289" r:id="rId15"/>
    <p:sldId id="290" r:id="rId16"/>
    <p:sldId id="291" r:id="rId17"/>
    <p:sldId id="292" r:id="rId18"/>
    <p:sldId id="293" r:id="rId19"/>
    <p:sldId id="294" r:id="rId20"/>
    <p:sldId id="296" r:id="rId21"/>
  </p:sldIdLst>
  <p:sldSz cx="12192000" cy="6858000"/>
  <p:notesSz cx="6858000" cy="9144000"/>
  <p:defaultText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2.xml.rels><?xml version="1.0" encoding="UTF-8" standalone="yes"?>
<Relationships xmlns="http://schemas.openxmlformats.org/package/2006/relationships"><Relationship Id="rId3" Type="http://schemas.openxmlformats.org/officeDocument/2006/relationships/hyperlink" Target="https://www.scopus.com/" TargetMode="External"/><Relationship Id="rId2" Type="http://schemas.openxmlformats.org/officeDocument/2006/relationships/hyperlink" Target="https://ui.adsabs.harvard.edu/" TargetMode="External"/><Relationship Id="rId1" Type="http://schemas.openxmlformats.org/officeDocument/2006/relationships/hyperlink" Target="https://scholar.google.com/" TargetMode="External"/><Relationship Id="rId4" Type="http://schemas.openxmlformats.org/officeDocument/2006/relationships/hyperlink" Target="https://www.researchgate.net/search" TargetMode="External"/></Relationships>
</file>

<file path=ppt/diagrams/_rels/data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hyperlink" Target="https://www.scopus.com/" TargetMode="External"/><Relationship Id="rId2" Type="http://schemas.openxmlformats.org/officeDocument/2006/relationships/hyperlink" Target="https://ui.adsabs.harvard.edu/" TargetMode="External"/><Relationship Id="rId1" Type="http://schemas.openxmlformats.org/officeDocument/2006/relationships/hyperlink" Target="https://scholar.google.com/" TargetMode="External"/><Relationship Id="rId4" Type="http://schemas.openxmlformats.org/officeDocument/2006/relationships/hyperlink" Target="https://www.researchgate.net/search" TargetMode="External"/></Relationships>
</file>

<file path=ppt/diagrams/_rels/drawing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5BAAB7-4BA7-44B6-9750-B37A545D88C8}" type="doc">
      <dgm:prSet loTypeId="urn:microsoft.com/office/officeart/2009/3/layout/HorizontalOrganizationChart" loCatId="hierarchy" qsTypeId="urn:microsoft.com/office/officeart/2005/8/quickstyle/simple4" qsCatId="simple" csTypeId="urn:microsoft.com/office/officeart/2005/8/colors/colorful1" csCatId="colorful"/>
      <dgm:spPr/>
      <dgm:t>
        <a:bodyPr/>
        <a:lstStyle/>
        <a:p>
          <a:endParaRPr lang="en-US"/>
        </a:p>
      </dgm:t>
    </dgm:pt>
    <dgm:pt modelId="{CCD7CC90-5F44-4D73-8D2A-9594C4800DB4}">
      <dgm:prSet/>
      <dgm:spPr/>
      <dgm:t>
        <a:bodyPr/>
        <a:lstStyle/>
        <a:p>
          <a:r>
            <a:rPr lang="en-US"/>
            <a:t>Conventional research model:</a:t>
          </a:r>
        </a:p>
      </dgm:t>
    </dgm:pt>
    <dgm:pt modelId="{A371535A-6504-4112-AAE8-3D3938D69E36}" type="parTrans" cxnId="{70E5F340-1A06-4FEC-9F44-D0393B376989}">
      <dgm:prSet/>
      <dgm:spPr/>
      <dgm:t>
        <a:bodyPr/>
        <a:lstStyle/>
        <a:p>
          <a:endParaRPr lang="en-US"/>
        </a:p>
      </dgm:t>
    </dgm:pt>
    <dgm:pt modelId="{171A73D8-4EDB-4DBC-8CED-D6D334AF99EA}" type="sibTrans" cxnId="{70E5F340-1A06-4FEC-9F44-D0393B376989}">
      <dgm:prSet/>
      <dgm:spPr/>
      <dgm:t>
        <a:bodyPr/>
        <a:lstStyle/>
        <a:p>
          <a:endParaRPr lang="en-US"/>
        </a:p>
      </dgm:t>
    </dgm:pt>
    <dgm:pt modelId="{506028E3-6C70-4DBA-BFB0-33792F97633E}">
      <dgm:prSet/>
      <dgm:spPr/>
      <dgm:t>
        <a:bodyPr/>
        <a:lstStyle/>
        <a:p>
          <a:r>
            <a:rPr lang="en-US"/>
            <a:t>University? Profs?</a:t>
          </a:r>
        </a:p>
      </dgm:t>
    </dgm:pt>
    <dgm:pt modelId="{673FF71B-BD73-4D46-A6B7-4EE5766E1CA4}" type="parTrans" cxnId="{502BB74F-B0E5-4A3F-85D5-E422DDBEE294}">
      <dgm:prSet/>
      <dgm:spPr/>
      <dgm:t>
        <a:bodyPr/>
        <a:lstStyle/>
        <a:p>
          <a:endParaRPr lang="en-US"/>
        </a:p>
      </dgm:t>
    </dgm:pt>
    <dgm:pt modelId="{E00BBAF2-D23A-4228-8E6D-00D09F58F7CB}" type="sibTrans" cxnId="{502BB74F-B0E5-4A3F-85D5-E422DDBEE294}">
      <dgm:prSet/>
      <dgm:spPr/>
      <dgm:t>
        <a:bodyPr/>
        <a:lstStyle/>
        <a:p>
          <a:endParaRPr lang="en-US"/>
        </a:p>
      </dgm:t>
    </dgm:pt>
    <dgm:pt modelId="{74D2D2CE-1DC2-44D3-97A8-3D234F38E14B}">
      <dgm:prSet/>
      <dgm:spPr/>
      <dgm:t>
        <a:bodyPr/>
        <a:lstStyle/>
        <a:p>
          <a:r>
            <a:rPr lang="en-US"/>
            <a:t>Industry?</a:t>
          </a:r>
        </a:p>
      </dgm:t>
    </dgm:pt>
    <dgm:pt modelId="{37D80AFE-3760-47C3-A3F5-D77DE85494A6}" type="parTrans" cxnId="{212294EC-0651-4CAC-A2E8-0BFDB36E9663}">
      <dgm:prSet/>
      <dgm:spPr/>
      <dgm:t>
        <a:bodyPr/>
        <a:lstStyle/>
        <a:p>
          <a:endParaRPr lang="en-US"/>
        </a:p>
      </dgm:t>
    </dgm:pt>
    <dgm:pt modelId="{2FE599EA-C777-489B-B0CD-4DFC38B602CF}" type="sibTrans" cxnId="{212294EC-0651-4CAC-A2E8-0BFDB36E9663}">
      <dgm:prSet/>
      <dgm:spPr/>
      <dgm:t>
        <a:bodyPr/>
        <a:lstStyle/>
        <a:p>
          <a:endParaRPr lang="en-US"/>
        </a:p>
      </dgm:t>
    </dgm:pt>
    <dgm:pt modelId="{173E06E2-6E44-45D5-8679-751F1E5342F5}">
      <dgm:prSet/>
      <dgm:spPr/>
      <dgm:t>
        <a:bodyPr/>
        <a:lstStyle/>
        <a:p>
          <a:r>
            <a:rPr lang="en-US"/>
            <a:t>Military?</a:t>
          </a:r>
        </a:p>
      </dgm:t>
    </dgm:pt>
    <dgm:pt modelId="{955C76EB-D20C-4BCD-9B9A-B9F25C799BFA}" type="parTrans" cxnId="{F1A018C8-F149-4BE1-A56D-CFB4B97A75C4}">
      <dgm:prSet/>
      <dgm:spPr/>
      <dgm:t>
        <a:bodyPr/>
        <a:lstStyle/>
        <a:p>
          <a:endParaRPr lang="en-US"/>
        </a:p>
      </dgm:t>
    </dgm:pt>
    <dgm:pt modelId="{61DFB440-8073-4262-8BED-4818BED0B466}" type="sibTrans" cxnId="{F1A018C8-F149-4BE1-A56D-CFB4B97A75C4}">
      <dgm:prSet/>
      <dgm:spPr/>
      <dgm:t>
        <a:bodyPr/>
        <a:lstStyle/>
        <a:p>
          <a:endParaRPr lang="en-US"/>
        </a:p>
      </dgm:t>
    </dgm:pt>
    <dgm:pt modelId="{16D7B41F-0EDD-419B-A7C0-B4A89DE9A8F7}">
      <dgm:prSet/>
      <dgm:spPr/>
      <dgm:t>
        <a:bodyPr/>
        <a:lstStyle/>
        <a:p>
          <a:r>
            <a:rPr lang="en-US"/>
            <a:t>Open Science</a:t>
          </a:r>
        </a:p>
      </dgm:t>
    </dgm:pt>
    <dgm:pt modelId="{6F11E3BE-8D18-46BF-B71A-959EB50C57BA}" type="parTrans" cxnId="{A3EAB9F6-3421-45B9-90F6-9B219AAC2643}">
      <dgm:prSet/>
      <dgm:spPr/>
      <dgm:t>
        <a:bodyPr/>
        <a:lstStyle/>
        <a:p>
          <a:endParaRPr lang="en-US"/>
        </a:p>
      </dgm:t>
    </dgm:pt>
    <dgm:pt modelId="{39E94F66-F7F4-4827-B9DD-C3EE1A392161}" type="sibTrans" cxnId="{A3EAB9F6-3421-45B9-90F6-9B219AAC2643}">
      <dgm:prSet/>
      <dgm:spPr/>
      <dgm:t>
        <a:bodyPr/>
        <a:lstStyle/>
        <a:p>
          <a:endParaRPr lang="en-US"/>
        </a:p>
      </dgm:t>
    </dgm:pt>
    <dgm:pt modelId="{544C2786-90CA-4F3F-98BE-EB7583556C9E}">
      <dgm:prSet/>
      <dgm:spPr/>
      <dgm:t>
        <a:bodyPr/>
        <a:lstStyle/>
        <a:p>
          <a:r>
            <a:rPr lang="en-US"/>
            <a:t>?</a:t>
          </a:r>
        </a:p>
      </dgm:t>
    </dgm:pt>
    <dgm:pt modelId="{B6660124-CDA8-427E-9A5E-67ABA985559B}" type="parTrans" cxnId="{70AE7DEF-47D4-4995-937B-8D29C2696D9E}">
      <dgm:prSet/>
      <dgm:spPr/>
      <dgm:t>
        <a:bodyPr/>
        <a:lstStyle/>
        <a:p>
          <a:endParaRPr lang="en-US"/>
        </a:p>
      </dgm:t>
    </dgm:pt>
    <dgm:pt modelId="{C72B8D2C-CECE-4A38-B3A5-AAD99A74B9DD}" type="sibTrans" cxnId="{70AE7DEF-47D4-4995-937B-8D29C2696D9E}">
      <dgm:prSet/>
      <dgm:spPr/>
      <dgm:t>
        <a:bodyPr/>
        <a:lstStyle/>
        <a:p>
          <a:endParaRPr lang="en-US"/>
        </a:p>
      </dgm:t>
    </dgm:pt>
    <dgm:pt modelId="{CB8DAEFC-2253-1642-BDC6-2B8BFDD6D20C}" type="pres">
      <dgm:prSet presAssocID="{985BAAB7-4BA7-44B6-9750-B37A545D88C8}" presName="hierChild1" presStyleCnt="0">
        <dgm:presLayoutVars>
          <dgm:orgChart val="1"/>
          <dgm:chPref val="1"/>
          <dgm:dir/>
          <dgm:animOne val="branch"/>
          <dgm:animLvl val="lvl"/>
          <dgm:resizeHandles/>
        </dgm:presLayoutVars>
      </dgm:prSet>
      <dgm:spPr/>
    </dgm:pt>
    <dgm:pt modelId="{2B42A20E-53A3-6949-944E-C5212745155D}" type="pres">
      <dgm:prSet presAssocID="{CCD7CC90-5F44-4D73-8D2A-9594C4800DB4}" presName="hierRoot1" presStyleCnt="0">
        <dgm:presLayoutVars>
          <dgm:hierBranch val="init"/>
        </dgm:presLayoutVars>
      </dgm:prSet>
      <dgm:spPr/>
    </dgm:pt>
    <dgm:pt modelId="{F1226617-C0A7-3841-8F7F-5B3792322ED6}" type="pres">
      <dgm:prSet presAssocID="{CCD7CC90-5F44-4D73-8D2A-9594C4800DB4}" presName="rootComposite1" presStyleCnt="0"/>
      <dgm:spPr/>
    </dgm:pt>
    <dgm:pt modelId="{D6FF283B-26A1-C94E-92D6-5DD83FE408FA}" type="pres">
      <dgm:prSet presAssocID="{CCD7CC90-5F44-4D73-8D2A-9594C4800DB4}" presName="rootText1" presStyleLbl="node0" presStyleIdx="0" presStyleCnt="2">
        <dgm:presLayoutVars>
          <dgm:chPref val="3"/>
        </dgm:presLayoutVars>
      </dgm:prSet>
      <dgm:spPr/>
    </dgm:pt>
    <dgm:pt modelId="{71922E94-FF45-5C43-A66F-9216140F5D48}" type="pres">
      <dgm:prSet presAssocID="{CCD7CC90-5F44-4D73-8D2A-9594C4800DB4}" presName="rootConnector1" presStyleLbl="node1" presStyleIdx="0" presStyleCnt="0"/>
      <dgm:spPr/>
    </dgm:pt>
    <dgm:pt modelId="{9873E846-23E3-724F-B24F-51E120E8A2D7}" type="pres">
      <dgm:prSet presAssocID="{CCD7CC90-5F44-4D73-8D2A-9594C4800DB4}" presName="hierChild2" presStyleCnt="0"/>
      <dgm:spPr/>
    </dgm:pt>
    <dgm:pt modelId="{B77D3B63-D415-8449-A242-0E44F4ED6866}" type="pres">
      <dgm:prSet presAssocID="{673FF71B-BD73-4D46-A6B7-4EE5766E1CA4}" presName="Name64" presStyleLbl="parChTrans1D2" presStyleIdx="0" presStyleCnt="4"/>
      <dgm:spPr/>
    </dgm:pt>
    <dgm:pt modelId="{E217862F-F179-724D-AABF-51E5FA07FE70}" type="pres">
      <dgm:prSet presAssocID="{506028E3-6C70-4DBA-BFB0-33792F97633E}" presName="hierRoot2" presStyleCnt="0">
        <dgm:presLayoutVars>
          <dgm:hierBranch val="init"/>
        </dgm:presLayoutVars>
      </dgm:prSet>
      <dgm:spPr/>
    </dgm:pt>
    <dgm:pt modelId="{5EE6CE51-BCE6-1E4D-A6AC-A7FCB0B9EC3D}" type="pres">
      <dgm:prSet presAssocID="{506028E3-6C70-4DBA-BFB0-33792F97633E}" presName="rootComposite" presStyleCnt="0"/>
      <dgm:spPr/>
    </dgm:pt>
    <dgm:pt modelId="{771326D5-6E9F-874B-9362-EC1657902B56}" type="pres">
      <dgm:prSet presAssocID="{506028E3-6C70-4DBA-BFB0-33792F97633E}" presName="rootText" presStyleLbl="node2" presStyleIdx="0" presStyleCnt="4">
        <dgm:presLayoutVars>
          <dgm:chPref val="3"/>
        </dgm:presLayoutVars>
      </dgm:prSet>
      <dgm:spPr/>
    </dgm:pt>
    <dgm:pt modelId="{F5DDC783-090C-994C-A276-A66A6FF7EB2B}" type="pres">
      <dgm:prSet presAssocID="{506028E3-6C70-4DBA-BFB0-33792F97633E}" presName="rootConnector" presStyleLbl="node2" presStyleIdx="0" presStyleCnt="4"/>
      <dgm:spPr/>
    </dgm:pt>
    <dgm:pt modelId="{5CABA24C-9826-9E48-9FB4-3E158BF28108}" type="pres">
      <dgm:prSet presAssocID="{506028E3-6C70-4DBA-BFB0-33792F97633E}" presName="hierChild4" presStyleCnt="0"/>
      <dgm:spPr/>
    </dgm:pt>
    <dgm:pt modelId="{8CC5CB65-E0C7-F14F-BA2E-C45D0F1E7FD3}" type="pres">
      <dgm:prSet presAssocID="{506028E3-6C70-4DBA-BFB0-33792F97633E}" presName="hierChild5" presStyleCnt="0"/>
      <dgm:spPr/>
    </dgm:pt>
    <dgm:pt modelId="{D139A559-11D0-F545-8FFA-8BA0D1927DF3}" type="pres">
      <dgm:prSet presAssocID="{37D80AFE-3760-47C3-A3F5-D77DE85494A6}" presName="Name64" presStyleLbl="parChTrans1D2" presStyleIdx="1" presStyleCnt="4"/>
      <dgm:spPr/>
    </dgm:pt>
    <dgm:pt modelId="{03EBF0CA-0F0D-7046-82FA-A7D526F9951E}" type="pres">
      <dgm:prSet presAssocID="{74D2D2CE-1DC2-44D3-97A8-3D234F38E14B}" presName="hierRoot2" presStyleCnt="0">
        <dgm:presLayoutVars>
          <dgm:hierBranch val="init"/>
        </dgm:presLayoutVars>
      </dgm:prSet>
      <dgm:spPr/>
    </dgm:pt>
    <dgm:pt modelId="{12C0036F-523D-2645-8B65-015FA69D6935}" type="pres">
      <dgm:prSet presAssocID="{74D2D2CE-1DC2-44D3-97A8-3D234F38E14B}" presName="rootComposite" presStyleCnt="0"/>
      <dgm:spPr/>
    </dgm:pt>
    <dgm:pt modelId="{71CEA2D6-2A14-A64C-A8D2-600F06292AC9}" type="pres">
      <dgm:prSet presAssocID="{74D2D2CE-1DC2-44D3-97A8-3D234F38E14B}" presName="rootText" presStyleLbl="node2" presStyleIdx="1" presStyleCnt="4">
        <dgm:presLayoutVars>
          <dgm:chPref val="3"/>
        </dgm:presLayoutVars>
      </dgm:prSet>
      <dgm:spPr/>
    </dgm:pt>
    <dgm:pt modelId="{3205D50C-766C-E347-A370-7047417D98A9}" type="pres">
      <dgm:prSet presAssocID="{74D2D2CE-1DC2-44D3-97A8-3D234F38E14B}" presName="rootConnector" presStyleLbl="node2" presStyleIdx="1" presStyleCnt="4"/>
      <dgm:spPr/>
    </dgm:pt>
    <dgm:pt modelId="{7E80149F-F8A1-624D-8984-E4044842756B}" type="pres">
      <dgm:prSet presAssocID="{74D2D2CE-1DC2-44D3-97A8-3D234F38E14B}" presName="hierChild4" presStyleCnt="0"/>
      <dgm:spPr/>
    </dgm:pt>
    <dgm:pt modelId="{21E873CF-BCA5-3B4F-B0FE-0F712F7DECDB}" type="pres">
      <dgm:prSet presAssocID="{74D2D2CE-1DC2-44D3-97A8-3D234F38E14B}" presName="hierChild5" presStyleCnt="0"/>
      <dgm:spPr/>
    </dgm:pt>
    <dgm:pt modelId="{892975F3-B738-294F-B6DA-867A7AB1F50E}" type="pres">
      <dgm:prSet presAssocID="{955C76EB-D20C-4BCD-9B9A-B9F25C799BFA}" presName="Name64" presStyleLbl="parChTrans1D2" presStyleIdx="2" presStyleCnt="4"/>
      <dgm:spPr/>
    </dgm:pt>
    <dgm:pt modelId="{917AE3C8-566B-2146-9788-21A19E14E211}" type="pres">
      <dgm:prSet presAssocID="{173E06E2-6E44-45D5-8679-751F1E5342F5}" presName="hierRoot2" presStyleCnt="0">
        <dgm:presLayoutVars>
          <dgm:hierBranch val="init"/>
        </dgm:presLayoutVars>
      </dgm:prSet>
      <dgm:spPr/>
    </dgm:pt>
    <dgm:pt modelId="{4B0579D2-F612-8849-A633-BFB8C17BF2B5}" type="pres">
      <dgm:prSet presAssocID="{173E06E2-6E44-45D5-8679-751F1E5342F5}" presName="rootComposite" presStyleCnt="0"/>
      <dgm:spPr/>
    </dgm:pt>
    <dgm:pt modelId="{0B0116EA-12C0-254B-A505-E4DC8F8D7179}" type="pres">
      <dgm:prSet presAssocID="{173E06E2-6E44-45D5-8679-751F1E5342F5}" presName="rootText" presStyleLbl="node2" presStyleIdx="2" presStyleCnt="4">
        <dgm:presLayoutVars>
          <dgm:chPref val="3"/>
        </dgm:presLayoutVars>
      </dgm:prSet>
      <dgm:spPr/>
    </dgm:pt>
    <dgm:pt modelId="{9C0146B4-35B5-5746-8626-8F2A3D326E2A}" type="pres">
      <dgm:prSet presAssocID="{173E06E2-6E44-45D5-8679-751F1E5342F5}" presName="rootConnector" presStyleLbl="node2" presStyleIdx="2" presStyleCnt="4"/>
      <dgm:spPr/>
    </dgm:pt>
    <dgm:pt modelId="{91E7DFCB-DD9C-6845-B72D-CCA11210D3DA}" type="pres">
      <dgm:prSet presAssocID="{173E06E2-6E44-45D5-8679-751F1E5342F5}" presName="hierChild4" presStyleCnt="0"/>
      <dgm:spPr/>
    </dgm:pt>
    <dgm:pt modelId="{8346B0DE-F5EC-C14D-8410-E81FB5AD2145}" type="pres">
      <dgm:prSet presAssocID="{173E06E2-6E44-45D5-8679-751F1E5342F5}" presName="hierChild5" presStyleCnt="0"/>
      <dgm:spPr/>
    </dgm:pt>
    <dgm:pt modelId="{9EEFE95F-D1DE-384D-BA7B-CD06587A971F}" type="pres">
      <dgm:prSet presAssocID="{CCD7CC90-5F44-4D73-8D2A-9594C4800DB4}" presName="hierChild3" presStyleCnt="0"/>
      <dgm:spPr/>
    </dgm:pt>
    <dgm:pt modelId="{C056A22C-25FB-9A46-ABCC-48EB37534795}" type="pres">
      <dgm:prSet presAssocID="{16D7B41F-0EDD-419B-A7C0-B4A89DE9A8F7}" presName="hierRoot1" presStyleCnt="0">
        <dgm:presLayoutVars>
          <dgm:hierBranch val="init"/>
        </dgm:presLayoutVars>
      </dgm:prSet>
      <dgm:spPr/>
    </dgm:pt>
    <dgm:pt modelId="{E51353BF-5222-7743-9414-0F8B5C1D9DF3}" type="pres">
      <dgm:prSet presAssocID="{16D7B41F-0EDD-419B-A7C0-B4A89DE9A8F7}" presName="rootComposite1" presStyleCnt="0"/>
      <dgm:spPr/>
    </dgm:pt>
    <dgm:pt modelId="{D3E39F40-38E4-0744-9CD2-D7E627FE34EC}" type="pres">
      <dgm:prSet presAssocID="{16D7B41F-0EDD-419B-A7C0-B4A89DE9A8F7}" presName="rootText1" presStyleLbl="node0" presStyleIdx="1" presStyleCnt="2">
        <dgm:presLayoutVars>
          <dgm:chPref val="3"/>
        </dgm:presLayoutVars>
      </dgm:prSet>
      <dgm:spPr/>
    </dgm:pt>
    <dgm:pt modelId="{E95BFD89-F0E6-5A41-AAF6-4242104FB8C8}" type="pres">
      <dgm:prSet presAssocID="{16D7B41F-0EDD-419B-A7C0-B4A89DE9A8F7}" presName="rootConnector1" presStyleLbl="node1" presStyleIdx="0" presStyleCnt="0"/>
      <dgm:spPr/>
    </dgm:pt>
    <dgm:pt modelId="{25A2AA50-3745-B54C-AF13-4F1A6DE6D332}" type="pres">
      <dgm:prSet presAssocID="{16D7B41F-0EDD-419B-A7C0-B4A89DE9A8F7}" presName="hierChild2" presStyleCnt="0"/>
      <dgm:spPr/>
    </dgm:pt>
    <dgm:pt modelId="{50B6D91B-A23A-D84D-87A9-E254746EA411}" type="pres">
      <dgm:prSet presAssocID="{B6660124-CDA8-427E-9A5E-67ABA985559B}" presName="Name64" presStyleLbl="parChTrans1D2" presStyleIdx="3" presStyleCnt="4"/>
      <dgm:spPr/>
    </dgm:pt>
    <dgm:pt modelId="{DC866B36-911E-B54C-94D7-403B37C61A99}" type="pres">
      <dgm:prSet presAssocID="{544C2786-90CA-4F3F-98BE-EB7583556C9E}" presName="hierRoot2" presStyleCnt="0">
        <dgm:presLayoutVars>
          <dgm:hierBranch val="init"/>
        </dgm:presLayoutVars>
      </dgm:prSet>
      <dgm:spPr/>
    </dgm:pt>
    <dgm:pt modelId="{513F4CFF-6386-F846-9F38-92C505FA8471}" type="pres">
      <dgm:prSet presAssocID="{544C2786-90CA-4F3F-98BE-EB7583556C9E}" presName="rootComposite" presStyleCnt="0"/>
      <dgm:spPr/>
    </dgm:pt>
    <dgm:pt modelId="{0FE6F582-452F-F24E-BCE9-7D96C4A394B2}" type="pres">
      <dgm:prSet presAssocID="{544C2786-90CA-4F3F-98BE-EB7583556C9E}" presName="rootText" presStyleLbl="node2" presStyleIdx="3" presStyleCnt="4">
        <dgm:presLayoutVars>
          <dgm:chPref val="3"/>
        </dgm:presLayoutVars>
      </dgm:prSet>
      <dgm:spPr/>
    </dgm:pt>
    <dgm:pt modelId="{234CCD91-C6E1-4F4F-9838-7ECB3C1740B1}" type="pres">
      <dgm:prSet presAssocID="{544C2786-90CA-4F3F-98BE-EB7583556C9E}" presName="rootConnector" presStyleLbl="node2" presStyleIdx="3" presStyleCnt="4"/>
      <dgm:spPr/>
    </dgm:pt>
    <dgm:pt modelId="{5E8A5FB6-0B06-DA4D-BB75-D404DDD45341}" type="pres">
      <dgm:prSet presAssocID="{544C2786-90CA-4F3F-98BE-EB7583556C9E}" presName="hierChild4" presStyleCnt="0"/>
      <dgm:spPr/>
    </dgm:pt>
    <dgm:pt modelId="{1863D1C0-F484-2C45-B762-E8F50066C5D9}" type="pres">
      <dgm:prSet presAssocID="{544C2786-90CA-4F3F-98BE-EB7583556C9E}" presName="hierChild5" presStyleCnt="0"/>
      <dgm:spPr/>
    </dgm:pt>
    <dgm:pt modelId="{B6C2D066-E315-0D43-A801-1C991FD74A4C}" type="pres">
      <dgm:prSet presAssocID="{16D7B41F-0EDD-419B-A7C0-B4A89DE9A8F7}" presName="hierChild3" presStyleCnt="0"/>
      <dgm:spPr/>
    </dgm:pt>
  </dgm:ptLst>
  <dgm:cxnLst>
    <dgm:cxn modelId="{03F13B10-138A-3E4E-A7CF-7E8595C8C58C}" type="presOf" srcId="{955C76EB-D20C-4BCD-9B9A-B9F25C799BFA}" destId="{892975F3-B738-294F-B6DA-867A7AB1F50E}" srcOrd="0" destOrd="0" presId="urn:microsoft.com/office/officeart/2009/3/layout/HorizontalOrganizationChart"/>
    <dgm:cxn modelId="{F8D3B725-9B69-D845-808E-646E1F46AC0B}" type="presOf" srcId="{985BAAB7-4BA7-44B6-9750-B37A545D88C8}" destId="{CB8DAEFC-2253-1642-BDC6-2B8BFDD6D20C}" srcOrd="0" destOrd="0" presId="urn:microsoft.com/office/officeart/2009/3/layout/HorizontalOrganizationChart"/>
    <dgm:cxn modelId="{76CA9233-1525-5345-83F4-01960173664F}" type="presOf" srcId="{173E06E2-6E44-45D5-8679-751F1E5342F5}" destId="{0B0116EA-12C0-254B-A505-E4DC8F8D7179}" srcOrd="0" destOrd="0" presId="urn:microsoft.com/office/officeart/2009/3/layout/HorizontalOrganizationChart"/>
    <dgm:cxn modelId="{2C709D3F-7F9C-BE48-98DD-A893FD9F736A}" type="presOf" srcId="{544C2786-90CA-4F3F-98BE-EB7583556C9E}" destId="{234CCD91-C6E1-4F4F-9838-7ECB3C1740B1}" srcOrd="1" destOrd="0" presId="urn:microsoft.com/office/officeart/2009/3/layout/HorizontalOrganizationChart"/>
    <dgm:cxn modelId="{70E5F340-1A06-4FEC-9F44-D0393B376989}" srcId="{985BAAB7-4BA7-44B6-9750-B37A545D88C8}" destId="{CCD7CC90-5F44-4D73-8D2A-9594C4800DB4}" srcOrd="0" destOrd="0" parTransId="{A371535A-6504-4112-AAE8-3D3938D69E36}" sibTransId="{171A73D8-4EDB-4DBC-8CED-D6D334AF99EA}"/>
    <dgm:cxn modelId="{4AC0B24A-446A-7946-8DD0-A7472DAE7997}" type="presOf" srcId="{16D7B41F-0EDD-419B-A7C0-B4A89DE9A8F7}" destId="{E95BFD89-F0E6-5A41-AAF6-4242104FB8C8}" srcOrd="1" destOrd="0" presId="urn:microsoft.com/office/officeart/2009/3/layout/HorizontalOrganizationChart"/>
    <dgm:cxn modelId="{502BB74F-B0E5-4A3F-85D5-E422DDBEE294}" srcId="{CCD7CC90-5F44-4D73-8D2A-9594C4800DB4}" destId="{506028E3-6C70-4DBA-BFB0-33792F97633E}" srcOrd="0" destOrd="0" parTransId="{673FF71B-BD73-4D46-A6B7-4EE5766E1CA4}" sibTransId="{E00BBAF2-D23A-4228-8E6D-00D09F58F7CB}"/>
    <dgm:cxn modelId="{A1BC4B57-7029-314A-AA8A-92A0310616ED}" type="presOf" srcId="{74D2D2CE-1DC2-44D3-97A8-3D234F38E14B}" destId="{3205D50C-766C-E347-A370-7047417D98A9}" srcOrd="1" destOrd="0" presId="urn:microsoft.com/office/officeart/2009/3/layout/HorizontalOrganizationChart"/>
    <dgm:cxn modelId="{B12FDB63-67A8-2749-9570-A5021ADC157F}" type="presOf" srcId="{673FF71B-BD73-4D46-A6B7-4EE5766E1CA4}" destId="{B77D3B63-D415-8449-A242-0E44F4ED6866}" srcOrd="0" destOrd="0" presId="urn:microsoft.com/office/officeart/2009/3/layout/HorizontalOrganizationChart"/>
    <dgm:cxn modelId="{55C4AC7D-43C8-DE49-B92B-BF651E10F2E5}" type="presOf" srcId="{173E06E2-6E44-45D5-8679-751F1E5342F5}" destId="{9C0146B4-35B5-5746-8626-8F2A3D326E2A}" srcOrd="1" destOrd="0" presId="urn:microsoft.com/office/officeart/2009/3/layout/HorizontalOrganizationChart"/>
    <dgm:cxn modelId="{C3F46B8D-53D1-1346-BA0C-5C3075F3925A}" type="presOf" srcId="{544C2786-90CA-4F3F-98BE-EB7583556C9E}" destId="{0FE6F582-452F-F24E-BCE9-7D96C4A394B2}" srcOrd="0" destOrd="0" presId="urn:microsoft.com/office/officeart/2009/3/layout/HorizontalOrganizationChart"/>
    <dgm:cxn modelId="{5B73FDB3-8A35-B542-B770-E4541A8D069D}" type="presOf" srcId="{CCD7CC90-5F44-4D73-8D2A-9594C4800DB4}" destId="{D6FF283B-26A1-C94E-92D6-5DD83FE408FA}" srcOrd="0" destOrd="0" presId="urn:microsoft.com/office/officeart/2009/3/layout/HorizontalOrganizationChart"/>
    <dgm:cxn modelId="{18F30DB8-A505-6D44-B68D-34B17F9242F3}" type="presOf" srcId="{506028E3-6C70-4DBA-BFB0-33792F97633E}" destId="{771326D5-6E9F-874B-9362-EC1657902B56}" srcOrd="0" destOrd="0" presId="urn:microsoft.com/office/officeart/2009/3/layout/HorizontalOrganizationChart"/>
    <dgm:cxn modelId="{F1A018C8-F149-4BE1-A56D-CFB4B97A75C4}" srcId="{CCD7CC90-5F44-4D73-8D2A-9594C4800DB4}" destId="{173E06E2-6E44-45D5-8679-751F1E5342F5}" srcOrd="2" destOrd="0" parTransId="{955C76EB-D20C-4BCD-9B9A-B9F25C799BFA}" sibTransId="{61DFB440-8073-4262-8BED-4818BED0B466}"/>
    <dgm:cxn modelId="{17E27ECC-33A2-3348-90E9-C1640A3BDEAF}" type="presOf" srcId="{506028E3-6C70-4DBA-BFB0-33792F97633E}" destId="{F5DDC783-090C-994C-A276-A66A6FF7EB2B}" srcOrd="1" destOrd="0" presId="urn:microsoft.com/office/officeart/2009/3/layout/HorizontalOrganizationChart"/>
    <dgm:cxn modelId="{3B043EDF-5FC7-DC49-B752-43E7D48446AA}" type="presOf" srcId="{16D7B41F-0EDD-419B-A7C0-B4A89DE9A8F7}" destId="{D3E39F40-38E4-0744-9CD2-D7E627FE34EC}" srcOrd="0" destOrd="0" presId="urn:microsoft.com/office/officeart/2009/3/layout/HorizontalOrganizationChart"/>
    <dgm:cxn modelId="{767565E2-EE9B-6C49-A95C-C2C5D0FB5C75}" type="presOf" srcId="{B6660124-CDA8-427E-9A5E-67ABA985559B}" destId="{50B6D91B-A23A-D84D-87A9-E254746EA411}" srcOrd="0" destOrd="0" presId="urn:microsoft.com/office/officeart/2009/3/layout/HorizontalOrganizationChart"/>
    <dgm:cxn modelId="{212294EC-0651-4CAC-A2E8-0BFDB36E9663}" srcId="{CCD7CC90-5F44-4D73-8D2A-9594C4800DB4}" destId="{74D2D2CE-1DC2-44D3-97A8-3D234F38E14B}" srcOrd="1" destOrd="0" parTransId="{37D80AFE-3760-47C3-A3F5-D77DE85494A6}" sibTransId="{2FE599EA-C777-489B-B0CD-4DFC38B602CF}"/>
    <dgm:cxn modelId="{1994EAEC-E100-1B40-83EB-8104A2C4D45F}" type="presOf" srcId="{37D80AFE-3760-47C3-A3F5-D77DE85494A6}" destId="{D139A559-11D0-F545-8FFA-8BA0D1927DF3}" srcOrd="0" destOrd="0" presId="urn:microsoft.com/office/officeart/2009/3/layout/HorizontalOrganizationChart"/>
    <dgm:cxn modelId="{70AE7DEF-47D4-4995-937B-8D29C2696D9E}" srcId="{16D7B41F-0EDD-419B-A7C0-B4A89DE9A8F7}" destId="{544C2786-90CA-4F3F-98BE-EB7583556C9E}" srcOrd="0" destOrd="0" parTransId="{B6660124-CDA8-427E-9A5E-67ABA985559B}" sibTransId="{C72B8D2C-CECE-4A38-B3A5-AAD99A74B9DD}"/>
    <dgm:cxn modelId="{531F70F6-267F-BC48-A7A5-19B98DF26F70}" type="presOf" srcId="{74D2D2CE-1DC2-44D3-97A8-3D234F38E14B}" destId="{71CEA2D6-2A14-A64C-A8D2-600F06292AC9}" srcOrd="0" destOrd="0" presId="urn:microsoft.com/office/officeart/2009/3/layout/HorizontalOrganizationChart"/>
    <dgm:cxn modelId="{A3EAB9F6-3421-45B9-90F6-9B219AAC2643}" srcId="{985BAAB7-4BA7-44B6-9750-B37A545D88C8}" destId="{16D7B41F-0EDD-419B-A7C0-B4A89DE9A8F7}" srcOrd="1" destOrd="0" parTransId="{6F11E3BE-8D18-46BF-B71A-959EB50C57BA}" sibTransId="{39E94F66-F7F4-4827-B9DD-C3EE1A392161}"/>
    <dgm:cxn modelId="{36AF4EFC-6C16-4A4C-AD43-F9506102EF3C}" type="presOf" srcId="{CCD7CC90-5F44-4D73-8D2A-9594C4800DB4}" destId="{71922E94-FF45-5C43-A66F-9216140F5D48}" srcOrd="1" destOrd="0" presId="urn:microsoft.com/office/officeart/2009/3/layout/HorizontalOrganizationChart"/>
    <dgm:cxn modelId="{1368AF5E-E9F8-2B4B-9389-BAA96149F565}" type="presParOf" srcId="{CB8DAEFC-2253-1642-BDC6-2B8BFDD6D20C}" destId="{2B42A20E-53A3-6949-944E-C5212745155D}" srcOrd="0" destOrd="0" presId="urn:microsoft.com/office/officeart/2009/3/layout/HorizontalOrganizationChart"/>
    <dgm:cxn modelId="{87B8DD00-34C6-9A42-A27C-2D63F750978A}" type="presParOf" srcId="{2B42A20E-53A3-6949-944E-C5212745155D}" destId="{F1226617-C0A7-3841-8F7F-5B3792322ED6}" srcOrd="0" destOrd="0" presId="urn:microsoft.com/office/officeart/2009/3/layout/HorizontalOrganizationChart"/>
    <dgm:cxn modelId="{563AA0E8-BD11-684A-BBC5-2BCE7C418A83}" type="presParOf" srcId="{F1226617-C0A7-3841-8F7F-5B3792322ED6}" destId="{D6FF283B-26A1-C94E-92D6-5DD83FE408FA}" srcOrd="0" destOrd="0" presId="urn:microsoft.com/office/officeart/2009/3/layout/HorizontalOrganizationChart"/>
    <dgm:cxn modelId="{9429FB98-43CF-D34B-9755-3E9A1EE82921}" type="presParOf" srcId="{F1226617-C0A7-3841-8F7F-5B3792322ED6}" destId="{71922E94-FF45-5C43-A66F-9216140F5D48}" srcOrd="1" destOrd="0" presId="urn:microsoft.com/office/officeart/2009/3/layout/HorizontalOrganizationChart"/>
    <dgm:cxn modelId="{AE382A15-E9A7-8747-938D-9919566D33CC}" type="presParOf" srcId="{2B42A20E-53A3-6949-944E-C5212745155D}" destId="{9873E846-23E3-724F-B24F-51E120E8A2D7}" srcOrd="1" destOrd="0" presId="urn:microsoft.com/office/officeart/2009/3/layout/HorizontalOrganizationChart"/>
    <dgm:cxn modelId="{4428B3BB-08C3-014A-9EFD-1A57236DF014}" type="presParOf" srcId="{9873E846-23E3-724F-B24F-51E120E8A2D7}" destId="{B77D3B63-D415-8449-A242-0E44F4ED6866}" srcOrd="0" destOrd="0" presId="urn:microsoft.com/office/officeart/2009/3/layout/HorizontalOrganizationChart"/>
    <dgm:cxn modelId="{073B0D02-7B05-7848-8414-47E34AB466AA}" type="presParOf" srcId="{9873E846-23E3-724F-B24F-51E120E8A2D7}" destId="{E217862F-F179-724D-AABF-51E5FA07FE70}" srcOrd="1" destOrd="0" presId="urn:microsoft.com/office/officeart/2009/3/layout/HorizontalOrganizationChart"/>
    <dgm:cxn modelId="{F6EED3CD-87B1-FA42-9BF5-446994BF875A}" type="presParOf" srcId="{E217862F-F179-724D-AABF-51E5FA07FE70}" destId="{5EE6CE51-BCE6-1E4D-A6AC-A7FCB0B9EC3D}" srcOrd="0" destOrd="0" presId="urn:microsoft.com/office/officeart/2009/3/layout/HorizontalOrganizationChart"/>
    <dgm:cxn modelId="{A5229A3D-5248-9C46-8370-59ADACF02C2D}" type="presParOf" srcId="{5EE6CE51-BCE6-1E4D-A6AC-A7FCB0B9EC3D}" destId="{771326D5-6E9F-874B-9362-EC1657902B56}" srcOrd="0" destOrd="0" presId="urn:microsoft.com/office/officeart/2009/3/layout/HorizontalOrganizationChart"/>
    <dgm:cxn modelId="{96C9972C-2784-944C-AA92-F1127D59C927}" type="presParOf" srcId="{5EE6CE51-BCE6-1E4D-A6AC-A7FCB0B9EC3D}" destId="{F5DDC783-090C-994C-A276-A66A6FF7EB2B}" srcOrd="1" destOrd="0" presId="urn:microsoft.com/office/officeart/2009/3/layout/HorizontalOrganizationChart"/>
    <dgm:cxn modelId="{05714AE4-CAD4-0346-AD47-15117EFC4395}" type="presParOf" srcId="{E217862F-F179-724D-AABF-51E5FA07FE70}" destId="{5CABA24C-9826-9E48-9FB4-3E158BF28108}" srcOrd="1" destOrd="0" presId="urn:microsoft.com/office/officeart/2009/3/layout/HorizontalOrganizationChart"/>
    <dgm:cxn modelId="{70DABC22-4168-6549-9C6B-F12E47788512}" type="presParOf" srcId="{E217862F-F179-724D-AABF-51E5FA07FE70}" destId="{8CC5CB65-E0C7-F14F-BA2E-C45D0F1E7FD3}" srcOrd="2" destOrd="0" presId="urn:microsoft.com/office/officeart/2009/3/layout/HorizontalOrganizationChart"/>
    <dgm:cxn modelId="{1A8B83CC-8654-9F4B-8716-8A92AC1C9B62}" type="presParOf" srcId="{9873E846-23E3-724F-B24F-51E120E8A2D7}" destId="{D139A559-11D0-F545-8FFA-8BA0D1927DF3}" srcOrd="2" destOrd="0" presId="urn:microsoft.com/office/officeart/2009/3/layout/HorizontalOrganizationChart"/>
    <dgm:cxn modelId="{F1AFAB09-CAE4-2B40-A4FE-F62220E067BC}" type="presParOf" srcId="{9873E846-23E3-724F-B24F-51E120E8A2D7}" destId="{03EBF0CA-0F0D-7046-82FA-A7D526F9951E}" srcOrd="3" destOrd="0" presId="urn:microsoft.com/office/officeart/2009/3/layout/HorizontalOrganizationChart"/>
    <dgm:cxn modelId="{EF1469AE-AD02-7049-9CF0-CFC9C879E622}" type="presParOf" srcId="{03EBF0CA-0F0D-7046-82FA-A7D526F9951E}" destId="{12C0036F-523D-2645-8B65-015FA69D6935}" srcOrd="0" destOrd="0" presId="urn:microsoft.com/office/officeart/2009/3/layout/HorizontalOrganizationChart"/>
    <dgm:cxn modelId="{42B325F4-DDA4-9D46-8B37-63493538AB74}" type="presParOf" srcId="{12C0036F-523D-2645-8B65-015FA69D6935}" destId="{71CEA2D6-2A14-A64C-A8D2-600F06292AC9}" srcOrd="0" destOrd="0" presId="urn:microsoft.com/office/officeart/2009/3/layout/HorizontalOrganizationChart"/>
    <dgm:cxn modelId="{18586924-8068-214A-B5F2-50B450B38ED6}" type="presParOf" srcId="{12C0036F-523D-2645-8B65-015FA69D6935}" destId="{3205D50C-766C-E347-A370-7047417D98A9}" srcOrd="1" destOrd="0" presId="urn:microsoft.com/office/officeart/2009/3/layout/HorizontalOrganizationChart"/>
    <dgm:cxn modelId="{9A51A480-79AC-544E-90E3-D9AC45DD752F}" type="presParOf" srcId="{03EBF0CA-0F0D-7046-82FA-A7D526F9951E}" destId="{7E80149F-F8A1-624D-8984-E4044842756B}" srcOrd="1" destOrd="0" presId="urn:microsoft.com/office/officeart/2009/3/layout/HorizontalOrganizationChart"/>
    <dgm:cxn modelId="{D6BD80EB-A178-AF4D-A6C6-6E2D6CE1D831}" type="presParOf" srcId="{03EBF0CA-0F0D-7046-82FA-A7D526F9951E}" destId="{21E873CF-BCA5-3B4F-B0FE-0F712F7DECDB}" srcOrd="2" destOrd="0" presId="urn:microsoft.com/office/officeart/2009/3/layout/HorizontalOrganizationChart"/>
    <dgm:cxn modelId="{CB6D5913-1781-4C4B-A06B-2A9BE572D165}" type="presParOf" srcId="{9873E846-23E3-724F-B24F-51E120E8A2D7}" destId="{892975F3-B738-294F-B6DA-867A7AB1F50E}" srcOrd="4" destOrd="0" presId="urn:microsoft.com/office/officeart/2009/3/layout/HorizontalOrganizationChart"/>
    <dgm:cxn modelId="{1EDFF6BA-6297-E24E-8654-DEF4D1E41EEB}" type="presParOf" srcId="{9873E846-23E3-724F-B24F-51E120E8A2D7}" destId="{917AE3C8-566B-2146-9788-21A19E14E211}" srcOrd="5" destOrd="0" presId="urn:microsoft.com/office/officeart/2009/3/layout/HorizontalOrganizationChart"/>
    <dgm:cxn modelId="{CF79F0A1-6D6D-1349-880B-3757AB5C07EE}" type="presParOf" srcId="{917AE3C8-566B-2146-9788-21A19E14E211}" destId="{4B0579D2-F612-8849-A633-BFB8C17BF2B5}" srcOrd="0" destOrd="0" presId="urn:microsoft.com/office/officeart/2009/3/layout/HorizontalOrganizationChart"/>
    <dgm:cxn modelId="{D4ED999E-69EB-AA47-B3C2-BE8177BCE56D}" type="presParOf" srcId="{4B0579D2-F612-8849-A633-BFB8C17BF2B5}" destId="{0B0116EA-12C0-254B-A505-E4DC8F8D7179}" srcOrd="0" destOrd="0" presId="urn:microsoft.com/office/officeart/2009/3/layout/HorizontalOrganizationChart"/>
    <dgm:cxn modelId="{8E65E563-F2B9-6D4D-A4E9-1E67B1AA0F61}" type="presParOf" srcId="{4B0579D2-F612-8849-A633-BFB8C17BF2B5}" destId="{9C0146B4-35B5-5746-8626-8F2A3D326E2A}" srcOrd="1" destOrd="0" presId="urn:microsoft.com/office/officeart/2009/3/layout/HorizontalOrganizationChart"/>
    <dgm:cxn modelId="{E84C41EC-4D0A-2E43-855A-E5DC0BE3C63E}" type="presParOf" srcId="{917AE3C8-566B-2146-9788-21A19E14E211}" destId="{91E7DFCB-DD9C-6845-B72D-CCA11210D3DA}" srcOrd="1" destOrd="0" presId="urn:microsoft.com/office/officeart/2009/3/layout/HorizontalOrganizationChart"/>
    <dgm:cxn modelId="{61A12BD6-7345-5C4F-874E-83AD2D5A0C9C}" type="presParOf" srcId="{917AE3C8-566B-2146-9788-21A19E14E211}" destId="{8346B0DE-F5EC-C14D-8410-E81FB5AD2145}" srcOrd="2" destOrd="0" presId="urn:microsoft.com/office/officeart/2009/3/layout/HorizontalOrganizationChart"/>
    <dgm:cxn modelId="{EC814C23-C60C-7441-9CE5-FD1C643448C7}" type="presParOf" srcId="{2B42A20E-53A3-6949-944E-C5212745155D}" destId="{9EEFE95F-D1DE-384D-BA7B-CD06587A971F}" srcOrd="2" destOrd="0" presId="urn:microsoft.com/office/officeart/2009/3/layout/HorizontalOrganizationChart"/>
    <dgm:cxn modelId="{AD7D05A4-F511-6F43-AA0C-5B5CCF873739}" type="presParOf" srcId="{CB8DAEFC-2253-1642-BDC6-2B8BFDD6D20C}" destId="{C056A22C-25FB-9A46-ABCC-48EB37534795}" srcOrd="1" destOrd="0" presId="urn:microsoft.com/office/officeart/2009/3/layout/HorizontalOrganizationChart"/>
    <dgm:cxn modelId="{6DFF046C-F245-7D44-B23F-AF921B7A983C}" type="presParOf" srcId="{C056A22C-25FB-9A46-ABCC-48EB37534795}" destId="{E51353BF-5222-7743-9414-0F8B5C1D9DF3}" srcOrd="0" destOrd="0" presId="urn:microsoft.com/office/officeart/2009/3/layout/HorizontalOrganizationChart"/>
    <dgm:cxn modelId="{40F41CBD-9FEA-6D4F-8435-199F539C5EA5}" type="presParOf" srcId="{E51353BF-5222-7743-9414-0F8B5C1D9DF3}" destId="{D3E39F40-38E4-0744-9CD2-D7E627FE34EC}" srcOrd="0" destOrd="0" presId="urn:microsoft.com/office/officeart/2009/3/layout/HorizontalOrganizationChart"/>
    <dgm:cxn modelId="{052E1EF6-D6AC-9E44-AB15-F3C1166D0B1D}" type="presParOf" srcId="{E51353BF-5222-7743-9414-0F8B5C1D9DF3}" destId="{E95BFD89-F0E6-5A41-AAF6-4242104FB8C8}" srcOrd="1" destOrd="0" presId="urn:microsoft.com/office/officeart/2009/3/layout/HorizontalOrganizationChart"/>
    <dgm:cxn modelId="{84AC630B-3BC8-B14E-9F95-7F3D87F34AED}" type="presParOf" srcId="{C056A22C-25FB-9A46-ABCC-48EB37534795}" destId="{25A2AA50-3745-B54C-AF13-4F1A6DE6D332}" srcOrd="1" destOrd="0" presId="urn:microsoft.com/office/officeart/2009/3/layout/HorizontalOrganizationChart"/>
    <dgm:cxn modelId="{3A1ABB00-F9C2-7642-95AD-6B28998F8E3C}" type="presParOf" srcId="{25A2AA50-3745-B54C-AF13-4F1A6DE6D332}" destId="{50B6D91B-A23A-D84D-87A9-E254746EA411}" srcOrd="0" destOrd="0" presId="urn:microsoft.com/office/officeart/2009/3/layout/HorizontalOrganizationChart"/>
    <dgm:cxn modelId="{8F069F0A-5D8D-F144-98AF-69D2066FC9D8}" type="presParOf" srcId="{25A2AA50-3745-B54C-AF13-4F1A6DE6D332}" destId="{DC866B36-911E-B54C-94D7-403B37C61A99}" srcOrd="1" destOrd="0" presId="urn:microsoft.com/office/officeart/2009/3/layout/HorizontalOrganizationChart"/>
    <dgm:cxn modelId="{C84A6FBD-DD8D-A24E-9EBB-D60AE0C35E99}" type="presParOf" srcId="{DC866B36-911E-B54C-94D7-403B37C61A99}" destId="{513F4CFF-6386-F846-9F38-92C505FA8471}" srcOrd="0" destOrd="0" presId="urn:microsoft.com/office/officeart/2009/3/layout/HorizontalOrganizationChart"/>
    <dgm:cxn modelId="{0A91AF4E-424E-294E-BD47-05E7BF887BFD}" type="presParOf" srcId="{513F4CFF-6386-F846-9F38-92C505FA8471}" destId="{0FE6F582-452F-F24E-BCE9-7D96C4A394B2}" srcOrd="0" destOrd="0" presId="urn:microsoft.com/office/officeart/2009/3/layout/HorizontalOrganizationChart"/>
    <dgm:cxn modelId="{33D6B535-FD29-BD40-B272-727B08CA49F7}" type="presParOf" srcId="{513F4CFF-6386-F846-9F38-92C505FA8471}" destId="{234CCD91-C6E1-4F4F-9838-7ECB3C1740B1}" srcOrd="1" destOrd="0" presId="urn:microsoft.com/office/officeart/2009/3/layout/HorizontalOrganizationChart"/>
    <dgm:cxn modelId="{71A22AD6-441B-F74A-9BC2-D648802F7024}" type="presParOf" srcId="{DC866B36-911E-B54C-94D7-403B37C61A99}" destId="{5E8A5FB6-0B06-DA4D-BB75-D404DDD45341}" srcOrd="1" destOrd="0" presId="urn:microsoft.com/office/officeart/2009/3/layout/HorizontalOrganizationChart"/>
    <dgm:cxn modelId="{7507AD87-03EE-184F-B4A6-0B7F2B932C56}" type="presParOf" srcId="{DC866B36-911E-B54C-94D7-403B37C61A99}" destId="{1863D1C0-F484-2C45-B762-E8F50066C5D9}" srcOrd="2" destOrd="0" presId="urn:microsoft.com/office/officeart/2009/3/layout/HorizontalOrganizationChart"/>
    <dgm:cxn modelId="{FC96912D-927F-9348-B859-53745E60C184}" type="presParOf" srcId="{C056A22C-25FB-9A46-ABCC-48EB37534795}" destId="{B6C2D066-E315-0D43-A801-1C991FD74A4C}"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9A5D105-D516-4638-BBBD-5CF48300A175}"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A7DB8A24-10B1-4839-B436-863DD8EF55BF}">
      <dgm:prSet/>
      <dgm:spPr/>
      <dgm:t>
        <a:bodyPr/>
        <a:lstStyle/>
        <a:p>
          <a:r>
            <a:rPr lang="en-US"/>
            <a:t>Google search</a:t>
          </a:r>
        </a:p>
      </dgm:t>
    </dgm:pt>
    <dgm:pt modelId="{CA679AE2-AEE2-45F8-BC40-B6712005BA1B}" type="parTrans" cxnId="{5FD541F8-E6A7-4821-8827-7A46D5E3C77B}">
      <dgm:prSet/>
      <dgm:spPr/>
      <dgm:t>
        <a:bodyPr/>
        <a:lstStyle/>
        <a:p>
          <a:endParaRPr lang="en-US"/>
        </a:p>
      </dgm:t>
    </dgm:pt>
    <dgm:pt modelId="{E38FBBEE-DF78-4AD8-8D94-C9124AD16419}" type="sibTrans" cxnId="{5FD541F8-E6A7-4821-8827-7A46D5E3C77B}">
      <dgm:prSet/>
      <dgm:spPr/>
      <dgm:t>
        <a:bodyPr/>
        <a:lstStyle/>
        <a:p>
          <a:endParaRPr lang="en-US"/>
        </a:p>
      </dgm:t>
    </dgm:pt>
    <dgm:pt modelId="{68B2312B-275A-4171-A2B5-2A0EF5B54964}">
      <dgm:prSet/>
      <dgm:spPr/>
      <dgm:t>
        <a:bodyPr/>
        <a:lstStyle/>
        <a:p>
          <a:r>
            <a:rPr lang="en-GB">
              <a:hlinkClick xmlns:r="http://schemas.openxmlformats.org/officeDocument/2006/relationships" r:id="rId1"/>
            </a:rPr>
            <a:t>Google Scholar</a:t>
          </a:r>
          <a:endParaRPr lang="en-US"/>
        </a:p>
      </dgm:t>
    </dgm:pt>
    <dgm:pt modelId="{FEE6BB6B-A429-4162-AC14-E781DC77E6A1}" type="parTrans" cxnId="{51C6F464-9D7D-4C04-8354-BD9338EA14A9}">
      <dgm:prSet/>
      <dgm:spPr/>
      <dgm:t>
        <a:bodyPr/>
        <a:lstStyle/>
        <a:p>
          <a:endParaRPr lang="en-US"/>
        </a:p>
      </dgm:t>
    </dgm:pt>
    <dgm:pt modelId="{BB9361BB-2CFE-4F6A-B091-882EB53E8FD3}" type="sibTrans" cxnId="{51C6F464-9D7D-4C04-8354-BD9338EA14A9}">
      <dgm:prSet/>
      <dgm:spPr/>
      <dgm:t>
        <a:bodyPr/>
        <a:lstStyle/>
        <a:p>
          <a:endParaRPr lang="en-US"/>
        </a:p>
      </dgm:t>
    </dgm:pt>
    <dgm:pt modelId="{9D3BCAAA-A7F4-4E58-8411-AC802E4F04A3}">
      <dgm:prSet/>
      <dgm:spPr/>
      <dgm:t>
        <a:bodyPr/>
        <a:lstStyle/>
        <a:p>
          <a:r>
            <a:rPr lang="en-GB"/>
            <a:t>Library</a:t>
          </a:r>
          <a:endParaRPr lang="en-US"/>
        </a:p>
      </dgm:t>
    </dgm:pt>
    <dgm:pt modelId="{D5FA7FCA-3124-4DA6-9569-E20DC0F85E6A}" type="parTrans" cxnId="{A9214A22-08A2-498C-82DD-4F5454F577E5}">
      <dgm:prSet/>
      <dgm:spPr/>
      <dgm:t>
        <a:bodyPr/>
        <a:lstStyle/>
        <a:p>
          <a:endParaRPr lang="en-US"/>
        </a:p>
      </dgm:t>
    </dgm:pt>
    <dgm:pt modelId="{A681610C-C62F-46DB-9E4C-F60D9E7F8E18}" type="sibTrans" cxnId="{A9214A22-08A2-498C-82DD-4F5454F577E5}">
      <dgm:prSet/>
      <dgm:spPr/>
      <dgm:t>
        <a:bodyPr/>
        <a:lstStyle/>
        <a:p>
          <a:endParaRPr lang="en-US"/>
        </a:p>
      </dgm:t>
    </dgm:pt>
    <dgm:pt modelId="{C5CA8762-6717-48F4-AF17-995E57EBD70D}">
      <dgm:prSet/>
      <dgm:spPr/>
      <dgm:t>
        <a:bodyPr/>
        <a:lstStyle/>
        <a:p>
          <a:r>
            <a:rPr lang="en-GB">
              <a:hlinkClick xmlns:r="http://schemas.openxmlformats.org/officeDocument/2006/relationships" r:id="rId2"/>
            </a:rPr>
            <a:t>ADS</a:t>
          </a:r>
          <a:endParaRPr lang="en-US"/>
        </a:p>
      </dgm:t>
    </dgm:pt>
    <dgm:pt modelId="{6958EEAF-DEC8-4400-A6E5-86744D8F730C}" type="parTrans" cxnId="{610FF607-2A2B-45BA-94F0-C24CEDFF3435}">
      <dgm:prSet/>
      <dgm:spPr/>
      <dgm:t>
        <a:bodyPr/>
        <a:lstStyle/>
        <a:p>
          <a:endParaRPr lang="en-US"/>
        </a:p>
      </dgm:t>
    </dgm:pt>
    <dgm:pt modelId="{F779B254-833D-4EA9-B43D-2D2B04C2F04E}" type="sibTrans" cxnId="{610FF607-2A2B-45BA-94F0-C24CEDFF3435}">
      <dgm:prSet/>
      <dgm:spPr/>
      <dgm:t>
        <a:bodyPr/>
        <a:lstStyle/>
        <a:p>
          <a:endParaRPr lang="en-US"/>
        </a:p>
      </dgm:t>
    </dgm:pt>
    <dgm:pt modelId="{47B262E6-04B1-4473-BF5E-C1115DC52FB0}">
      <dgm:prSet/>
      <dgm:spPr/>
      <dgm:t>
        <a:bodyPr/>
        <a:lstStyle/>
        <a:p>
          <a:r>
            <a:rPr lang="en-GB">
              <a:hlinkClick xmlns:r="http://schemas.openxmlformats.org/officeDocument/2006/relationships" r:id="rId3"/>
            </a:rPr>
            <a:t>Scopus</a:t>
          </a:r>
          <a:endParaRPr lang="en-US"/>
        </a:p>
      </dgm:t>
    </dgm:pt>
    <dgm:pt modelId="{FC3AEDDE-39B6-479D-8461-5371E87EF071}" type="parTrans" cxnId="{0CD0CA62-B614-419E-8760-56C52A810EE5}">
      <dgm:prSet/>
      <dgm:spPr/>
      <dgm:t>
        <a:bodyPr/>
        <a:lstStyle/>
        <a:p>
          <a:endParaRPr lang="en-US"/>
        </a:p>
      </dgm:t>
    </dgm:pt>
    <dgm:pt modelId="{3D8C4C4A-CE25-4726-8788-5CD1980A5EED}" type="sibTrans" cxnId="{0CD0CA62-B614-419E-8760-56C52A810EE5}">
      <dgm:prSet/>
      <dgm:spPr/>
      <dgm:t>
        <a:bodyPr/>
        <a:lstStyle/>
        <a:p>
          <a:endParaRPr lang="en-US"/>
        </a:p>
      </dgm:t>
    </dgm:pt>
    <dgm:pt modelId="{152D3CEB-CDF8-4B3F-B191-169F9A56A0B9}">
      <dgm:prSet/>
      <dgm:spPr/>
      <dgm:t>
        <a:bodyPr/>
        <a:lstStyle/>
        <a:p>
          <a:r>
            <a:rPr lang="en-GB"/>
            <a:t>Web of Knowledge</a:t>
          </a:r>
          <a:endParaRPr lang="en-US"/>
        </a:p>
      </dgm:t>
    </dgm:pt>
    <dgm:pt modelId="{C620CCEF-EAB2-4DDF-ADE5-EA79C22C25B5}" type="parTrans" cxnId="{4FF2AAD4-38E7-4B5E-B876-66B28B127BA3}">
      <dgm:prSet/>
      <dgm:spPr/>
      <dgm:t>
        <a:bodyPr/>
        <a:lstStyle/>
        <a:p>
          <a:endParaRPr lang="en-US"/>
        </a:p>
      </dgm:t>
    </dgm:pt>
    <dgm:pt modelId="{53036066-4FB1-4A8C-997D-2121A823EC4C}" type="sibTrans" cxnId="{4FF2AAD4-38E7-4B5E-B876-66B28B127BA3}">
      <dgm:prSet/>
      <dgm:spPr/>
      <dgm:t>
        <a:bodyPr/>
        <a:lstStyle/>
        <a:p>
          <a:endParaRPr lang="en-US"/>
        </a:p>
      </dgm:t>
    </dgm:pt>
    <dgm:pt modelId="{E76A9B93-BB47-4D09-8628-63A925A662B8}">
      <dgm:prSet/>
      <dgm:spPr/>
      <dgm:t>
        <a:bodyPr/>
        <a:lstStyle/>
        <a:p>
          <a:r>
            <a:rPr lang="en-GB">
              <a:hlinkClick xmlns:r="http://schemas.openxmlformats.org/officeDocument/2006/relationships" r:id="rId4"/>
            </a:rPr>
            <a:t>ResearchGate</a:t>
          </a:r>
          <a:endParaRPr lang="en-US"/>
        </a:p>
      </dgm:t>
    </dgm:pt>
    <dgm:pt modelId="{284906CA-2814-497C-A050-AE617032E02C}" type="parTrans" cxnId="{5C0C7CE4-C6E1-4918-B443-8E8F1BE7C776}">
      <dgm:prSet/>
      <dgm:spPr/>
      <dgm:t>
        <a:bodyPr/>
        <a:lstStyle/>
        <a:p>
          <a:endParaRPr lang="en-US"/>
        </a:p>
      </dgm:t>
    </dgm:pt>
    <dgm:pt modelId="{8A3A51FF-5DEA-49AC-BBB0-4389647B4B44}" type="sibTrans" cxnId="{5C0C7CE4-C6E1-4918-B443-8E8F1BE7C776}">
      <dgm:prSet/>
      <dgm:spPr/>
      <dgm:t>
        <a:bodyPr/>
        <a:lstStyle/>
        <a:p>
          <a:endParaRPr lang="en-US"/>
        </a:p>
      </dgm:t>
    </dgm:pt>
    <dgm:pt modelId="{D4CBAFA6-0FA4-483C-BDC6-C9A653A49796}">
      <dgm:prSet/>
      <dgm:spPr/>
      <dgm:t>
        <a:bodyPr/>
        <a:lstStyle/>
        <a:p>
          <a:r>
            <a:rPr lang="en-GB"/>
            <a:t>other?</a:t>
          </a:r>
          <a:endParaRPr lang="en-US"/>
        </a:p>
      </dgm:t>
    </dgm:pt>
    <dgm:pt modelId="{39DC4215-1507-46A7-BF65-3E2E6AE64821}" type="parTrans" cxnId="{282F524E-75A6-4B63-86CC-39BC00A1ED00}">
      <dgm:prSet/>
      <dgm:spPr/>
      <dgm:t>
        <a:bodyPr/>
        <a:lstStyle/>
        <a:p>
          <a:endParaRPr lang="en-US"/>
        </a:p>
      </dgm:t>
    </dgm:pt>
    <dgm:pt modelId="{E73E93F7-847A-4493-A28E-85581DE1B845}" type="sibTrans" cxnId="{282F524E-75A6-4B63-86CC-39BC00A1ED00}">
      <dgm:prSet/>
      <dgm:spPr/>
      <dgm:t>
        <a:bodyPr/>
        <a:lstStyle/>
        <a:p>
          <a:endParaRPr lang="en-US"/>
        </a:p>
      </dgm:t>
    </dgm:pt>
    <dgm:pt modelId="{EA18FC41-81CE-8140-8F3A-017414DFA7F6}" type="pres">
      <dgm:prSet presAssocID="{19A5D105-D516-4638-BBBD-5CF48300A175}" presName="linear" presStyleCnt="0">
        <dgm:presLayoutVars>
          <dgm:animLvl val="lvl"/>
          <dgm:resizeHandles val="exact"/>
        </dgm:presLayoutVars>
      </dgm:prSet>
      <dgm:spPr/>
    </dgm:pt>
    <dgm:pt modelId="{080296F3-8473-4445-BC56-35721FE23C1F}" type="pres">
      <dgm:prSet presAssocID="{A7DB8A24-10B1-4839-B436-863DD8EF55BF}" presName="parentText" presStyleLbl="node1" presStyleIdx="0" presStyleCnt="5">
        <dgm:presLayoutVars>
          <dgm:chMax val="0"/>
          <dgm:bulletEnabled val="1"/>
        </dgm:presLayoutVars>
      </dgm:prSet>
      <dgm:spPr/>
    </dgm:pt>
    <dgm:pt modelId="{52F75C17-6089-FC41-A629-E20EEFF1AC98}" type="pres">
      <dgm:prSet presAssocID="{E38FBBEE-DF78-4AD8-8D94-C9124AD16419}" presName="spacer" presStyleCnt="0"/>
      <dgm:spPr/>
    </dgm:pt>
    <dgm:pt modelId="{2E610A3B-8387-DD41-8D5D-3D934853DB0D}" type="pres">
      <dgm:prSet presAssocID="{68B2312B-275A-4171-A2B5-2A0EF5B54964}" presName="parentText" presStyleLbl="node1" presStyleIdx="1" presStyleCnt="5">
        <dgm:presLayoutVars>
          <dgm:chMax val="0"/>
          <dgm:bulletEnabled val="1"/>
        </dgm:presLayoutVars>
      </dgm:prSet>
      <dgm:spPr/>
    </dgm:pt>
    <dgm:pt modelId="{876F7E9E-AFDB-9D43-875C-729700ACC597}" type="pres">
      <dgm:prSet presAssocID="{BB9361BB-2CFE-4F6A-B091-882EB53E8FD3}" presName="spacer" presStyleCnt="0"/>
      <dgm:spPr/>
    </dgm:pt>
    <dgm:pt modelId="{9DFC7BCE-A714-DA49-9A72-EABAEA29BAAB}" type="pres">
      <dgm:prSet presAssocID="{9D3BCAAA-A7F4-4E58-8411-AC802E4F04A3}" presName="parentText" presStyleLbl="node1" presStyleIdx="2" presStyleCnt="5">
        <dgm:presLayoutVars>
          <dgm:chMax val="0"/>
          <dgm:bulletEnabled val="1"/>
        </dgm:presLayoutVars>
      </dgm:prSet>
      <dgm:spPr/>
    </dgm:pt>
    <dgm:pt modelId="{F1663773-A683-ED4D-AB8B-E0B2CB4FDE4D}" type="pres">
      <dgm:prSet presAssocID="{9D3BCAAA-A7F4-4E58-8411-AC802E4F04A3}" presName="childText" presStyleLbl="revTx" presStyleIdx="0" presStyleCnt="1">
        <dgm:presLayoutVars>
          <dgm:bulletEnabled val="1"/>
        </dgm:presLayoutVars>
      </dgm:prSet>
      <dgm:spPr/>
    </dgm:pt>
    <dgm:pt modelId="{470060B9-B568-7E49-9518-56478EE20115}" type="pres">
      <dgm:prSet presAssocID="{E76A9B93-BB47-4D09-8628-63A925A662B8}" presName="parentText" presStyleLbl="node1" presStyleIdx="3" presStyleCnt="5">
        <dgm:presLayoutVars>
          <dgm:chMax val="0"/>
          <dgm:bulletEnabled val="1"/>
        </dgm:presLayoutVars>
      </dgm:prSet>
      <dgm:spPr/>
    </dgm:pt>
    <dgm:pt modelId="{07A08E98-5424-A248-A033-8EA7393172D5}" type="pres">
      <dgm:prSet presAssocID="{8A3A51FF-5DEA-49AC-BBB0-4389647B4B44}" presName="spacer" presStyleCnt="0"/>
      <dgm:spPr/>
    </dgm:pt>
    <dgm:pt modelId="{28CC38D7-CE36-3744-8FCF-55880FA747B6}" type="pres">
      <dgm:prSet presAssocID="{D4CBAFA6-0FA4-483C-BDC6-C9A653A49796}" presName="parentText" presStyleLbl="node1" presStyleIdx="4" presStyleCnt="5">
        <dgm:presLayoutVars>
          <dgm:chMax val="0"/>
          <dgm:bulletEnabled val="1"/>
        </dgm:presLayoutVars>
      </dgm:prSet>
      <dgm:spPr/>
    </dgm:pt>
  </dgm:ptLst>
  <dgm:cxnLst>
    <dgm:cxn modelId="{610FF607-2A2B-45BA-94F0-C24CEDFF3435}" srcId="{9D3BCAAA-A7F4-4E58-8411-AC802E4F04A3}" destId="{C5CA8762-6717-48F4-AF17-995E57EBD70D}" srcOrd="0" destOrd="0" parTransId="{6958EEAF-DEC8-4400-A6E5-86744D8F730C}" sibTransId="{F779B254-833D-4EA9-B43D-2D2B04C2F04E}"/>
    <dgm:cxn modelId="{A9214A22-08A2-498C-82DD-4F5454F577E5}" srcId="{19A5D105-D516-4638-BBBD-5CF48300A175}" destId="{9D3BCAAA-A7F4-4E58-8411-AC802E4F04A3}" srcOrd="2" destOrd="0" parTransId="{D5FA7FCA-3124-4DA6-9569-E20DC0F85E6A}" sibTransId="{A681610C-C62F-46DB-9E4C-F60D9E7F8E18}"/>
    <dgm:cxn modelId="{8E191A3C-BE1A-8D43-BE4F-436A33589BF0}" type="presOf" srcId="{152D3CEB-CDF8-4B3F-B191-169F9A56A0B9}" destId="{F1663773-A683-ED4D-AB8B-E0B2CB4FDE4D}" srcOrd="0" destOrd="2" presId="urn:microsoft.com/office/officeart/2005/8/layout/vList2"/>
    <dgm:cxn modelId="{282F524E-75A6-4B63-86CC-39BC00A1ED00}" srcId="{19A5D105-D516-4638-BBBD-5CF48300A175}" destId="{D4CBAFA6-0FA4-483C-BDC6-C9A653A49796}" srcOrd="4" destOrd="0" parTransId="{39DC4215-1507-46A7-BF65-3E2E6AE64821}" sibTransId="{E73E93F7-847A-4493-A28E-85581DE1B845}"/>
    <dgm:cxn modelId="{0CD0CA62-B614-419E-8760-56C52A810EE5}" srcId="{9D3BCAAA-A7F4-4E58-8411-AC802E4F04A3}" destId="{47B262E6-04B1-4473-BF5E-C1115DC52FB0}" srcOrd="1" destOrd="0" parTransId="{FC3AEDDE-39B6-479D-8461-5371E87EF071}" sibTransId="{3D8C4C4A-CE25-4726-8788-5CD1980A5EED}"/>
    <dgm:cxn modelId="{51C6F464-9D7D-4C04-8354-BD9338EA14A9}" srcId="{19A5D105-D516-4638-BBBD-5CF48300A175}" destId="{68B2312B-275A-4171-A2B5-2A0EF5B54964}" srcOrd="1" destOrd="0" parTransId="{FEE6BB6B-A429-4162-AC14-E781DC77E6A1}" sibTransId="{BB9361BB-2CFE-4F6A-B091-882EB53E8FD3}"/>
    <dgm:cxn modelId="{93C1B773-529B-2C4A-AFFF-67A52064A6E6}" type="presOf" srcId="{D4CBAFA6-0FA4-483C-BDC6-C9A653A49796}" destId="{28CC38D7-CE36-3744-8FCF-55880FA747B6}" srcOrd="0" destOrd="0" presId="urn:microsoft.com/office/officeart/2005/8/layout/vList2"/>
    <dgm:cxn modelId="{171E1180-5F52-9740-861C-F99FC5EDCAC3}" type="presOf" srcId="{A7DB8A24-10B1-4839-B436-863DD8EF55BF}" destId="{080296F3-8473-4445-BC56-35721FE23C1F}" srcOrd="0" destOrd="0" presId="urn:microsoft.com/office/officeart/2005/8/layout/vList2"/>
    <dgm:cxn modelId="{ACE16597-87B7-BE42-84F4-881F4847D879}" type="presOf" srcId="{E76A9B93-BB47-4D09-8628-63A925A662B8}" destId="{470060B9-B568-7E49-9518-56478EE20115}" srcOrd="0" destOrd="0" presId="urn:microsoft.com/office/officeart/2005/8/layout/vList2"/>
    <dgm:cxn modelId="{331B6398-0B68-9043-868E-5A6D576A0D3E}" type="presOf" srcId="{C5CA8762-6717-48F4-AF17-995E57EBD70D}" destId="{F1663773-A683-ED4D-AB8B-E0B2CB4FDE4D}" srcOrd="0" destOrd="0" presId="urn:microsoft.com/office/officeart/2005/8/layout/vList2"/>
    <dgm:cxn modelId="{8A1E9DA0-AD02-B743-8601-0EB726BCFA80}" type="presOf" srcId="{9D3BCAAA-A7F4-4E58-8411-AC802E4F04A3}" destId="{9DFC7BCE-A714-DA49-9A72-EABAEA29BAAB}" srcOrd="0" destOrd="0" presId="urn:microsoft.com/office/officeart/2005/8/layout/vList2"/>
    <dgm:cxn modelId="{49457AA4-59D8-AB43-BEBB-02EE956ED150}" type="presOf" srcId="{47B262E6-04B1-4473-BF5E-C1115DC52FB0}" destId="{F1663773-A683-ED4D-AB8B-E0B2CB4FDE4D}" srcOrd="0" destOrd="1" presId="urn:microsoft.com/office/officeart/2005/8/layout/vList2"/>
    <dgm:cxn modelId="{13EFA8CD-D2FA-534E-9F76-79612C14A7C3}" type="presOf" srcId="{68B2312B-275A-4171-A2B5-2A0EF5B54964}" destId="{2E610A3B-8387-DD41-8D5D-3D934853DB0D}" srcOrd="0" destOrd="0" presId="urn:microsoft.com/office/officeart/2005/8/layout/vList2"/>
    <dgm:cxn modelId="{4FF2AAD4-38E7-4B5E-B876-66B28B127BA3}" srcId="{9D3BCAAA-A7F4-4E58-8411-AC802E4F04A3}" destId="{152D3CEB-CDF8-4B3F-B191-169F9A56A0B9}" srcOrd="2" destOrd="0" parTransId="{C620CCEF-EAB2-4DDF-ADE5-EA79C22C25B5}" sibTransId="{53036066-4FB1-4A8C-997D-2121A823EC4C}"/>
    <dgm:cxn modelId="{4A8BDAD7-0479-774F-A59D-C696A9863981}" type="presOf" srcId="{19A5D105-D516-4638-BBBD-5CF48300A175}" destId="{EA18FC41-81CE-8140-8F3A-017414DFA7F6}" srcOrd="0" destOrd="0" presId="urn:microsoft.com/office/officeart/2005/8/layout/vList2"/>
    <dgm:cxn modelId="{5C0C7CE4-C6E1-4918-B443-8E8F1BE7C776}" srcId="{19A5D105-D516-4638-BBBD-5CF48300A175}" destId="{E76A9B93-BB47-4D09-8628-63A925A662B8}" srcOrd="3" destOrd="0" parTransId="{284906CA-2814-497C-A050-AE617032E02C}" sibTransId="{8A3A51FF-5DEA-49AC-BBB0-4389647B4B44}"/>
    <dgm:cxn modelId="{5FD541F8-E6A7-4821-8827-7A46D5E3C77B}" srcId="{19A5D105-D516-4638-BBBD-5CF48300A175}" destId="{A7DB8A24-10B1-4839-B436-863DD8EF55BF}" srcOrd="0" destOrd="0" parTransId="{CA679AE2-AEE2-45F8-BC40-B6712005BA1B}" sibTransId="{E38FBBEE-DF78-4AD8-8D94-C9124AD16419}"/>
    <dgm:cxn modelId="{2A36853D-7173-ED4E-8BE7-EADE3A95F0A5}" type="presParOf" srcId="{EA18FC41-81CE-8140-8F3A-017414DFA7F6}" destId="{080296F3-8473-4445-BC56-35721FE23C1F}" srcOrd="0" destOrd="0" presId="urn:microsoft.com/office/officeart/2005/8/layout/vList2"/>
    <dgm:cxn modelId="{37487547-72ED-2744-8887-01EEFC0C0459}" type="presParOf" srcId="{EA18FC41-81CE-8140-8F3A-017414DFA7F6}" destId="{52F75C17-6089-FC41-A629-E20EEFF1AC98}" srcOrd="1" destOrd="0" presId="urn:microsoft.com/office/officeart/2005/8/layout/vList2"/>
    <dgm:cxn modelId="{F61723AC-8D4A-6B46-B116-AA7A328FAB50}" type="presParOf" srcId="{EA18FC41-81CE-8140-8F3A-017414DFA7F6}" destId="{2E610A3B-8387-DD41-8D5D-3D934853DB0D}" srcOrd="2" destOrd="0" presId="urn:microsoft.com/office/officeart/2005/8/layout/vList2"/>
    <dgm:cxn modelId="{678E9DC1-F411-9E4F-892C-66451A86E942}" type="presParOf" srcId="{EA18FC41-81CE-8140-8F3A-017414DFA7F6}" destId="{876F7E9E-AFDB-9D43-875C-729700ACC597}" srcOrd="3" destOrd="0" presId="urn:microsoft.com/office/officeart/2005/8/layout/vList2"/>
    <dgm:cxn modelId="{992647E9-37CC-BC4D-A39B-67494BAD9AAE}" type="presParOf" srcId="{EA18FC41-81CE-8140-8F3A-017414DFA7F6}" destId="{9DFC7BCE-A714-DA49-9A72-EABAEA29BAAB}" srcOrd="4" destOrd="0" presId="urn:microsoft.com/office/officeart/2005/8/layout/vList2"/>
    <dgm:cxn modelId="{451AD999-0136-A54D-86E2-A18A38568278}" type="presParOf" srcId="{EA18FC41-81CE-8140-8F3A-017414DFA7F6}" destId="{F1663773-A683-ED4D-AB8B-E0B2CB4FDE4D}" srcOrd="5" destOrd="0" presId="urn:microsoft.com/office/officeart/2005/8/layout/vList2"/>
    <dgm:cxn modelId="{B2830BEB-1E75-3644-8821-5EDE82F07B36}" type="presParOf" srcId="{EA18FC41-81CE-8140-8F3A-017414DFA7F6}" destId="{470060B9-B568-7E49-9518-56478EE20115}" srcOrd="6" destOrd="0" presId="urn:microsoft.com/office/officeart/2005/8/layout/vList2"/>
    <dgm:cxn modelId="{EC4C329E-5D22-0142-A83A-8E3256A08C26}" type="presParOf" srcId="{EA18FC41-81CE-8140-8F3A-017414DFA7F6}" destId="{07A08E98-5424-A248-A033-8EA7393172D5}" srcOrd="7" destOrd="0" presId="urn:microsoft.com/office/officeart/2005/8/layout/vList2"/>
    <dgm:cxn modelId="{053B3995-9D76-684A-B6EC-12D188069827}" type="presParOf" srcId="{EA18FC41-81CE-8140-8F3A-017414DFA7F6}" destId="{28CC38D7-CE36-3744-8FCF-55880FA747B6}"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39AE32-053D-4935-954C-C83570A4F4D2}" type="doc">
      <dgm:prSet loTypeId="urn:microsoft.com/office/officeart/2008/layout/LinedList" loCatId="list" qsTypeId="urn:microsoft.com/office/officeart/2005/8/quickstyle/simple4" qsCatId="simple" csTypeId="urn:microsoft.com/office/officeart/2005/8/colors/colorful1" csCatId="colorful"/>
      <dgm:spPr/>
      <dgm:t>
        <a:bodyPr/>
        <a:lstStyle/>
        <a:p>
          <a:endParaRPr lang="en-US"/>
        </a:p>
      </dgm:t>
    </dgm:pt>
    <dgm:pt modelId="{90954A31-61FD-49C9-96E3-DBB88813CA5F}">
      <dgm:prSet/>
      <dgm:spPr/>
      <dgm:t>
        <a:bodyPr/>
        <a:lstStyle/>
        <a:p>
          <a:r>
            <a:rPr lang="en-GB"/>
            <a:t>GitHub</a:t>
          </a:r>
          <a:endParaRPr lang="en-US"/>
        </a:p>
      </dgm:t>
    </dgm:pt>
    <dgm:pt modelId="{A372619F-04CF-43ED-8FEA-F23FBEBC2268}" type="parTrans" cxnId="{6D157CD2-064E-4FC6-8F68-18481B386FD4}">
      <dgm:prSet/>
      <dgm:spPr/>
      <dgm:t>
        <a:bodyPr/>
        <a:lstStyle/>
        <a:p>
          <a:endParaRPr lang="en-US"/>
        </a:p>
      </dgm:t>
    </dgm:pt>
    <dgm:pt modelId="{756F03C6-0CE7-4A3E-B629-FD3A7370151A}" type="sibTrans" cxnId="{6D157CD2-064E-4FC6-8F68-18481B386FD4}">
      <dgm:prSet/>
      <dgm:spPr/>
      <dgm:t>
        <a:bodyPr/>
        <a:lstStyle/>
        <a:p>
          <a:endParaRPr lang="en-US"/>
        </a:p>
      </dgm:t>
    </dgm:pt>
    <dgm:pt modelId="{C6073441-F6FF-4AD4-BAB6-78AACBFF27DD}">
      <dgm:prSet/>
      <dgm:spPr/>
      <dgm:t>
        <a:bodyPr/>
        <a:lstStyle/>
        <a:p>
          <a:r>
            <a:rPr lang="en-GB"/>
            <a:t>LinkedIn</a:t>
          </a:r>
          <a:endParaRPr lang="en-US"/>
        </a:p>
      </dgm:t>
    </dgm:pt>
    <dgm:pt modelId="{6BE006CE-5890-4DA2-BB32-0BC756498FB3}" type="parTrans" cxnId="{F4A4E5B5-A88D-49A9-81E0-82AB5A25E5D7}">
      <dgm:prSet/>
      <dgm:spPr/>
      <dgm:t>
        <a:bodyPr/>
        <a:lstStyle/>
        <a:p>
          <a:endParaRPr lang="en-US"/>
        </a:p>
      </dgm:t>
    </dgm:pt>
    <dgm:pt modelId="{D2013B3B-524C-41F4-B5D2-E125A473FBCB}" type="sibTrans" cxnId="{F4A4E5B5-A88D-49A9-81E0-82AB5A25E5D7}">
      <dgm:prSet/>
      <dgm:spPr/>
      <dgm:t>
        <a:bodyPr/>
        <a:lstStyle/>
        <a:p>
          <a:endParaRPr lang="en-US"/>
        </a:p>
      </dgm:t>
    </dgm:pt>
    <dgm:pt modelId="{CA117C6C-967E-4EE1-9C02-3D2DD0673C4B}">
      <dgm:prSet/>
      <dgm:spPr/>
      <dgm:t>
        <a:bodyPr/>
        <a:lstStyle/>
        <a:p>
          <a:r>
            <a:rPr lang="en-GB"/>
            <a:t>YouTube</a:t>
          </a:r>
          <a:endParaRPr lang="en-US"/>
        </a:p>
      </dgm:t>
    </dgm:pt>
    <dgm:pt modelId="{5F17465A-FFC0-45EC-A4AC-A569936BBE73}" type="parTrans" cxnId="{A1709699-3A37-449B-AFAA-60B807066555}">
      <dgm:prSet/>
      <dgm:spPr/>
      <dgm:t>
        <a:bodyPr/>
        <a:lstStyle/>
        <a:p>
          <a:endParaRPr lang="en-US"/>
        </a:p>
      </dgm:t>
    </dgm:pt>
    <dgm:pt modelId="{B4DBE4E1-BE4D-4ECB-ADDF-1FBEBF3672E3}" type="sibTrans" cxnId="{A1709699-3A37-449B-AFAA-60B807066555}">
      <dgm:prSet/>
      <dgm:spPr/>
      <dgm:t>
        <a:bodyPr/>
        <a:lstStyle/>
        <a:p>
          <a:endParaRPr lang="en-US"/>
        </a:p>
      </dgm:t>
    </dgm:pt>
    <dgm:pt modelId="{966EF7BA-5763-4A4B-B1CD-C090FCDF5AA6}">
      <dgm:prSet/>
      <dgm:spPr/>
      <dgm:t>
        <a:bodyPr/>
        <a:lstStyle/>
        <a:p>
          <a:r>
            <a:rPr lang="en-GB"/>
            <a:t>Google/Bing</a:t>
          </a:r>
          <a:endParaRPr lang="en-US"/>
        </a:p>
      </dgm:t>
    </dgm:pt>
    <dgm:pt modelId="{50C45DE3-CD02-4078-B8CB-20009A810AEE}" type="parTrans" cxnId="{96A09836-4C8A-4CBC-BFF4-12C56FD1640E}">
      <dgm:prSet/>
      <dgm:spPr/>
      <dgm:t>
        <a:bodyPr/>
        <a:lstStyle/>
        <a:p>
          <a:endParaRPr lang="en-US"/>
        </a:p>
      </dgm:t>
    </dgm:pt>
    <dgm:pt modelId="{CB60E740-5E08-4492-8EB3-61BD7F5ADC9C}" type="sibTrans" cxnId="{96A09836-4C8A-4CBC-BFF4-12C56FD1640E}">
      <dgm:prSet/>
      <dgm:spPr/>
      <dgm:t>
        <a:bodyPr/>
        <a:lstStyle/>
        <a:p>
          <a:endParaRPr lang="en-US"/>
        </a:p>
      </dgm:t>
    </dgm:pt>
    <dgm:pt modelId="{5DDA9758-AB68-4762-A21C-B2AE4FC9B6FD}">
      <dgm:prSet/>
      <dgm:spPr/>
      <dgm:t>
        <a:bodyPr/>
        <a:lstStyle/>
        <a:p>
          <a:r>
            <a:rPr lang="en-GB"/>
            <a:t>Conference websites</a:t>
          </a:r>
          <a:endParaRPr lang="en-US"/>
        </a:p>
      </dgm:t>
    </dgm:pt>
    <dgm:pt modelId="{A73315F2-042A-4AAD-BF86-92B4B762123A}" type="parTrans" cxnId="{E35D3284-2273-4CDE-915E-DFA1C4DE4B4E}">
      <dgm:prSet/>
      <dgm:spPr/>
      <dgm:t>
        <a:bodyPr/>
        <a:lstStyle/>
        <a:p>
          <a:endParaRPr lang="en-US"/>
        </a:p>
      </dgm:t>
    </dgm:pt>
    <dgm:pt modelId="{75CC7713-036D-468E-BE0C-17C08ACCF536}" type="sibTrans" cxnId="{E35D3284-2273-4CDE-915E-DFA1C4DE4B4E}">
      <dgm:prSet/>
      <dgm:spPr/>
      <dgm:t>
        <a:bodyPr/>
        <a:lstStyle/>
        <a:p>
          <a:endParaRPr lang="en-US"/>
        </a:p>
      </dgm:t>
    </dgm:pt>
    <dgm:pt modelId="{BA6A5F50-D614-4D66-906F-6B3A186FF9F6}">
      <dgm:prSet/>
      <dgm:spPr/>
      <dgm:t>
        <a:bodyPr/>
        <a:lstStyle/>
        <a:p>
          <a:r>
            <a:rPr lang="en-GB"/>
            <a:t>X, formally known as Twitter</a:t>
          </a:r>
          <a:endParaRPr lang="en-US"/>
        </a:p>
      </dgm:t>
    </dgm:pt>
    <dgm:pt modelId="{1B56AD13-B88C-43C2-8453-64C967845264}" type="parTrans" cxnId="{A10C0FE1-35F9-473A-B745-00523D2A2569}">
      <dgm:prSet/>
      <dgm:spPr/>
      <dgm:t>
        <a:bodyPr/>
        <a:lstStyle/>
        <a:p>
          <a:endParaRPr lang="en-US"/>
        </a:p>
      </dgm:t>
    </dgm:pt>
    <dgm:pt modelId="{55A85D86-AA87-4E03-9F70-456036FF932D}" type="sibTrans" cxnId="{A10C0FE1-35F9-473A-B745-00523D2A2569}">
      <dgm:prSet/>
      <dgm:spPr/>
      <dgm:t>
        <a:bodyPr/>
        <a:lstStyle/>
        <a:p>
          <a:endParaRPr lang="en-US"/>
        </a:p>
      </dgm:t>
    </dgm:pt>
    <dgm:pt modelId="{6AC0FE77-0D1D-439C-9C6D-390EC592587F}">
      <dgm:prSet/>
      <dgm:spPr/>
      <dgm:t>
        <a:bodyPr/>
        <a:lstStyle/>
        <a:p>
          <a:r>
            <a:rPr lang="en-GB"/>
            <a:t>Facebook</a:t>
          </a:r>
          <a:endParaRPr lang="en-US"/>
        </a:p>
      </dgm:t>
    </dgm:pt>
    <dgm:pt modelId="{C7B967DF-1E74-4C6E-826D-9CC83B37441B}" type="parTrans" cxnId="{F1627657-A821-4014-8B55-FD16BC5DECBA}">
      <dgm:prSet/>
      <dgm:spPr/>
      <dgm:t>
        <a:bodyPr/>
        <a:lstStyle/>
        <a:p>
          <a:endParaRPr lang="en-US"/>
        </a:p>
      </dgm:t>
    </dgm:pt>
    <dgm:pt modelId="{0915A9FE-5DBF-459D-B59C-5437FFF604A3}" type="sibTrans" cxnId="{F1627657-A821-4014-8B55-FD16BC5DECBA}">
      <dgm:prSet/>
      <dgm:spPr/>
      <dgm:t>
        <a:bodyPr/>
        <a:lstStyle/>
        <a:p>
          <a:endParaRPr lang="en-US"/>
        </a:p>
      </dgm:t>
    </dgm:pt>
    <dgm:pt modelId="{E8515B53-593B-4385-979B-3057E6D952FE}">
      <dgm:prSet/>
      <dgm:spPr/>
      <dgm:t>
        <a:bodyPr/>
        <a:lstStyle/>
        <a:p>
          <a:r>
            <a:rPr lang="en-GB"/>
            <a:t>Medium</a:t>
          </a:r>
          <a:endParaRPr lang="en-US"/>
        </a:p>
      </dgm:t>
    </dgm:pt>
    <dgm:pt modelId="{DE16BD67-8755-49FE-9D8D-2EAD993E37D9}" type="parTrans" cxnId="{BC552255-70F0-4F9F-B88F-D6DBA9FD32F6}">
      <dgm:prSet/>
      <dgm:spPr/>
      <dgm:t>
        <a:bodyPr/>
        <a:lstStyle/>
        <a:p>
          <a:endParaRPr lang="en-US"/>
        </a:p>
      </dgm:t>
    </dgm:pt>
    <dgm:pt modelId="{9F074DA8-E969-498C-943B-36E0D83372B5}" type="sibTrans" cxnId="{BC552255-70F0-4F9F-B88F-D6DBA9FD32F6}">
      <dgm:prSet/>
      <dgm:spPr/>
      <dgm:t>
        <a:bodyPr/>
        <a:lstStyle/>
        <a:p>
          <a:endParaRPr lang="en-US"/>
        </a:p>
      </dgm:t>
    </dgm:pt>
    <dgm:pt modelId="{414505C5-5DBB-4896-82BC-4909ABB0BBC3}">
      <dgm:prSet/>
      <dgm:spPr/>
      <dgm:t>
        <a:bodyPr/>
        <a:lstStyle/>
        <a:p>
          <a:r>
            <a:rPr lang="en-GB"/>
            <a:t>Substack</a:t>
          </a:r>
          <a:endParaRPr lang="en-US"/>
        </a:p>
      </dgm:t>
    </dgm:pt>
    <dgm:pt modelId="{8F1CECE6-AE56-42A7-88FE-08A01A40656E}" type="parTrans" cxnId="{FD61FF8E-4F19-4D84-B1E1-B0ABEAA5D9FF}">
      <dgm:prSet/>
      <dgm:spPr/>
      <dgm:t>
        <a:bodyPr/>
        <a:lstStyle/>
        <a:p>
          <a:endParaRPr lang="en-US"/>
        </a:p>
      </dgm:t>
    </dgm:pt>
    <dgm:pt modelId="{87071BCC-E755-4D3B-8477-38B1B43B397F}" type="sibTrans" cxnId="{FD61FF8E-4F19-4D84-B1E1-B0ABEAA5D9FF}">
      <dgm:prSet/>
      <dgm:spPr/>
      <dgm:t>
        <a:bodyPr/>
        <a:lstStyle/>
        <a:p>
          <a:endParaRPr lang="en-US"/>
        </a:p>
      </dgm:t>
    </dgm:pt>
    <dgm:pt modelId="{F3D8A270-2391-41A9-ACDA-B781C8E9677C}">
      <dgm:prSet/>
      <dgm:spPr/>
      <dgm:t>
        <a:bodyPr/>
        <a:lstStyle/>
        <a:p>
          <a:r>
            <a:rPr lang="en-GB"/>
            <a:t>Stack Overflow</a:t>
          </a:r>
          <a:endParaRPr lang="en-US"/>
        </a:p>
      </dgm:t>
    </dgm:pt>
    <dgm:pt modelId="{FE672AE6-D26B-4EF7-974E-D35D0FADF74A}" type="parTrans" cxnId="{91C2F9A5-13BB-42B4-89B0-0704225AC0BE}">
      <dgm:prSet/>
      <dgm:spPr/>
      <dgm:t>
        <a:bodyPr/>
        <a:lstStyle/>
        <a:p>
          <a:endParaRPr lang="en-US"/>
        </a:p>
      </dgm:t>
    </dgm:pt>
    <dgm:pt modelId="{3A27A7DF-4856-4022-B9C8-90C09BC09B79}" type="sibTrans" cxnId="{91C2F9A5-13BB-42B4-89B0-0704225AC0BE}">
      <dgm:prSet/>
      <dgm:spPr/>
      <dgm:t>
        <a:bodyPr/>
        <a:lstStyle/>
        <a:p>
          <a:endParaRPr lang="en-US"/>
        </a:p>
      </dgm:t>
    </dgm:pt>
    <dgm:pt modelId="{7A15772C-7F52-4F58-AD46-74D2004E10A5}">
      <dgm:prSet/>
      <dgm:spPr/>
      <dgm:t>
        <a:bodyPr/>
        <a:lstStyle/>
        <a:p>
          <a:r>
            <a:rPr lang="en-GB"/>
            <a:t>Reddit</a:t>
          </a:r>
          <a:endParaRPr lang="en-US"/>
        </a:p>
      </dgm:t>
    </dgm:pt>
    <dgm:pt modelId="{9067EF92-5CD3-4A5B-8657-20D307A49236}" type="parTrans" cxnId="{7846BB74-6110-4018-815B-A9A61421E3ED}">
      <dgm:prSet/>
      <dgm:spPr/>
      <dgm:t>
        <a:bodyPr/>
        <a:lstStyle/>
        <a:p>
          <a:endParaRPr lang="en-US"/>
        </a:p>
      </dgm:t>
    </dgm:pt>
    <dgm:pt modelId="{95658B30-F45B-4513-AB84-EBBCA7836E22}" type="sibTrans" cxnId="{7846BB74-6110-4018-815B-A9A61421E3ED}">
      <dgm:prSet/>
      <dgm:spPr/>
      <dgm:t>
        <a:bodyPr/>
        <a:lstStyle/>
        <a:p>
          <a:endParaRPr lang="en-US"/>
        </a:p>
      </dgm:t>
    </dgm:pt>
    <dgm:pt modelId="{510C149A-05D7-45DC-8855-92EEAD08905F}">
      <dgm:prSet/>
      <dgm:spPr/>
      <dgm:t>
        <a:bodyPr/>
        <a:lstStyle/>
        <a:p>
          <a:r>
            <a:rPr lang="en-GB"/>
            <a:t>Mastodon</a:t>
          </a:r>
          <a:endParaRPr lang="en-US"/>
        </a:p>
      </dgm:t>
    </dgm:pt>
    <dgm:pt modelId="{E1F4FCEB-5DA6-4E4E-B1EB-976C17D05CCC}" type="parTrans" cxnId="{6AD2204E-586C-4AE6-9884-D1E49BD76B7F}">
      <dgm:prSet/>
      <dgm:spPr/>
      <dgm:t>
        <a:bodyPr/>
        <a:lstStyle/>
        <a:p>
          <a:endParaRPr lang="en-US"/>
        </a:p>
      </dgm:t>
    </dgm:pt>
    <dgm:pt modelId="{AEBC8F6E-C880-42CA-A74C-167DFAF4F37D}" type="sibTrans" cxnId="{6AD2204E-586C-4AE6-9884-D1E49BD76B7F}">
      <dgm:prSet/>
      <dgm:spPr/>
      <dgm:t>
        <a:bodyPr/>
        <a:lstStyle/>
        <a:p>
          <a:endParaRPr lang="en-US"/>
        </a:p>
      </dgm:t>
    </dgm:pt>
    <dgm:pt modelId="{765785A3-2F45-4D41-9CE9-AB0BE3BD7356}" type="pres">
      <dgm:prSet presAssocID="{3839AE32-053D-4935-954C-C83570A4F4D2}" presName="vert0" presStyleCnt="0">
        <dgm:presLayoutVars>
          <dgm:dir/>
          <dgm:animOne val="branch"/>
          <dgm:animLvl val="lvl"/>
        </dgm:presLayoutVars>
      </dgm:prSet>
      <dgm:spPr/>
    </dgm:pt>
    <dgm:pt modelId="{62176ACF-DD7C-DE48-A88E-96B3862A91BE}" type="pres">
      <dgm:prSet presAssocID="{90954A31-61FD-49C9-96E3-DBB88813CA5F}" presName="thickLine" presStyleLbl="alignNode1" presStyleIdx="0" presStyleCnt="12"/>
      <dgm:spPr/>
    </dgm:pt>
    <dgm:pt modelId="{DCC0A824-8A25-0848-B8EC-73394E339290}" type="pres">
      <dgm:prSet presAssocID="{90954A31-61FD-49C9-96E3-DBB88813CA5F}" presName="horz1" presStyleCnt="0"/>
      <dgm:spPr/>
    </dgm:pt>
    <dgm:pt modelId="{E8809C2D-0017-C343-8663-EEE2B8ABDE82}" type="pres">
      <dgm:prSet presAssocID="{90954A31-61FD-49C9-96E3-DBB88813CA5F}" presName="tx1" presStyleLbl="revTx" presStyleIdx="0" presStyleCnt="12"/>
      <dgm:spPr/>
    </dgm:pt>
    <dgm:pt modelId="{352504DD-CDDB-FE48-9032-04CF3649B2C9}" type="pres">
      <dgm:prSet presAssocID="{90954A31-61FD-49C9-96E3-DBB88813CA5F}" presName="vert1" presStyleCnt="0"/>
      <dgm:spPr/>
    </dgm:pt>
    <dgm:pt modelId="{58AA0081-E25B-8B4A-BC87-7EC8036242FD}" type="pres">
      <dgm:prSet presAssocID="{C6073441-F6FF-4AD4-BAB6-78AACBFF27DD}" presName="thickLine" presStyleLbl="alignNode1" presStyleIdx="1" presStyleCnt="12"/>
      <dgm:spPr/>
    </dgm:pt>
    <dgm:pt modelId="{51C85415-1372-3B45-AA0B-0F12103F417B}" type="pres">
      <dgm:prSet presAssocID="{C6073441-F6FF-4AD4-BAB6-78AACBFF27DD}" presName="horz1" presStyleCnt="0"/>
      <dgm:spPr/>
    </dgm:pt>
    <dgm:pt modelId="{5499B36C-8B38-4D41-885C-65D22C9B8730}" type="pres">
      <dgm:prSet presAssocID="{C6073441-F6FF-4AD4-BAB6-78AACBFF27DD}" presName="tx1" presStyleLbl="revTx" presStyleIdx="1" presStyleCnt="12"/>
      <dgm:spPr/>
    </dgm:pt>
    <dgm:pt modelId="{21496D3A-5BE5-B943-9506-7A52F410B5F3}" type="pres">
      <dgm:prSet presAssocID="{C6073441-F6FF-4AD4-BAB6-78AACBFF27DD}" presName="vert1" presStyleCnt="0"/>
      <dgm:spPr/>
    </dgm:pt>
    <dgm:pt modelId="{910917FC-6502-234D-8851-066235DC6327}" type="pres">
      <dgm:prSet presAssocID="{CA117C6C-967E-4EE1-9C02-3D2DD0673C4B}" presName="thickLine" presStyleLbl="alignNode1" presStyleIdx="2" presStyleCnt="12"/>
      <dgm:spPr/>
    </dgm:pt>
    <dgm:pt modelId="{57AA3BAE-CC74-0649-84D6-5FE2E9DB8514}" type="pres">
      <dgm:prSet presAssocID="{CA117C6C-967E-4EE1-9C02-3D2DD0673C4B}" presName="horz1" presStyleCnt="0"/>
      <dgm:spPr/>
    </dgm:pt>
    <dgm:pt modelId="{6CD667F6-AA68-7C41-A4C1-44A2A2E1E357}" type="pres">
      <dgm:prSet presAssocID="{CA117C6C-967E-4EE1-9C02-3D2DD0673C4B}" presName="tx1" presStyleLbl="revTx" presStyleIdx="2" presStyleCnt="12"/>
      <dgm:spPr/>
    </dgm:pt>
    <dgm:pt modelId="{CDCAFED3-D834-3F47-A25D-E7E83CD7AC81}" type="pres">
      <dgm:prSet presAssocID="{CA117C6C-967E-4EE1-9C02-3D2DD0673C4B}" presName="vert1" presStyleCnt="0"/>
      <dgm:spPr/>
    </dgm:pt>
    <dgm:pt modelId="{97FF7F2B-A32A-8D4F-8352-F93A7E8A0306}" type="pres">
      <dgm:prSet presAssocID="{966EF7BA-5763-4A4B-B1CD-C090FCDF5AA6}" presName="thickLine" presStyleLbl="alignNode1" presStyleIdx="3" presStyleCnt="12"/>
      <dgm:spPr/>
    </dgm:pt>
    <dgm:pt modelId="{60AA6A0D-0B75-D946-9DA9-DE604977B006}" type="pres">
      <dgm:prSet presAssocID="{966EF7BA-5763-4A4B-B1CD-C090FCDF5AA6}" presName="horz1" presStyleCnt="0"/>
      <dgm:spPr/>
    </dgm:pt>
    <dgm:pt modelId="{313A447D-3481-0D4E-9681-4BF2502FFABD}" type="pres">
      <dgm:prSet presAssocID="{966EF7BA-5763-4A4B-B1CD-C090FCDF5AA6}" presName="tx1" presStyleLbl="revTx" presStyleIdx="3" presStyleCnt="12"/>
      <dgm:spPr/>
    </dgm:pt>
    <dgm:pt modelId="{F5B7B2B9-9A63-574F-9CDD-4422995FC040}" type="pres">
      <dgm:prSet presAssocID="{966EF7BA-5763-4A4B-B1CD-C090FCDF5AA6}" presName="vert1" presStyleCnt="0"/>
      <dgm:spPr/>
    </dgm:pt>
    <dgm:pt modelId="{05021D68-4449-F444-8071-98FEA3CDF3F0}" type="pres">
      <dgm:prSet presAssocID="{5DDA9758-AB68-4762-A21C-B2AE4FC9B6FD}" presName="thickLine" presStyleLbl="alignNode1" presStyleIdx="4" presStyleCnt="12"/>
      <dgm:spPr/>
    </dgm:pt>
    <dgm:pt modelId="{4E43034C-B797-4E43-ACA5-216AF417C6C1}" type="pres">
      <dgm:prSet presAssocID="{5DDA9758-AB68-4762-A21C-B2AE4FC9B6FD}" presName="horz1" presStyleCnt="0"/>
      <dgm:spPr/>
    </dgm:pt>
    <dgm:pt modelId="{22D6C243-8D96-0D44-AA22-5BBFA2C4F38D}" type="pres">
      <dgm:prSet presAssocID="{5DDA9758-AB68-4762-A21C-B2AE4FC9B6FD}" presName="tx1" presStyleLbl="revTx" presStyleIdx="4" presStyleCnt="12"/>
      <dgm:spPr/>
    </dgm:pt>
    <dgm:pt modelId="{F56443E9-C215-B844-B0C9-EBEBFD1115EE}" type="pres">
      <dgm:prSet presAssocID="{5DDA9758-AB68-4762-A21C-B2AE4FC9B6FD}" presName="vert1" presStyleCnt="0"/>
      <dgm:spPr/>
    </dgm:pt>
    <dgm:pt modelId="{CB16A581-BC02-284F-A51D-5E0C749ECB3F}" type="pres">
      <dgm:prSet presAssocID="{BA6A5F50-D614-4D66-906F-6B3A186FF9F6}" presName="thickLine" presStyleLbl="alignNode1" presStyleIdx="5" presStyleCnt="12"/>
      <dgm:spPr/>
    </dgm:pt>
    <dgm:pt modelId="{BA657E6A-799D-A047-9D43-F931E79D370D}" type="pres">
      <dgm:prSet presAssocID="{BA6A5F50-D614-4D66-906F-6B3A186FF9F6}" presName="horz1" presStyleCnt="0"/>
      <dgm:spPr/>
    </dgm:pt>
    <dgm:pt modelId="{38EE574D-FFBD-DA44-8A77-5E817E978F34}" type="pres">
      <dgm:prSet presAssocID="{BA6A5F50-D614-4D66-906F-6B3A186FF9F6}" presName="tx1" presStyleLbl="revTx" presStyleIdx="5" presStyleCnt="12"/>
      <dgm:spPr/>
    </dgm:pt>
    <dgm:pt modelId="{6CAB6708-1595-F248-9B84-D7ADF2E9CB31}" type="pres">
      <dgm:prSet presAssocID="{BA6A5F50-D614-4D66-906F-6B3A186FF9F6}" presName="vert1" presStyleCnt="0"/>
      <dgm:spPr/>
    </dgm:pt>
    <dgm:pt modelId="{94FBBB62-EC7E-9546-9B93-D576399F75D7}" type="pres">
      <dgm:prSet presAssocID="{6AC0FE77-0D1D-439C-9C6D-390EC592587F}" presName="thickLine" presStyleLbl="alignNode1" presStyleIdx="6" presStyleCnt="12"/>
      <dgm:spPr/>
    </dgm:pt>
    <dgm:pt modelId="{9C154A68-101B-F84B-BFEC-558845A233F3}" type="pres">
      <dgm:prSet presAssocID="{6AC0FE77-0D1D-439C-9C6D-390EC592587F}" presName="horz1" presStyleCnt="0"/>
      <dgm:spPr/>
    </dgm:pt>
    <dgm:pt modelId="{58AF1BB9-E522-9A47-AB8C-E418E59DABDD}" type="pres">
      <dgm:prSet presAssocID="{6AC0FE77-0D1D-439C-9C6D-390EC592587F}" presName="tx1" presStyleLbl="revTx" presStyleIdx="6" presStyleCnt="12"/>
      <dgm:spPr/>
    </dgm:pt>
    <dgm:pt modelId="{FCA982D7-84F2-2F46-AE9C-3EBF05EF6498}" type="pres">
      <dgm:prSet presAssocID="{6AC0FE77-0D1D-439C-9C6D-390EC592587F}" presName="vert1" presStyleCnt="0"/>
      <dgm:spPr/>
    </dgm:pt>
    <dgm:pt modelId="{FD331757-EE4D-BC4A-851C-FA7228CFA78A}" type="pres">
      <dgm:prSet presAssocID="{E8515B53-593B-4385-979B-3057E6D952FE}" presName="thickLine" presStyleLbl="alignNode1" presStyleIdx="7" presStyleCnt="12"/>
      <dgm:spPr/>
    </dgm:pt>
    <dgm:pt modelId="{5A7335C3-C7B6-B04C-A48A-1F0F10A6F900}" type="pres">
      <dgm:prSet presAssocID="{E8515B53-593B-4385-979B-3057E6D952FE}" presName="horz1" presStyleCnt="0"/>
      <dgm:spPr/>
    </dgm:pt>
    <dgm:pt modelId="{139F11DE-52D8-B740-85D5-A39B3593A503}" type="pres">
      <dgm:prSet presAssocID="{E8515B53-593B-4385-979B-3057E6D952FE}" presName="tx1" presStyleLbl="revTx" presStyleIdx="7" presStyleCnt="12"/>
      <dgm:spPr/>
    </dgm:pt>
    <dgm:pt modelId="{6C853D80-4B2D-CA46-8C7D-6522BC1DE309}" type="pres">
      <dgm:prSet presAssocID="{E8515B53-593B-4385-979B-3057E6D952FE}" presName="vert1" presStyleCnt="0"/>
      <dgm:spPr/>
    </dgm:pt>
    <dgm:pt modelId="{7EFD8417-D583-4C46-B6B3-35C879D45D17}" type="pres">
      <dgm:prSet presAssocID="{414505C5-5DBB-4896-82BC-4909ABB0BBC3}" presName="thickLine" presStyleLbl="alignNode1" presStyleIdx="8" presStyleCnt="12"/>
      <dgm:spPr/>
    </dgm:pt>
    <dgm:pt modelId="{247D90C0-DDB9-4D4C-A36C-58DF9689CC60}" type="pres">
      <dgm:prSet presAssocID="{414505C5-5DBB-4896-82BC-4909ABB0BBC3}" presName="horz1" presStyleCnt="0"/>
      <dgm:spPr/>
    </dgm:pt>
    <dgm:pt modelId="{357C4075-422A-A24F-8B5D-CA346AD270E7}" type="pres">
      <dgm:prSet presAssocID="{414505C5-5DBB-4896-82BC-4909ABB0BBC3}" presName="tx1" presStyleLbl="revTx" presStyleIdx="8" presStyleCnt="12"/>
      <dgm:spPr/>
    </dgm:pt>
    <dgm:pt modelId="{4CAA87D1-F0AF-3944-AD34-C9CF5D0A6EB4}" type="pres">
      <dgm:prSet presAssocID="{414505C5-5DBB-4896-82BC-4909ABB0BBC3}" presName="vert1" presStyleCnt="0"/>
      <dgm:spPr/>
    </dgm:pt>
    <dgm:pt modelId="{BBE84500-4E93-314F-AEF4-AB2038B625AF}" type="pres">
      <dgm:prSet presAssocID="{F3D8A270-2391-41A9-ACDA-B781C8E9677C}" presName="thickLine" presStyleLbl="alignNode1" presStyleIdx="9" presStyleCnt="12"/>
      <dgm:spPr/>
    </dgm:pt>
    <dgm:pt modelId="{162D5BD7-22BB-D44A-8703-2DFABEBD978C}" type="pres">
      <dgm:prSet presAssocID="{F3D8A270-2391-41A9-ACDA-B781C8E9677C}" presName="horz1" presStyleCnt="0"/>
      <dgm:spPr/>
    </dgm:pt>
    <dgm:pt modelId="{65F91E9C-87F9-6D43-B5F1-FB8384D250E4}" type="pres">
      <dgm:prSet presAssocID="{F3D8A270-2391-41A9-ACDA-B781C8E9677C}" presName="tx1" presStyleLbl="revTx" presStyleIdx="9" presStyleCnt="12"/>
      <dgm:spPr/>
    </dgm:pt>
    <dgm:pt modelId="{9832FA0B-B33D-A042-8FF7-86B8D036CE37}" type="pres">
      <dgm:prSet presAssocID="{F3D8A270-2391-41A9-ACDA-B781C8E9677C}" presName="vert1" presStyleCnt="0"/>
      <dgm:spPr/>
    </dgm:pt>
    <dgm:pt modelId="{109649EE-B5A0-1F4B-98A2-B0EBFF5DC5D7}" type="pres">
      <dgm:prSet presAssocID="{7A15772C-7F52-4F58-AD46-74D2004E10A5}" presName="thickLine" presStyleLbl="alignNode1" presStyleIdx="10" presStyleCnt="12"/>
      <dgm:spPr/>
    </dgm:pt>
    <dgm:pt modelId="{C0AA6EDB-0303-DE49-A755-5A7799F5E015}" type="pres">
      <dgm:prSet presAssocID="{7A15772C-7F52-4F58-AD46-74D2004E10A5}" presName="horz1" presStyleCnt="0"/>
      <dgm:spPr/>
    </dgm:pt>
    <dgm:pt modelId="{F7623CE2-971F-6845-A4ED-9B1D06C328BD}" type="pres">
      <dgm:prSet presAssocID="{7A15772C-7F52-4F58-AD46-74D2004E10A5}" presName="tx1" presStyleLbl="revTx" presStyleIdx="10" presStyleCnt="12"/>
      <dgm:spPr/>
    </dgm:pt>
    <dgm:pt modelId="{00A9215C-F04A-D44C-BD84-02CA5213411B}" type="pres">
      <dgm:prSet presAssocID="{7A15772C-7F52-4F58-AD46-74D2004E10A5}" presName="vert1" presStyleCnt="0"/>
      <dgm:spPr/>
    </dgm:pt>
    <dgm:pt modelId="{EB28A2C7-7D29-B84B-BC82-1B4ADC9EEF3D}" type="pres">
      <dgm:prSet presAssocID="{510C149A-05D7-45DC-8855-92EEAD08905F}" presName="thickLine" presStyleLbl="alignNode1" presStyleIdx="11" presStyleCnt="12"/>
      <dgm:spPr/>
    </dgm:pt>
    <dgm:pt modelId="{69DB4666-5143-0C44-8790-1B196C0A6814}" type="pres">
      <dgm:prSet presAssocID="{510C149A-05D7-45DC-8855-92EEAD08905F}" presName="horz1" presStyleCnt="0"/>
      <dgm:spPr/>
    </dgm:pt>
    <dgm:pt modelId="{9B234349-052D-9D4B-9094-F5B2C708BA54}" type="pres">
      <dgm:prSet presAssocID="{510C149A-05D7-45DC-8855-92EEAD08905F}" presName="tx1" presStyleLbl="revTx" presStyleIdx="11" presStyleCnt="12"/>
      <dgm:spPr/>
    </dgm:pt>
    <dgm:pt modelId="{1741502B-430D-7440-A29B-5815FE54258E}" type="pres">
      <dgm:prSet presAssocID="{510C149A-05D7-45DC-8855-92EEAD08905F}" presName="vert1" presStyleCnt="0"/>
      <dgm:spPr/>
    </dgm:pt>
  </dgm:ptLst>
  <dgm:cxnLst>
    <dgm:cxn modelId="{4F279F25-4735-3745-8529-5E28729BFF9D}" type="presOf" srcId="{F3D8A270-2391-41A9-ACDA-B781C8E9677C}" destId="{65F91E9C-87F9-6D43-B5F1-FB8384D250E4}" srcOrd="0" destOrd="0" presId="urn:microsoft.com/office/officeart/2008/layout/LinedList"/>
    <dgm:cxn modelId="{62A0EC26-72BF-AA45-86FB-CEF9221F946F}" type="presOf" srcId="{E8515B53-593B-4385-979B-3057E6D952FE}" destId="{139F11DE-52D8-B740-85D5-A39B3593A503}" srcOrd="0" destOrd="0" presId="urn:microsoft.com/office/officeart/2008/layout/LinedList"/>
    <dgm:cxn modelId="{FD5A6E32-F42B-7047-9C95-E87A5984025A}" type="presOf" srcId="{7A15772C-7F52-4F58-AD46-74D2004E10A5}" destId="{F7623CE2-971F-6845-A4ED-9B1D06C328BD}" srcOrd="0" destOrd="0" presId="urn:microsoft.com/office/officeart/2008/layout/LinedList"/>
    <dgm:cxn modelId="{96A09836-4C8A-4CBC-BFF4-12C56FD1640E}" srcId="{3839AE32-053D-4935-954C-C83570A4F4D2}" destId="{966EF7BA-5763-4A4B-B1CD-C090FCDF5AA6}" srcOrd="3" destOrd="0" parTransId="{50C45DE3-CD02-4078-B8CB-20009A810AEE}" sibTransId="{CB60E740-5E08-4492-8EB3-61BD7F5ADC9C}"/>
    <dgm:cxn modelId="{5F740D4E-DD7C-8E46-AB10-9FC61BDEF680}" type="presOf" srcId="{5DDA9758-AB68-4762-A21C-B2AE4FC9B6FD}" destId="{22D6C243-8D96-0D44-AA22-5BBFA2C4F38D}" srcOrd="0" destOrd="0" presId="urn:microsoft.com/office/officeart/2008/layout/LinedList"/>
    <dgm:cxn modelId="{6AD2204E-586C-4AE6-9884-D1E49BD76B7F}" srcId="{3839AE32-053D-4935-954C-C83570A4F4D2}" destId="{510C149A-05D7-45DC-8855-92EEAD08905F}" srcOrd="11" destOrd="0" parTransId="{E1F4FCEB-5DA6-4E4E-B1EB-976C17D05CCC}" sibTransId="{AEBC8F6E-C880-42CA-A74C-167DFAF4F37D}"/>
    <dgm:cxn modelId="{BC552255-70F0-4F9F-B88F-D6DBA9FD32F6}" srcId="{3839AE32-053D-4935-954C-C83570A4F4D2}" destId="{E8515B53-593B-4385-979B-3057E6D952FE}" srcOrd="7" destOrd="0" parTransId="{DE16BD67-8755-49FE-9D8D-2EAD993E37D9}" sibTransId="{9F074DA8-E969-498C-943B-36E0D83372B5}"/>
    <dgm:cxn modelId="{F1627657-A821-4014-8B55-FD16BC5DECBA}" srcId="{3839AE32-053D-4935-954C-C83570A4F4D2}" destId="{6AC0FE77-0D1D-439C-9C6D-390EC592587F}" srcOrd="6" destOrd="0" parTransId="{C7B967DF-1E74-4C6E-826D-9CC83B37441B}" sibTransId="{0915A9FE-5DBF-459D-B59C-5437FFF604A3}"/>
    <dgm:cxn modelId="{75103466-F18E-004D-8D4B-34CDA7B80EDE}" type="presOf" srcId="{90954A31-61FD-49C9-96E3-DBB88813CA5F}" destId="{E8809C2D-0017-C343-8663-EEE2B8ABDE82}" srcOrd="0" destOrd="0" presId="urn:microsoft.com/office/officeart/2008/layout/LinedList"/>
    <dgm:cxn modelId="{E96A2269-2D4B-F144-8448-6B5652F4724F}" type="presOf" srcId="{3839AE32-053D-4935-954C-C83570A4F4D2}" destId="{765785A3-2F45-4D41-9CE9-AB0BE3BD7356}" srcOrd="0" destOrd="0" presId="urn:microsoft.com/office/officeart/2008/layout/LinedList"/>
    <dgm:cxn modelId="{7846BB74-6110-4018-815B-A9A61421E3ED}" srcId="{3839AE32-053D-4935-954C-C83570A4F4D2}" destId="{7A15772C-7F52-4F58-AD46-74D2004E10A5}" srcOrd="10" destOrd="0" parTransId="{9067EF92-5CD3-4A5B-8657-20D307A49236}" sibTransId="{95658B30-F45B-4513-AB84-EBBCA7836E22}"/>
    <dgm:cxn modelId="{E35D3284-2273-4CDE-915E-DFA1C4DE4B4E}" srcId="{3839AE32-053D-4935-954C-C83570A4F4D2}" destId="{5DDA9758-AB68-4762-A21C-B2AE4FC9B6FD}" srcOrd="4" destOrd="0" parTransId="{A73315F2-042A-4AAD-BF86-92B4B762123A}" sibTransId="{75CC7713-036D-468E-BE0C-17C08ACCF536}"/>
    <dgm:cxn modelId="{A581A885-0A45-D348-B012-7AE8E5922FE7}" type="presOf" srcId="{C6073441-F6FF-4AD4-BAB6-78AACBFF27DD}" destId="{5499B36C-8B38-4D41-885C-65D22C9B8730}" srcOrd="0" destOrd="0" presId="urn:microsoft.com/office/officeart/2008/layout/LinedList"/>
    <dgm:cxn modelId="{FD61FF8E-4F19-4D84-B1E1-B0ABEAA5D9FF}" srcId="{3839AE32-053D-4935-954C-C83570A4F4D2}" destId="{414505C5-5DBB-4896-82BC-4909ABB0BBC3}" srcOrd="8" destOrd="0" parTransId="{8F1CECE6-AE56-42A7-88FE-08A01A40656E}" sibTransId="{87071BCC-E755-4D3B-8477-38B1B43B397F}"/>
    <dgm:cxn modelId="{A1709699-3A37-449B-AFAA-60B807066555}" srcId="{3839AE32-053D-4935-954C-C83570A4F4D2}" destId="{CA117C6C-967E-4EE1-9C02-3D2DD0673C4B}" srcOrd="2" destOrd="0" parTransId="{5F17465A-FFC0-45EC-A4AC-A569936BBE73}" sibTransId="{B4DBE4E1-BE4D-4ECB-ADDF-1FBEBF3672E3}"/>
    <dgm:cxn modelId="{6749C599-E096-1045-9707-81B46E8D480E}" type="presOf" srcId="{414505C5-5DBB-4896-82BC-4909ABB0BBC3}" destId="{357C4075-422A-A24F-8B5D-CA346AD270E7}" srcOrd="0" destOrd="0" presId="urn:microsoft.com/office/officeart/2008/layout/LinedList"/>
    <dgm:cxn modelId="{0A05A9A0-B6C5-AE44-9D35-B42DE4E4E41F}" type="presOf" srcId="{6AC0FE77-0D1D-439C-9C6D-390EC592587F}" destId="{58AF1BB9-E522-9A47-AB8C-E418E59DABDD}" srcOrd="0" destOrd="0" presId="urn:microsoft.com/office/officeart/2008/layout/LinedList"/>
    <dgm:cxn modelId="{91C2F9A5-13BB-42B4-89B0-0704225AC0BE}" srcId="{3839AE32-053D-4935-954C-C83570A4F4D2}" destId="{F3D8A270-2391-41A9-ACDA-B781C8E9677C}" srcOrd="9" destOrd="0" parTransId="{FE672AE6-D26B-4EF7-974E-D35D0FADF74A}" sibTransId="{3A27A7DF-4856-4022-B9C8-90C09BC09B79}"/>
    <dgm:cxn modelId="{F4A4E5B5-A88D-49A9-81E0-82AB5A25E5D7}" srcId="{3839AE32-053D-4935-954C-C83570A4F4D2}" destId="{C6073441-F6FF-4AD4-BAB6-78AACBFF27DD}" srcOrd="1" destOrd="0" parTransId="{6BE006CE-5890-4DA2-BB32-0BC756498FB3}" sibTransId="{D2013B3B-524C-41F4-B5D2-E125A473FBCB}"/>
    <dgm:cxn modelId="{6D157CD2-064E-4FC6-8F68-18481B386FD4}" srcId="{3839AE32-053D-4935-954C-C83570A4F4D2}" destId="{90954A31-61FD-49C9-96E3-DBB88813CA5F}" srcOrd="0" destOrd="0" parTransId="{A372619F-04CF-43ED-8FEA-F23FBEBC2268}" sibTransId="{756F03C6-0CE7-4A3E-B629-FD3A7370151A}"/>
    <dgm:cxn modelId="{B1B426D4-81F4-5F47-B7B6-77FCDC64BE07}" type="presOf" srcId="{CA117C6C-967E-4EE1-9C02-3D2DD0673C4B}" destId="{6CD667F6-AA68-7C41-A4C1-44A2A2E1E357}" srcOrd="0" destOrd="0" presId="urn:microsoft.com/office/officeart/2008/layout/LinedList"/>
    <dgm:cxn modelId="{FB9F01D6-EA1C-B447-A4C4-0170EC4D1C1B}" type="presOf" srcId="{966EF7BA-5763-4A4B-B1CD-C090FCDF5AA6}" destId="{313A447D-3481-0D4E-9681-4BF2502FFABD}" srcOrd="0" destOrd="0" presId="urn:microsoft.com/office/officeart/2008/layout/LinedList"/>
    <dgm:cxn modelId="{E046E2DC-E5B3-1C4D-9654-44489426644B}" type="presOf" srcId="{BA6A5F50-D614-4D66-906F-6B3A186FF9F6}" destId="{38EE574D-FFBD-DA44-8A77-5E817E978F34}" srcOrd="0" destOrd="0" presId="urn:microsoft.com/office/officeart/2008/layout/LinedList"/>
    <dgm:cxn modelId="{A10C0FE1-35F9-473A-B745-00523D2A2569}" srcId="{3839AE32-053D-4935-954C-C83570A4F4D2}" destId="{BA6A5F50-D614-4D66-906F-6B3A186FF9F6}" srcOrd="5" destOrd="0" parTransId="{1B56AD13-B88C-43C2-8453-64C967845264}" sibTransId="{55A85D86-AA87-4E03-9F70-456036FF932D}"/>
    <dgm:cxn modelId="{971B1BF4-1AE6-7F4A-AC4D-7835408E652E}" type="presOf" srcId="{510C149A-05D7-45DC-8855-92EEAD08905F}" destId="{9B234349-052D-9D4B-9094-F5B2C708BA54}" srcOrd="0" destOrd="0" presId="urn:microsoft.com/office/officeart/2008/layout/LinedList"/>
    <dgm:cxn modelId="{720E99F3-BF99-5046-A432-46706F5D27C5}" type="presParOf" srcId="{765785A3-2F45-4D41-9CE9-AB0BE3BD7356}" destId="{62176ACF-DD7C-DE48-A88E-96B3862A91BE}" srcOrd="0" destOrd="0" presId="urn:microsoft.com/office/officeart/2008/layout/LinedList"/>
    <dgm:cxn modelId="{2AC14558-E2AB-BA47-8947-18648142EA0F}" type="presParOf" srcId="{765785A3-2F45-4D41-9CE9-AB0BE3BD7356}" destId="{DCC0A824-8A25-0848-B8EC-73394E339290}" srcOrd="1" destOrd="0" presId="urn:microsoft.com/office/officeart/2008/layout/LinedList"/>
    <dgm:cxn modelId="{86FF7EB6-AF15-1846-981E-908FDDFD89E0}" type="presParOf" srcId="{DCC0A824-8A25-0848-B8EC-73394E339290}" destId="{E8809C2D-0017-C343-8663-EEE2B8ABDE82}" srcOrd="0" destOrd="0" presId="urn:microsoft.com/office/officeart/2008/layout/LinedList"/>
    <dgm:cxn modelId="{0C59BB42-E588-9E4C-9CF5-8603B3EEA6CD}" type="presParOf" srcId="{DCC0A824-8A25-0848-B8EC-73394E339290}" destId="{352504DD-CDDB-FE48-9032-04CF3649B2C9}" srcOrd="1" destOrd="0" presId="urn:microsoft.com/office/officeart/2008/layout/LinedList"/>
    <dgm:cxn modelId="{518B473B-20B7-1D44-ABE4-45F23755F093}" type="presParOf" srcId="{765785A3-2F45-4D41-9CE9-AB0BE3BD7356}" destId="{58AA0081-E25B-8B4A-BC87-7EC8036242FD}" srcOrd="2" destOrd="0" presId="urn:microsoft.com/office/officeart/2008/layout/LinedList"/>
    <dgm:cxn modelId="{5F20189A-0EEA-CF44-A675-B9E76891D564}" type="presParOf" srcId="{765785A3-2F45-4D41-9CE9-AB0BE3BD7356}" destId="{51C85415-1372-3B45-AA0B-0F12103F417B}" srcOrd="3" destOrd="0" presId="urn:microsoft.com/office/officeart/2008/layout/LinedList"/>
    <dgm:cxn modelId="{02486C45-46A1-1E43-B432-85D32366E1E2}" type="presParOf" srcId="{51C85415-1372-3B45-AA0B-0F12103F417B}" destId="{5499B36C-8B38-4D41-885C-65D22C9B8730}" srcOrd="0" destOrd="0" presId="urn:microsoft.com/office/officeart/2008/layout/LinedList"/>
    <dgm:cxn modelId="{1F4BC4F6-D663-D846-A6E0-1E94459942A5}" type="presParOf" srcId="{51C85415-1372-3B45-AA0B-0F12103F417B}" destId="{21496D3A-5BE5-B943-9506-7A52F410B5F3}" srcOrd="1" destOrd="0" presId="urn:microsoft.com/office/officeart/2008/layout/LinedList"/>
    <dgm:cxn modelId="{52404481-BF26-0749-AFEA-E3EBB2C2B2AD}" type="presParOf" srcId="{765785A3-2F45-4D41-9CE9-AB0BE3BD7356}" destId="{910917FC-6502-234D-8851-066235DC6327}" srcOrd="4" destOrd="0" presId="urn:microsoft.com/office/officeart/2008/layout/LinedList"/>
    <dgm:cxn modelId="{81A65BC0-44EF-5B43-BE37-101BE453D9D3}" type="presParOf" srcId="{765785A3-2F45-4D41-9CE9-AB0BE3BD7356}" destId="{57AA3BAE-CC74-0649-84D6-5FE2E9DB8514}" srcOrd="5" destOrd="0" presId="urn:microsoft.com/office/officeart/2008/layout/LinedList"/>
    <dgm:cxn modelId="{1AFCD2CD-1D5C-BD45-A9DD-C72753046C3D}" type="presParOf" srcId="{57AA3BAE-CC74-0649-84D6-5FE2E9DB8514}" destId="{6CD667F6-AA68-7C41-A4C1-44A2A2E1E357}" srcOrd="0" destOrd="0" presId="urn:microsoft.com/office/officeart/2008/layout/LinedList"/>
    <dgm:cxn modelId="{3CC3EA08-0A97-A540-9DBF-EEE67FC97C68}" type="presParOf" srcId="{57AA3BAE-CC74-0649-84D6-5FE2E9DB8514}" destId="{CDCAFED3-D834-3F47-A25D-E7E83CD7AC81}" srcOrd="1" destOrd="0" presId="urn:microsoft.com/office/officeart/2008/layout/LinedList"/>
    <dgm:cxn modelId="{00FD46CC-7EEA-2346-BCFC-A3A86DD46D47}" type="presParOf" srcId="{765785A3-2F45-4D41-9CE9-AB0BE3BD7356}" destId="{97FF7F2B-A32A-8D4F-8352-F93A7E8A0306}" srcOrd="6" destOrd="0" presId="urn:microsoft.com/office/officeart/2008/layout/LinedList"/>
    <dgm:cxn modelId="{7B59D020-5DB1-F943-A347-A14B88AB6616}" type="presParOf" srcId="{765785A3-2F45-4D41-9CE9-AB0BE3BD7356}" destId="{60AA6A0D-0B75-D946-9DA9-DE604977B006}" srcOrd="7" destOrd="0" presId="urn:microsoft.com/office/officeart/2008/layout/LinedList"/>
    <dgm:cxn modelId="{D9D9A0C8-7EEB-BC41-AD48-F8604FD1C182}" type="presParOf" srcId="{60AA6A0D-0B75-D946-9DA9-DE604977B006}" destId="{313A447D-3481-0D4E-9681-4BF2502FFABD}" srcOrd="0" destOrd="0" presId="urn:microsoft.com/office/officeart/2008/layout/LinedList"/>
    <dgm:cxn modelId="{854BAA5D-6BD6-A945-8216-C51C3DDE91B3}" type="presParOf" srcId="{60AA6A0D-0B75-D946-9DA9-DE604977B006}" destId="{F5B7B2B9-9A63-574F-9CDD-4422995FC040}" srcOrd="1" destOrd="0" presId="urn:microsoft.com/office/officeart/2008/layout/LinedList"/>
    <dgm:cxn modelId="{8A2C405C-0B9C-2649-862F-070C2A2ACE23}" type="presParOf" srcId="{765785A3-2F45-4D41-9CE9-AB0BE3BD7356}" destId="{05021D68-4449-F444-8071-98FEA3CDF3F0}" srcOrd="8" destOrd="0" presId="urn:microsoft.com/office/officeart/2008/layout/LinedList"/>
    <dgm:cxn modelId="{E496C35F-E841-134A-8CBA-34218D165947}" type="presParOf" srcId="{765785A3-2F45-4D41-9CE9-AB0BE3BD7356}" destId="{4E43034C-B797-4E43-ACA5-216AF417C6C1}" srcOrd="9" destOrd="0" presId="urn:microsoft.com/office/officeart/2008/layout/LinedList"/>
    <dgm:cxn modelId="{F5C0C9D5-5135-9044-A0F6-EA551063D16F}" type="presParOf" srcId="{4E43034C-B797-4E43-ACA5-216AF417C6C1}" destId="{22D6C243-8D96-0D44-AA22-5BBFA2C4F38D}" srcOrd="0" destOrd="0" presId="urn:microsoft.com/office/officeart/2008/layout/LinedList"/>
    <dgm:cxn modelId="{27FA7802-5DF7-F54B-9620-BD9065C108D6}" type="presParOf" srcId="{4E43034C-B797-4E43-ACA5-216AF417C6C1}" destId="{F56443E9-C215-B844-B0C9-EBEBFD1115EE}" srcOrd="1" destOrd="0" presId="urn:microsoft.com/office/officeart/2008/layout/LinedList"/>
    <dgm:cxn modelId="{651E67DB-9F10-0C4D-BE6D-2FCB187F1271}" type="presParOf" srcId="{765785A3-2F45-4D41-9CE9-AB0BE3BD7356}" destId="{CB16A581-BC02-284F-A51D-5E0C749ECB3F}" srcOrd="10" destOrd="0" presId="urn:microsoft.com/office/officeart/2008/layout/LinedList"/>
    <dgm:cxn modelId="{430A7DEC-4300-7841-952F-0EBB7D23E71F}" type="presParOf" srcId="{765785A3-2F45-4D41-9CE9-AB0BE3BD7356}" destId="{BA657E6A-799D-A047-9D43-F931E79D370D}" srcOrd="11" destOrd="0" presId="urn:microsoft.com/office/officeart/2008/layout/LinedList"/>
    <dgm:cxn modelId="{672C21FF-1F9B-6C4F-A291-6AAFA9B2D103}" type="presParOf" srcId="{BA657E6A-799D-A047-9D43-F931E79D370D}" destId="{38EE574D-FFBD-DA44-8A77-5E817E978F34}" srcOrd="0" destOrd="0" presId="urn:microsoft.com/office/officeart/2008/layout/LinedList"/>
    <dgm:cxn modelId="{B156C6B5-F2AC-244E-AF4E-CDCC13477872}" type="presParOf" srcId="{BA657E6A-799D-A047-9D43-F931E79D370D}" destId="{6CAB6708-1595-F248-9B84-D7ADF2E9CB31}" srcOrd="1" destOrd="0" presId="urn:microsoft.com/office/officeart/2008/layout/LinedList"/>
    <dgm:cxn modelId="{DA32000F-60F0-C446-9A83-FF1A874A8241}" type="presParOf" srcId="{765785A3-2F45-4D41-9CE9-AB0BE3BD7356}" destId="{94FBBB62-EC7E-9546-9B93-D576399F75D7}" srcOrd="12" destOrd="0" presId="urn:microsoft.com/office/officeart/2008/layout/LinedList"/>
    <dgm:cxn modelId="{700860E7-A9A6-6C42-AF93-27F1CD3D08A3}" type="presParOf" srcId="{765785A3-2F45-4D41-9CE9-AB0BE3BD7356}" destId="{9C154A68-101B-F84B-BFEC-558845A233F3}" srcOrd="13" destOrd="0" presId="urn:microsoft.com/office/officeart/2008/layout/LinedList"/>
    <dgm:cxn modelId="{BE26C7FA-223C-9943-A47D-098B342704C4}" type="presParOf" srcId="{9C154A68-101B-F84B-BFEC-558845A233F3}" destId="{58AF1BB9-E522-9A47-AB8C-E418E59DABDD}" srcOrd="0" destOrd="0" presId="urn:microsoft.com/office/officeart/2008/layout/LinedList"/>
    <dgm:cxn modelId="{38BF3ABD-1187-3747-8C01-7146F4A42CC5}" type="presParOf" srcId="{9C154A68-101B-F84B-BFEC-558845A233F3}" destId="{FCA982D7-84F2-2F46-AE9C-3EBF05EF6498}" srcOrd="1" destOrd="0" presId="urn:microsoft.com/office/officeart/2008/layout/LinedList"/>
    <dgm:cxn modelId="{97E5FD72-B7D2-E845-9C7F-0A593E0AC57E}" type="presParOf" srcId="{765785A3-2F45-4D41-9CE9-AB0BE3BD7356}" destId="{FD331757-EE4D-BC4A-851C-FA7228CFA78A}" srcOrd="14" destOrd="0" presId="urn:microsoft.com/office/officeart/2008/layout/LinedList"/>
    <dgm:cxn modelId="{2731467A-65EE-AD43-909C-B888CEA702FF}" type="presParOf" srcId="{765785A3-2F45-4D41-9CE9-AB0BE3BD7356}" destId="{5A7335C3-C7B6-B04C-A48A-1F0F10A6F900}" srcOrd="15" destOrd="0" presId="urn:microsoft.com/office/officeart/2008/layout/LinedList"/>
    <dgm:cxn modelId="{52D28B54-EB75-9E4E-AE02-418A73DF59BE}" type="presParOf" srcId="{5A7335C3-C7B6-B04C-A48A-1F0F10A6F900}" destId="{139F11DE-52D8-B740-85D5-A39B3593A503}" srcOrd="0" destOrd="0" presId="urn:microsoft.com/office/officeart/2008/layout/LinedList"/>
    <dgm:cxn modelId="{3029F7F2-44A0-7345-B0A6-CB26C2BA3310}" type="presParOf" srcId="{5A7335C3-C7B6-B04C-A48A-1F0F10A6F900}" destId="{6C853D80-4B2D-CA46-8C7D-6522BC1DE309}" srcOrd="1" destOrd="0" presId="urn:microsoft.com/office/officeart/2008/layout/LinedList"/>
    <dgm:cxn modelId="{1AC7EF66-87BF-CF41-A59B-FA414E80EC01}" type="presParOf" srcId="{765785A3-2F45-4D41-9CE9-AB0BE3BD7356}" destId="{7EFD8417-D583-4C46-B6B3-35C879D45D17}" srcOrd="16" destOrd="0" presId="urn:microsoft.com/office/officeart/2008/layout/LinedList"/>
    <dgm:cxn modelId="{CCFBC293-3893-7A47-A464-94845CBA417F}" type="presParOf" srcId="{765785A3-2F45-4D41-9CE9-AB0BE3BD7356}" destId="{247D90C0-DDB9-4D4C-A36C-58DF9689CC60}" srcOrd="17" destOrd="0" presId="urn:microsoft.com/office/officeart/2008/layout/LinedList"/>
    <dgm:cxn modelId="{B9DFE172-2890-474B-92EE-0BCC2691A759}" type="presParOf" srcId="{247D90C0-DDB9-4D4C-A36C-58DF9689CC60}" destId="{357C4075-422A-A24F-8B5D-CA346AD270E7}" srcOrd="0" destOrd="0" presId="urn:microsoft.com/office/officeart/2008/layout/LinedList"/>
    <dgm:cxn modelId="{80010452-85B4-E64A-98C1-D175C3A59406}" type="presParOf" srcId="{247D90C0-DDB9-4D4C-A36C-58DF9689CC60}" destId="{4CAA87D1-F0AF-3944-AD34-C9CF5D0A6EB4}" srcOrd="1" destOrd="0" presId="urn:microsoft.com/office/officeart/2008/layout/LinedList"/>
    <dgm:cxn modelId="{63FE5E80-BD7B-3847-9FE8-1550A3FB4F34}" type="presParOf" srcId="{765785A3-2F45-4D41-9CE9-AB0BE3BD7356}" destId="{BBE84500-4E93-314F-AEF4-AB2038B625AF}" srcOrd="18" destOrd="0" presId="urn:microsoft.com/office/officeart/2008/layout/LinedList"/>
    <dgm:cxn modelId="{C93FB2EE-E73E-7C48-B9B3-01EF49AB768E}" type="presParOf" srcId="{765785A3-2F45-4D41-9CE9-AB0BE3BD7356}" destId="{162D5BD7-22BB-D44A-8703-2DFABEBD978C}" srcOrd="19" destOrd="0" presId="urn:microsoft.com/office/officeart/2008/layout/LinedList"/>
    <dgm:cxn modelId="{A60113C7-6E35-9147-8BC5-38BDFDCD8F0F}" type="presParOf" srcId="{162D5BD7-22BB-D44A-8703-2DFABEBD978C}" destId="{65F91E9C-87F9-6D43-B5F1-FB8384D250E4}" srcOrd="0" destOrd="0" presId="urn:microsoft.com/office/officeart/2008/layout/LinedList"/>
    <dgm:cxn modelId="{4D15C803-8550-7A4F-83B2-8FED8433658A}" type="presParOf" srcId="{162D5BD7-22BB-D44A-8703-2DFABEBD978C}" destId="{9832FA0B-B33D-A042-8FF7-86B8D036CE37}" srcOrd="1" destOrd="0" presId="urn:microsoft.com/office/officeart/2008/layout/LinedList"/>
    <dgm:cxn modelId="{35125083-C251-7548-809C-710687ECE002}" type="presParOf" srcId="{765785A3-2F45-4D41-9CE9-AB0BE3BD7356}" destId="{109649EE-B5A0-1F4B-98A2-B0EBFF5DC5D7}" srcOrd="20" destOrd="0" presId="urn:microsoft.com/office/officeart/2008/layout/LinedList"/>
    <dgm:cxn modelId="{2CD2D3D1-C78D-4640-82E3-3EC737E8409C}" type="presParOf" srcId="{765785A3-2F45-4D41-9CE9-AB0BE3BD7356}" destId="{C0AA6EDB-0303-DE49-A755-5A7799F5E015}" srcOrd="21" destOrd="0" presId="urn:microsoft.com/office/officeart/2008/layout/LinedList"/>
    <dgm:cxn modelId="{E3BD65D7-BBCC-104B-BDD3-47C7D6831E0B}" type="presParOf" srcId="{C0AA6EDB-0303-DE49-A755-5A7799F5E015}" destId="{F7623CE2-971F-6845-A4ED-9B1D06C328BD}" srcOrd="0" destOrd="0" presId="urn:microsoft.com/office/officeart/2008/layout/LinedList"/>
    <dgm:cxn modelId="{EE110B08-5D75-3644-BAAF-B053CD61410E}" type="presParOf" srcId="{C0AA6EDB-0303-DE49-A755-5A7799F5E015}" destId="{00A9215C-F04A-D44C-BD84-02CA5213411B}" srcOrd="1" destOrd="0" presId="urn:microsoft.com/office/officeart/2008/layout/LinedList"/>
    <dgm:cxn modelId="{F51E6FE8-0996-0641-AF3D-09BEA2D47DAE}" type="presParOf" srcId="{765785A3-2F45-4D41-9CE9-AB0BE3BD7356}" destId="{EB28A2C7-7D29-B84B-BC82-1B4ADC9EEF3D}" srcOrd="22" destOrd="0" presId="urn:microsoft.com/office/officeart/2008/layout/LinedList"/>
    <dgm:cxn modelId="{52CFE962-886C-894D-840C-6CE77B12C43D}" type="presParOf" srcId="{765785A3-2F45-4D41-9CE9-AB0BE3BD7356}" destId="{69DB4666-5143-0C44-8790-1B196C0A6814}" srcOrd="23" destOrd="0" presId="urn:microsoft.com/office/officeart/2008/layout/LinedList"/>
    <dgm:cxn modelId="{19E1F871-3840-D04D-BFDF-CF2BB0B14609}" type="presParOf" srcId="{69DB4666-5143-0C44-8790-1B196C0A6814}" destId="{9B234349-052D-9D4B-9094-F5B2C708BA54}" srcOrd="0" destOrd="0" presId="urn:microsoft.com/office/officeart/2008/layout/LinedList"/>
    <dgm:cxn modelId="{F6BAD385-E37F-C644-81C7-F1C52AB9336C}" type="presParOf" srcId="{69DB4666-5143-0C44-8790-1B196C0A6814}" destId="{1741502B-430D-7440-A29B-5815FE54258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AC15280-90A0-4D26-8C65-E459AC79BE5B}"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6993599C-4690-4F4E-A564-0F4BC991892A}">
      <dgm:prSet custT="1"/>
      <dgm:spPr/>
      <dgm:t>
        <a:bodyPr/>
        <a:lstStyle/>
        <a:p>
          <a:pPr>
            <a:lnSpc>
              <a:spcPct val="100000"/>
            </a:lnSpc>
          </a:pPr>
          <a:r>
            <a:rPr lang="en-US" sz="2000" b="1" dirty="0"/>
            <a:t>contributor</a:t>
          </a:r>
          <a:r>
            <a:rPr lang="en-US" sz="2000" dirty="0"/>
            <a:t> -- </a:t>
          </a:r>
          <a:r>
            <a:rPr lang="en-GB" sz="2000" dirty="0"/>
            <a:t>A contributor is anyone who has done any activity that made it possible for the research to happen and results to be created, published or shared.</a:t>
          </a:r>
          <a:endParaRPr lang="en-US" sz="2000" dirty="0"/>
        </a:p>
      </dgm:t>
    </dgm:pt>
    <dgm:pt modelId="{15AEE35F-63E2-4BAC-BA6F-7AE152EFA5E5}" type="parTrans" cxnId="{7CA6BCD7-BC6A-4EB3-BFE8-29516440BB75}">
      <dgm:prSet/>
      <dgm:spPr/>
      <dgm:t>
        <a:bodyPr/>
        <a:lstStyle/>
        <a:p>
          <a:endParaRPr lang="en-US"/>
        </a:p>
      </dgm:t>
    </dgm:pt>
    <dgm:pt modelId="{9E8D372A-B747-4D45-B3CB-434B5B54FF79}" type="sibTrans" cxnId="{7CA6BCD7-BC6A-4EB3-BFE8-29516440BB75}">
      <dgm:prSet/>
      <dgm:spPr/>
      <dgm:t>
        <a:bodyPr/>
        <a:lstStyle/>
        <a:p>
          <a:pPr>
            <a:lnSpc>
              <a:spcPct val="100000"/>
            </a:lnSpc>
          </a:pPr>
          <a:endParaRPr lang="en-US"/>
        </a:p>
      </dgm:t>
    </dgm:pt>
    <dgm:pt modelId="{BA05C75E-11C4-4C69-BD6D-3C0D6BBAAD5D}">
      <dgm:prSet custT="1"/>
      <dgm:spPr/>
      <dgm:t>
        <a:bodyPr/>
        <a:lstStyle/>
        <a:p>
          <a:pPr>
            <a:lnSpc>
              <a:spcPct val="100000"/>
            </a:lnSpc>
          </a:pPr>
          <a:r>
            <a:rPr lang="en-GB" sz="2000" b="1" dirty="0"/>
            <a:t>author </a:t>
          </a:r>
          <a:r>
            <a:rPr lang="en-GB" sz="2000" dirty="0"/>
            <a:t>-- An author of an open result is a contributor who has given a substantial contribution to the conception or design of the work or the acquisition, analysis, or interpretation of the data for the published work.</a:t>
          </a:r>
          <a:endParaRPr lang="en-US" sz="2000" dirty="0"/>
        </a:p>
      </dgm:t>
    </dgm:pt>
    <dgm:pt modelId="{3C020A4F-A928-43A3-BF32-72D29D7E2570}" type="parTrans" cxnId="{2BB50C49-E2C3-493C-BE66-D302FD66A2C0}">
      <dgm:prSet/>
      <dgm:spPr/>
      <dgm:t>
        <a:bodyPr/>
        <a:lstStyle/>
        <a:p>
          <a:endParaRPr lang="en-US"/>
        </a:p>
      </dgm:t>
    </dgm:pt>
    <dgm:pt modelId="{5B73BC53-E76C-4DCF-9A85-36F269CDC5FD}" type="sibTrans" cxnId="{2BB50C49-E2C3-493C-BE66-D302FD66A2C0}">
      <dgm:prSet/>
      <dgm:spPr/>
      <dgm:t>
        <a:bodyPr/>
        <a:lstStyle/>
        <a:p>
          <a:endParaRPr lang="en-US"/>
        </a:p>
      </dgm:t>
    </dgm:pt>
    <dgm:pt modelId="{7AA5F387-6042-43C1-AFAC-85E5B4C1F739}" type="pres">
      <dgm:prSet presAssocID="{CAC15280-90A0-4D26-8C65-E459AC79BE5B}" presName="root" presStyleCnt="0">
        <dgm:presLayoutVars>
          <dgm:dir/>
          <dgm:resizeHandles val="exact"/>
        </dgm:presLayoutVars>
      </dgm:prSet>
      <dgm:spPr/>
    </dgm:pt>
    <dgm:pt modelId="{0FB93A58-8CA7-4429-86E4-BAAA7BB5B742}" type="pres">
      <dgm:prSet presAssocID="{CAC15280-90A0-4D26-8C65-E459AC79BE5B}" presName="container" presStyleCnt="0">
        <dgm:presLayoutVars>
          <dgm:dir/>
          <dgm:resizeHandles val="exact"/>
        </dgm:presLayoutVars>
      </dgm:prSet>
      <dgm:spPr/>
    </dgm:pt>
    <dgm:pt modelId="{EDEB7D83-DB93-407D-B5F7-A4D3213F7673}" type="pres">
      <dgm:prSet presAssocID="{6993599C-4690-4F4E-A564-0F4BC991892A}" presName="compNode" presStyleCnt="0"/>
      <dgm:spPr/>
    </dgm:pt>
    <dgm:pt modelId="{A4965FCA-0803-438B-9617-67EB582A8BB0}" type="pres">
      <dgm:prSet presAssocID="{6993599C-4690-4F4E-A564-0F4BC991892A}" presName="iconBgRect" presStyleLbl="bgShp" presStyleIdx="0" presStyleCnt="2"/>
      <dgm:spPr/>
    </dgm:pt>
    <dgm:pt modelId="{EB1BD703-0431-45F7-BAAD-320BBDABFEF7}" type="pres">
      <dgm:prSet presAssocID="{6993599C-4690-4F4E-A564-0F4BC991892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arget Audience"/>
        </a:ext>
      </dgm:extLst>
    </dgm:pt>
    <dgm:pt modelId="{3BB87B7C-534C-497E-A74C-536BAB732793}" type="pres">
      <dgm:prSet presAssocID="{6993599C-4690-4F4E-A564-0F4BC991892A}" presName="spaceRect" presStyleCnt="0"/>
      <dgm:spPr/>
    </dgm:pt>
    <dgm:pt modelId="{08139F39-2596-4D0D-967C-4E3EA5174743}" type="pres">
      <dgm:prSet presAssocID="{6993599C-4690-4F4E-A564-0F4BC991892A}" presName="textRect" presStyleLbl="revTx" presStyleIdx="0" presStyleCnt="2">
        <dgm:presLayoutVars>
          <dgm:chMax val="1"/>
          <dgm:chPref val="1"/>
        </dgm:presLayoutVars>
      </dgm:prSet>
      <dgm:spPr/>
    </dgm:pt>
    <dgm:pt modelId="{7574A0F5-45EC-461D-B608-F9A24BC1F976}" type="pres">
      <dgm:prSet presAssocID="{9E8D372A-B747-4D45-B3CB-434B5B54FF79}" presName="sibTrans" presStyleLbl="sibTrans2D1" presStyleIdx="0" presStyleCnt="0"/>
      <dgm:spPr/>
    </dgm:pt>
    <dgm:pt modelId="{85CFE33C-A102-4CCF-B9C4-3CB6177C11AD}" type="pres">
      <dgm:prSet presAssocID="{BA05C75E-11C4-4C69-BD6D-3C0D6BBAAD5D}" presName="compNode" presStyleCnt="0"/>
      <dgm:spPr/>
    </dgm:pt>
    <dgm:pt modelId="{B9B0D007-590A-4409-AB43-FB8BE52CBDBA}" type="pres">
      <dgm:prSet presAssocID="{BA05C75E-11C4-4C69-BD6D-3C0D6BBAAD5D}" presName="iconBgRect" presStyleLbl="bgShp" presStyleIdx="1" presStyleCnt="2"/>
      <dgm:spPr/>
    </dgm:pt>
    <dgm:pt modelId="{9C06B161-5660-43E6-9997-551744EC129E}" type="pres">
      <dgm:prSet presAssocID="{BA05C75E-11C4-4C69-BD6D-3C0D6BBAAD5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Quotes"/>
        </a:ext>
      </dgm:extLst>
    </dgm:pt>
    <dgm:pt modelId="{3A356AE9-378F-4F47-A54F-F844A30E47FE}" type="pres">
      <dgm:prSet presAssocID="{BA05C75E-11C4-4C69-BD6D-3C0D6BBAAD5D}" presName="spaceRect" presStyleCnt="0"/>
      <dgm:spPr/>
    </dgm:pt>
    <dgm:pt modelId="{6F951D97-E796-4249-8F60-2B0FF6E0354F}" type="pres">
      <dgm:prSet presAssocID="{BA05C75E-11C4-4C69-BD6D-3C0D6BBAAD5D}" presName="textRect" presStyleLbl="revTx" presStyleIdx="1" presStyleCnt="2">
        <dgm:presLayoutVars>
          <dgm:chMax val="1"/>
          <dgm:chPref val="1"/>
        </dgm:presLayoutVars>
      </dgm:prSet>
      <dgm:spPr/>
    </dgm:pt>
  </dgm:ptLst>
  <dgm:cxnLst>
    <dgm:cxn modelId="{9425CA01-2612-4786-B9F4-06457BAF7D29}" type="presOf" srcId="{6993599C-4690-4F4E-A564-0F4BC991892A}" destId="{08139F39-2596-4D0D-967C-4E3EA5174743}" srcOrd="0" destOrd="0" presId="urn:microsoft.com/office/officeart/2018/2/layout/IconCircleList"/>
    <dgm:cxn modelId="{2BB50C49-E2C3-493C-BE66-D302FD66A2C0}" srcId="{CAC15280-90A0-4D26-8C65-E459AC79BE5B}" destId="{BA05C75E-11C4-4C69-BD6D-3C0D6BBAAD5D}" srcOrd="1" destOrd="0" parTransId="{3C020A4F-A928-43A3-BF32-72D29D7E2570}" sibTransId="{5B73BC53-E76C-4DCF-9A85-36F269CDC5FD}"/>
    <dgm:cxn modelId="{D2619C5F-759B-44D4-8845-7862EE83FF4A}" type="presOf" srcId="{BA05C75E-11C4-4C69-BD6D-3C0D6BBAAD5D}" destId="{6F951D97-E796-4249-8F60-2B0FF6E0354F}" srcOrd="0" destOrd="0" presId="urn:microsoft.com/office/officeart/2018/2/layout/IconCircleList"/>
    <dgm:cxn modelId="{E05CC7B0-FE4E-4B66-99DD-249A2B8C186D}" type="presOf" srcId="{CAC15280-90A0-4D26-8C65-E459AC79BE5B}" destId="{7AA5F387-6042-43C1-AFAC-85E5B4C1F739}" srcOrd="0" destOrd="0" presId="urn:microsoft.com/office/officeart/2018/2/layout/IconCircleList"/>
    <dgm:cxn modelId="{7CA6BCD7-BC6A-4EB3-BFE8-29516440BB75}" srcId="{CAC15280-90A0-4D26-8C65-E459AC79BE5B}" destId="{6993599C-4690-4F4E-A564-0F4BC991892A}" srcOrd="0" destOrd="0" parTransId="{15AEE35F-63E2-4BAC-BA6F-7AE152EFA5E5}" sibTransId="{9E8D372A-B747-4D45-B3CB-434B5B54FF79}"/>
    <dgm:cxn modelId="{4CF8DAED-C755-484D-A83E-485BD61A4B4D}" type="presOf" srcId="{9E8D372A-B747-4D45-B3CB-434B5B54FF79}" destId="{7574A0F5-45EC-461D-B608-F9A24BC1F976}" srcOrd="0" destOrd="0" presId="urn:microsoft.com/office/officeart/2018/2/layout/IconCircleList"/>
    <dgm:cxn modelId="{933D239E-C826-4C38-BA64-4D719B4AE0E8}" type="presParOf" srcId="{7AA5F387-6042-43C1-AFAC-85E5B4C1F739}" destId="{0FB93A58-8CA7-4429-86E4-BAAA7BB5B742}" srcOrd="0" destOrd="0" presId="urn:microsoft.com/office/officeart/2018/2/layout/IconCircleList"/>
    <dgm:cxn modelId="{4B858DA4-1A5D-4766-910D-89644461F6AE}" type="presParOf" srcId="{0FB93A58-8CA7-4429-86E4-BAAA7BB5B742}" destId="{EDEB7D83-DB93-407D-B5F7-A4D3213F7673}" srcOrd="0" destOrd="0" presId="urn:microsoft.com/office/officeart/2018/2/layout/IconCircleList"/>
    <dgm:cxn modelId="{14A60425-11D3-44AE-8936-454F027CE1EC}" type="presParOf" srcId="{EDEB7D83-DB93-407D-B5F7-A4D3213F7673}" destId="{A4965FCA-0803-438B-9617-67EB582A8BB0}" srcOrd="0" destOrd="0" presId="urn:microsoft.com/office/officeart/2018/2/layout/IconCircleList"/>
    <dgm:cxn modelId="{E4923F3D-0932-4430-8207-0BFF9FAA1183}" type="presParOf" srcId="{EDEB7D83-DB93-407D-B5F7-A4D3213F7673}" destId="{EB1BD703-0431-45F7-BAAD-320BBDABFEF7}" srcOrd="1" destOrd="0" presId="urn:microsoft.com/office/officeart/2018/2/layout/IconCircleList"/>
    <dgm:cxn modelId="{7F071D32-9226-4403-B748-7CE8BFA80126}" type="presParOf" srcId="{EDEB7D83-DB93-407D-B5F7-A4D3213F7673}" destId="{3BB87B7C-534C-497E-A74C-536BAB732793}" srcOrd="2" destOrd="0" presId="urn:microsoft.com/office/officeart/2018/2/layout/IconCircleList"/>
    <dgm:cxn modelId="{C7D854F7-A53C-44EE-8B04-CB2F4E469014}" type="presParOf" srcId="{EDEB7D83-DB93-407D-B5F7-A4D3213F7673}" destId="{08139F39-2596-4D0D-967C-4E3EA5174743}" srcOrd="3" destOrd="0" presId="urn:microsoft.com/office/officeart/2018/2/layout/IconCircleList"/>
    <dgm:cxn modelId="{D14F296F-BCBC-4374-87FA-79916E7CD345}" type="presParOf" srcId="{0FB93A58-8CA7-4429-86E4-BAAA7BB5B742}" destId="{7574A0F5-45EC-461D-B608-F9A24BC1F976}" srcOrd="1" destOrd="0" presId="urn:microsoft.com/office/officeart/2018/2/layout/IconCircleList"/>
    <dgm:cxn modelId="{2335C052-8ABC-4FE4-B391-01821F77E281}" type="presParOf" srcId="{0FB93A58-8CA7-4429-86E4-BAAA7BB5B742}" destId="{85CFE33C-A102-4CCF-B9C4-3CB6177C11AD}" srcOrd="2" destOrd="0" presId="urn:microsoft.com/office/officeart/2018/2/layout/IconCircleList"/>
    <dgm:cxn modelId="{344B02C4-28FB-402B-AB37-3F477DE197E1}" type="presParOf" srcId="{85CFE33C-A102-4CCF-B9C4-3CB6177C11AD}" destId="{B9B0D007-590A-4409-AB43-FB8BE52CBDBA}" srcOrd="0" destOrd="0" presId="urn:microsoft.com/office/officeart/2018/2/layout/IconCircleList"/>
    <dgm:cxn modelId="{1DAAAB80-F5C7-4787-9631-A34E748CE03E}" type="presParOf" srcId="{85CFE33C-A102-4CCF-B9C4-3CB6177C11AD}" destId="{9C06B161-5660-43E6-9997-551744EC129E}" srcOrd="1" destOrd="0" presId="urn:microsoft.com/office/officeart/2018/2/layout/IconCircleList"/>
    <dgm:cxn modelId="{5C08E779-A1DF-4AE9-9480-A85BD3B70D54}" type="presParOf" srcId="{85CFE33C-A102-4CCF-B9C4-3CB6177C11AD}" destId="{3A356AE9-378F-4F47-A54F-F844A30E47FE}" srcOrd="2" destOrd="0" presId="urn:microsoft.com/office/officeart/2018/2/layout/IconCircleList"/>
    <dgm:cxn modelId="{152EE565-2A46-4CCC-B2D6-F727B3032BFA}" type="presParOf" srcId="{85CFE33C-A102-4CCF-B9C4-3CB6177C11AD}" destId="{6F951D97-E796-4249-8F60-2B0FF6E0354F}"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B6D91B-A23A-D84D-87A9-E254746EA411}">
      <dsp:nvSpPr>
        <dsp:cNvPr id="0" name=""/>
        <dsp:cNvSpPr/>
      </dsp:nvSpPr>
      <dsp:spPr>
        <a:xfrm>
          <a:off x="3030674" y="4633925"/>
          <a:ext cx="605483" cy="91440"/>
        </a:xfrm>
        <a:custGeom>
          <a:avLst/>
          <a:gdLst/>
          <a:ahLst/>
          <a:cxnLst/>
          <a:rect l="0" t="0" r="0" b="0"/>
          <a:pathLst>
            <a:path>
              <a:moveTo>
                <a:pt x="0" y="45720"/>
              </a:moveTo>
              <a:lnTo>
                <a:pt x="605483" y="45720"/>
              </a:lnTo>
            </a:path>
          </a:pathLst>
        </a:custGeom>
        <a:noFill/>
        <a:ln w="1270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92975F3-B738-294F-B6DA-867A7AB1F50E}">
      <dsp:nvSpPr>
        <dsp:cNvPr id="0" name=""/>
        <dsp:cNvSpPr/>
      </dsp:nvSpPr>
      <dsp:spPr>
        <a:xfrm>
          <a:off x="3030674" y="2076064"/>
          <a:ext cx="605483" cy="1301790"/>
        </a:xfrm>
        <a:custGeom>
          <a:avLst/>
          <a:gdLst/>
          <a:ahLst/>
          <a:cxnLst/>
          <a:rect l="0" t="0" r="0" b="0"/>
          <a:pathLst>
            <a:path>
              <a:moveTo>
                <a:pt x="0" y="0"/>
              </a:moveTo>
              <a:lnTo>
                <a:pt x="302741" y="0"/>
              </a:lnTo>
              <a:lnTo>
                <a:pt x="302741" y="1301790"/>
              </a:lnTo>
              <a:lnTo>
                <a:pt x="605483" y="1301790"/>
              </a:lnTo>
            </a:path>
          </a:pathLst>
        </a:custGeom>
        <a:noFill/>
        <a:ln w="1270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139A559-11D0-F545-8FFA-8BA0D1927DF3}">
      <dsp:nvSpPr>
        <dsp:cNvPr id="0" name=""/>
        <dsp:cNvSpPr/>
      </dsp:nvSpPr>
      <dsp:spPr>
        <a:xfrm>
          <a:off x="3030674" y="2030344"/>
          <a:ext cx="605483" cy="91440"/>
        </a:xfrm>
        <a:custGeom>
          <a:avLst/>
          <a:gdLst/>
          <a:ahLst/>
          <a:cxnLst/>
          <a:rect l="0" t="0" r="0" b="0"/>
          <a:pathLst>
            <a:path>
              <a:moveTo>
                <a:pt x="0" y="45720"/>
              </a:moveTo>
              <a:lnTo>
                <a:pt x="605483" y="45720"/>
              </a:lnTo>
            </a:path>
          </a:pathLst>
        </a:custGeom>
        <a:noFill/>
        <a:ln w="1270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77D3B63-D415-8449-A242-0E44F4ED6866}">
      <dsp:nvSpPr>
        <dsp:cNvPr id="0" name=""/>
        <dsp:cNvSpPr/>
      </dsp:nvSpPr>
      <dsp:spPr>
        <a:xfrm>
          <a:off x="3030674" y="774274"/>
          <a:ext cx="605483" cy="1301790"/>
        </a:xfrm>
        <a:custGeom>
          <a:avLst/>
          <a:gdLst/>
          <a:ahLst/>
          <a:cxnLst/>
          <a:rect l="0" t="0" r="0" b="0"/>
          <a:pathLst>
            <a:path>
              <a:moveTo>
                <a:pt x="0" y="1301790"/>
              </a:moveTo>
              <a:lnTo>
                <a:pt x="302741" y="1301790"/>
              </a:lnTo>
              <a:lnTo>
                <a:pt x="302741" y="0"/>
              </a:lnTo>
              <a:lnTo>
                <a:pt x="605483" y="0"/>
              </a:lnTo>
            </a:path>
          </a:pathLst>
        </a:custGeom>
        <a:noFill/>
        <a:ln w="1270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6FF283B-26A1-C94E-92D6-5DD83FE408FA}">
      <dsp:nvSpPr>
        <dsp:cNvPr id="0" name=""/>
        <dsp:cNvSpPr/>
      </dsp:nvSpPr>
      <dsp:spPr>
        <a:xfrm>
          <a:off x="3255" y="1614383"/>
          <a:ext cx="3027419" cy="923362"/>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9685" tIns="19685" rIns="19685" bIns="19685" numCol="1" spcCol="1270" anchor="ctr" anchorCtr="0">
          <a:noAutofit/>
        </a:bodyPr>
        <a:lstStyle/>
        <a:p>
          <a:pPr marL="0" lvl="0" indent="0" algn="ctr" defTabSz="1377950">
            <a:lnSpc>
              <a:spcPct val="90000"/>
            </a:lnSpc>
            <a:spcBef>
              <a:spcPct val="0"/>
            </a:spcBef>
            <a:spcAft>
              <a:spcPct val="35000"/>
            </a:spcAft>
            <a:buNone/>
          </a:pPr>
          <a:r>
            <a:rPr lang="en-US" sz="3100" kern="1200"/>
            <a:t>Conventional research model:</a:t>
          </a:r>
        </a:p>
      </dsp:txBody>
      <dsp:txXfrm>
        <a:off x="3255" y="1614383"/>
        <a:ext cx="3027419" cy="923362"/>
      </dsp:txXfrm>
    </dsp:sp>
    <dsp:sp modelId="{771326D5-6E9F-874B-9362-EC1657902B56}">
      <dsp:nvSpPr>
        <dsp:cNvPr id="0" name=""/>
        <dsp:cNvSpPr/>
      </dsp:nvSpPr>
      <dsp:spPr>
        <a:xfrm>
          <a:off x="3636158" y="312593"/>
          <a:ext cx="3027419" cy="92336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9685" tIns="19685" rIns="19685" bIns="19685" numCol="1" spcCol="1270" anchor="ctr" anchorCtr="0">
          <a:noAutofit/>
        </a:bodyPr>
        <a:lstStyle/>
        <a:p>
          <a:pPr marL="0" lvl="0" indent="0" algn="ctr" defTabSz="1377950">
            <a:lnSpc>
              <a:spcPct val="90000"/>
            </a:lnSpc>
            <a:spcBef>
              <a:spcPct val="0"/>
            </a:spcBef>
            <a:spcAft>
              <a:spcPct val="35000"/>
            </a:spcAft>
            <a:buNone/>
          </a:pPr>
          <a:r>
            <a:rPr lang="en-US" sz="3100" kern="1200"/>
            <a:t>University? Profs?</a:t>
          </a:r>
        </a:p>
      </dsp:txBody>
      <dsp:txXfrm>
        <a:off x="3636158" y="312593"/>
        <a:ext cx="3027419" cy="923362"/>
      </dsp:txXfrm>
    </dsp:sp>
    <dsp:sp modelId="{71CEA2D6-2A14-A64C-A8D2-600F06292AC9}">
      <dsp:nvSpPr>
        <dsp:cNvPr id="0" name=""/>
        <dsp:cNvSpPr/>
      </dsp:nvSpPr>
      <dsp:spPr>
        <a:xfrm>
          <a:off x="3636158" y="1614383"/>
          <a:ext cx="3027419" cy="92336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9685" tIns="19685" rIns="19685" bIns="19685" numCol="1" spcCol="1270" anchor="ctr" anchorCtr="0">
          <a:noAutofit/>
        </a:bodyPr>
        <a:lstStyle/>
        <a:p>
          <a:pPr marL="0" lvl="0" indent="0" algn="ctr" defTabSz="1377950">
            <a:lnSpc>
              <a:spcPct val="90000"/>
            </a:lnSpc>
            <a:spcBef>
              <a:spcPct val="0"/>
            </a:spcBef>
            <a:spcAft>
              <a:spcPct val="35000"/>
            </a:spcAft>
            <a:buNone/>
          </a:pPr>
          <a:r>
            <a:rPr lang="en-US" sz="3100" kern="1200"/>
            <a:t>Industry?</a:t>
          </a:r>
        </a:p>
      </dsp:txBody>
      <dsp:txXfrm>
        <a:off x="3636158" y="1614383"/>
        <a:ext cx="3027419" cy="923362"/>
      </dsp:txXfrm>
    </dsp:sp>
    <dsp:sp modelId="{0B0116EA-12C0-254B-A505-E4DC8F8D7179}">
      <dsp:nvSpPr>
        <dsp:cNvPr id="0" name=""/>
        <dsp:cNvSpPr/>
      </dsp:nvSpPr>
      <dsp:spPr>
        <a:xfrm>
          <a:off x="3636158" y="2916173"/>
          <a:ext cx="3027419" cy="92336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9685" tIns="19685" rIns="19685" bIns="19685" numCol="1" spcCol="1270" anchor="ctr" anchorCtr="0">
          <a:noAutofit/>
        </a:bodyPr>
        <a:lstStyle/>
        <a:p>
          <a:pPr marL="0" lvl="0" indent="0" algn="ctr" defTabSz="1377950">
            <a:lnSpc>
              <a:spcPct val="90000"/>
            </a:lnSpc>
            <a:spcBef>
              <a:spcPct val="0"/>
            </a:spcBef>
            <a:spcAft>
              <a:spcPct val="35000"/>
            </a:spcAft>
            <a:buNone/>
          </a:pPr>
          <a:r>
            <a:rPr lang="en-US" sz="3100" kern="1200"/>
            <a:t>Military?</a:t>
          </a:r>
        </a:p>
      </dsp:txBody>
      <dsp:txXfrm>
        <a:off x="3636158" y="2916173"/>
        <a:ext cx="3027419" cy="923362"/>
      </dsp:txXfrm>
    </dsp:sp>
    <dsp:sp modelId="{D3E39F40-38E4-0744-9CD2-D7E627FE34EC}">
      <dsp:nvSpPr>
        <dsp:cNvPr id="0" name=""/>
        <dsp:cNvSpPr/>
      </dsp:nvSpPr>
      <dsp:spPr>
        <a:xfrm>
          <a:off x="3255" y="4217963"/>
          <a:ext cx="3027419" cy="923362"/>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9685" tIns="19685" rIns="19685" bIns="19685" numCol="1" spcCol="1270" anchor="ctr" anchorCtr="0">
          <a:noAutofit/>
        </a:bodyPr>
        <a:lstStyle/>
        <a:p>
          <a:pPr marL="0" lvl="0" indent="0" algn="ctr" defTabSz="1377950">
            <a:lnSpc>
              <a:spcPct val="90000"/>
            </a:lnSpc>
            <a:spcBef>
              <a:spcPct val="0"/>
            </a:spcBef>
            <a:spcAft>
              <a:spcPct val="35000"/>
            </a:spcAft>
            <a:buNone/>
          </a:pPr>
          <a:r>
            <a:rPr lang="en-US" sz="3100" kern="1200"/>
            <a:t>Open Science</a:t>
          </a:r>
        </a:p>
      </dsp:txBody>
      <dsp:txXfrm>
        <a:off x="3255" y="4217963"/>
        <a:ext cx="3027419" cy="923362"/>
      </dsp:txXfrm>
    </dsp:sp>
    <dsp:sp modelId="{0FE6F582-452F-F24E-BCE9-7D96C4A394B2}">
      <dsp:nvSpPr>
        <dsp:cNvPr id="0" name=""/>
        <dsp:cNvSpPr/>
      </dsp:nvSpPr>
      <dsp:spPr>
        <a:xfrm>
          <a:off x="3636158" y="4217963"/>
          <a:ext cx="3027419" cy="92336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9685" tIns="19685" rIns="19685" bIns="19685" numCol="1" spcCol="1270" anchor="ctr" anchorCtr="0">
          <a:noAutofit/>
        </a:bodyPr>
        <a:lstStyle/>
        <a:p>
          <a:pPr marL="0" lvl="0" indent="0" algn="ctr" defTabSz="1377950">
            <a:lnSpc>
              <a:spcPct val="90000"/>
            </a:lnSpc>
            <a:spcBef>
              <a:spcPct val="0"/>
            </a:spcBef>
            <a:spcAft>
              <a:spcPct val="35000"/>
            </a:spcAft>
            <a:buNone/>
          </a:pPr>
          <a:r>
            <a:rPr lang="en-US" sz="3100" kern="1200"/>
            <a:t>?</a:t>
          </a:r>
        </a:p>
      </dsp:txBody>
      <dsp:txXfrm>
        <a:off x="3636158" y="4217963"/>
        <a:ext cx="3027419" cy="9233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0296F3-8473-4445-BC56-35721FE23C1F}">
      <dsp:nvSpPr>
        <dsp:cNvPr id="0" name=""/>
        <dsp:cNvSpPr/>
      </dsp:nvSpPr>
      <dsp:spPr>
        <a:xfrm>
          <a:off x="0" y="63207"/>
          <a:ext cx="6666833" cy="76167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Google search</a:t>
          </a:r>
        </a:p>
      </dsp:txBody>
      <dsp:txXfrm>
        <a:off x="37182" y="100389"/>
        <a:ext cx="6592469" cy="687306"/>
      </dsp:txXfrm>
    </dsp:sp>
    <dsp:sp modelId="{2E610A3B-8387-DD41-8D5D-3D934853DB0D}">
      <dsp:nvSpPr>
        <dsp:cNvPr id="0" name=""/>
        <dsp:cNvSpPr/>
      </dsp:nvSpPr>
      <dsp:spPr>
        <a:xfrm>
          <a:off x="0" y="914157"/>
          <a:ext cx="6666833" cy="761670"/>
        </a:xfrm>
        <a:prstGeom prst="roundRect">
          <a:avLst/>
        </a:prstGeom>
        <a:gradFill rotWithShape="0">
          <a:gsLst>
            <a:gs pos="0">
              <a:schemeClr val="accent5">
                <a:hueOff val="-3038037"/>
                <a:satOff val="-207"/>
                <a:lumOff val="490"/>
                <a:alphaOff val="0"/>
                <a:satMod val="103000"/>
                <a:lumMod val="102000"/>
                <a:tint val="94000"/>
              </a:schemeClr>
            </a:gs>
            <a:gs pos="50000">
              <a:schemeClr val="accent5">
                <a:hueOff val="-3038037"/>
                <a:satOff val="-207"/>
                <a:lumOff val="490"/>
                <a:alphaOff val="0"/>
                <a:satMod val="110000"/>
                <a:lumMod val="100000"/>
                <a:shade val="100000"/>
              </a:schemeClr>
            </a:gs>
            <a:gs pos="100000">
              <a:schemeClr val="accent5">
                <a:hueOff val="-3038037"/>
                <a:satOff val="-207"/>
                <a:lumOff val="49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GB" sz="3100" kern="1200">
              <a:hlinkClick xmlns:r="http://schemas.openxmlformats.org/officeDocument/2006/relationships" r:id="rId1"/>
            </a:rPr>
            <a:t>Google Scholar</a:t>
          </a:r>
          <a:endParaRPr lang="en-US" sz="3100" kern="1200"/>
        </a:p>
      </dsp:txBody>
      <dsp:txXfrm>
        <a:off x="37182" y="951339"/>
        <a:ext cx="6592469" cy="687306"/>
      </dsp:txXfrm>
    </dsp:sp>
    <dsp:sp modelId="{9DFC7BCE-A714-DA49-9A72-EABAEA29BAAB}">
      <dsp:nvSpPr>
        <dsp:cNvPr id="0" name=""/>
        <dsp:cNvSpPr/>
      </dsp:nvSpPr>
      <dsp:spPr>
        <a:xfrm>
          <a:off x="0" y="1765107"/>
          <a:ext cx="6666833" cy="761670"/>
        </a:xfrm>
        <a:prstGeom prst="round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GB" sz="3100" kern="1200"/>
            <a:t>Library</a:t>
          </a:r>
          <a:endParaRPr lang="en-US" sz="3100" kern="1200"/>
        </a:p>
      </dsp:txBody>
      <dsp:txXfrm>
        <a:off x="37182" y="1802289"/>
        <a:ext cx="6592469" cy="687306"/>
      </dsp:txXfrm>
    </dsp:sp>
    <dsp:sp modelId="{F1663773-A683-ED4D-AB8B-E0B2CB4FDE4D}">
      <dsp:nvSpPr>
        <dsp:cNvPr id="0" name=""/>
        <dsp:cNvSpPr/>
      </dsp:nvSpPr>
      <dsp:spPr>
        <a:xfrm>
          <a:off x="0" y="2526777"/>
          <a:ext cx="6666833" cy="12513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n-GB" sz="2400" kern="1200">
              <a:hlinkClick xmlns:r="http://schemas.openxmlformats.org/officeDocument/2006/relationships" r:id="rId2"/>
            </a:rPr>
            <a:t>ADS</a:t>
          </a:r>
          <a:endParaRPr lang="en-US" sz="2400" kern="1200"/>
        </a:p>
        <a:p>
          <a:pPr marL="228600" lvl="1" indent="-228600" algn="l" defTabSz="1066800">
            <a:lnSpc>
              <a:spcPct val="90000"/>
            </a:lnSpc>
            <a:spcBef>
              <a:spcPct val="0"/>
            </a:spcBef>
            <a:spcAft>
              <a:spcPct val="20000"/>
            </a:spcAft>
            <a:buChar char="•"/>
          </a:pPr>
          <a:r>
            <a:rPr lang="en-GB" sz="2400" kern="1200">
              <a:hlinkClick xmlns:r="http://schemas.openxmlformats.org/officeDocument/2006/relationships" r:id="rId3"/>
            </a:rPr>
            <a:t>Scopus</a:t>
          </a:r>
          <a:endParaRPr lang="en-US" sz="2400" kern="1200"/>
        </a:p>
        <a:p>
          <a:pPr marL="228600" lvl="1" indent="-228600" algn="l" defTabSz="1066800">
            <a:lnSpc>
              <a:spcPct val="90000"/>
            </a:lnSpc>
            <a:spcBef>
              <a:spcPct val="0"/>
            </a:spcBef>
            <a:spcAft>
              <a:spcPct val="20000"/>
            </a:spcAft>
            <a:buChar char="•"/>
          </a:pPr>
          <a:r>
            <a:rPr lang="en-GB" sz="2400" kern="1200"/>
            <a:t>Web of Knowledge</a:t>
          </a:r>
          <a:endParaRPr lang="en-US" sz="2400" kern="1200"/>
        </a:p>
      </dsp:txBody>
      <dsp:txXfrm>
        <a:off x="0" y="2526777"/>
        <a:ext cx="6666833" cy="1251315"/>
      </dsp:txXfrm>
    </dsp:sp>
    <dsp:sp modelId="{470060B9-B568-7E49-9518-56478EE20115}">
      <dsp:nvSpPr>
        <dsp:cNvPr id="0" name=""/>
        <dsp:cNvSpPr/>
      </dsp:nvSpPr>
      <dsp:spPr>
        <a:xfrm>
          <a:off x="0" y="3778092"/>
          <a:ext cx="6666833" cy="761670"/>
        </a:xfrm>
        <a:prstGeom prst="roundRect">
          <a:avLst/>
        </a:prstGeom>
        <a:gradFill rotWithShape="0">
          <a:gsLst>
            <a:gs pos="0">
              <a:schemeClr val="accent5">
                <a:hueOff val="-9114112"/>
                <a:satOff val="-620"/>
                <a:lumOff val="1471"/>
                <a:alphaOff val="0"/>
                <a:satMod val="103000"/>
                <a:lumMod val="102000"/>
                <a:tint val="94000"/>
              </a:schemeClr>
            </a:gs>
            <a:gs pos="50000">
              <a:schemeClr val="accent5">
                <a:hueOff val="-9114112"/>
                <a:satOff val="-620"/>
                <a:lumOff val="1471"/>
                <a:alphaOff val="0"/>
                <a:satMod val="110000"/>
                <a:lumMod val="100000"/>
                <a:shade val="100000"/>
              </a:schemeClr>
            </a:gs>
            <a:gs pos="100000">
              <a:schemeClr val="accent5">
                <a:hueOff val="-9114112"/>
                <a:satOff val="-620"/>
                <a:lumOff val="147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GB" sz="3100" kern="1200">
              <a:hlinkClick xmlns:r="http://schemas.openxmlformats.org/officeDocument/2006/relationships" r:id="rId4"/>
            </a:rPr>
            <a:t>ResearchGate</a:t>
          </a:r>
          <a:endParaRPr lang="en-US" sz="3100" kern="1200"/>
        </a:p>
      </dsp:txBody>
      <dsp:txXfrm>
        <a:off x="37182" y="3815274"/>
        <a:ext cx="6592469" cy="687306"/>
      </dsp:txXfrm>
    </dsp:sp>
    <dsp:sp modelId="{28CC38D7-CE36-3744-8FCF-55880FA747B6}">
      <dsp:nvSpPr>
        <dsp:cNvPr id="0" name=""/>
        <dsp:cNvSpPr/>
      </dsp:nvSpPr>
      <dsp:spPr>
        <a:xfrm>
          <a:off x="0" y="4629042"/>
          <a:ext cx="6666833" cy="76167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GB" sz="3100" kern="1200"/>
            <a:t>other?</a:t>
          </a:r>
          <a:endParaRPr lang="en-US" sz="3100" kern="1200"/>
        </a:p>
      </dsp:txBody>
      <dsp:txXfrm>
        <a:off x="37182" y="4666224"/>
        <a:ext cx="6592469" cy="6873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176ACF-DD7C-DE48-A88E-96B3862A91BE}">
      <dsp:nvSpPr>
        <dsp:cNvPr id="0" name=""/>
        <dsp:cNvSpPr/>
      </dsp:nvSpPr>
      <dsp:spPr>
        <a:xfrm>
          <a:off x="0" y="2663"/>
          <a:ext cx="6666833"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E8809C2D-0017-C343-8663-EEE2B8ABDE82}">
      <dsp:nvSpPr>
        <dsp:cNvPr id="0" name=""/>
        <dsp:cNvSpPr/>
      </dsp:nvSpPr>
      <dsp:spPr>
        <a:xfrm>
          <a:off x="0" y="2663"/>
          <a:ext cx="6666833" cy="454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kern="1200"/>
            <a:t>GitHub</a:t>
          </a:r>
          <a:endParaRPr lang="en-US" sz="2000" kern="1200"/>
        </a:p>
      </dsp:txBody>
      <dsp:txXfrm>
        <a:off x="0" y="2663"/>
        <a:ext cx="6666833" cy="454049"/>
      </dsp:txXfrm>
    </dsp:sp>
    <dsp:sp modelId="{58AA0081-E25B-8B4A-BC87-7EC8036242FD}">
      <dsp:nvSpPr>
        <dsp:cNvPr id="0" name=""/>
        <dsp:cNvSpPr/>
      </dsp:nvSpPr>
      <dsp:spPr>
        <a:xfrm>
          <a:off x="0" y="456712"/>
          <a:ext cx="6666833"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5499B36C-8B38-4D41-885C-65D22C9B8730}">
      <dsp:nvSpPr>
        <dsp:cNvPr id="0" name=""/>
        <dsp:cNvSpPr/>
      </dsp:nvSpPr>
      <dsp:spPr>
        <a:xfrm>
          <a:off x="0" y="456712"/>
          <a:ext cx="6666833" cy="454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kern="1200"/>
            <a:t>LinkedIn</a:t>
          </a:r>
          <a:endParaRPr lang="en-US" sz="2000" kern="1200"/>
        </a:p>
      </dsp:txBody>
      <dsp:txXfrm>
        <a:off x="0" y="456712"/>
        <a:ext cx="6666833" cy="454049"/>
      </dsp:txXfrm>
    </dsp:sp>
    <dsp:sp modelId="{910917FC-6502-234D-8851-066235DC6327}">
      <dsp:nvSpPr>
        <dsp:cNvPr id="0" name=""/>
        <dsp:cNvSpPr/>
      </dsp:nvSpPr>
      <dsp:spPr>
        <a:xfrm>
          <a:off x="0" y="910762"/>
          <a:ext cx="6666833" cy="0"/>
        </a:xfrm>
        <a:prstGeom prst="lin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12700" cap="flat" cmpd="sng" algn="ctr">
          <a:solidFill>
            <a:schemeClr val="accent4">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6CD667F6-AA68-7C41-A4C1-44A2A2E1E357}">
      <dsp:nvSpPr>
        <dsp:cNvPr id="0" name=""/>
        <dsp:cNvSpPr/>
      </dsp:nvSpPr>
      <dsp:spPr>
        <a:xfrm>
          <a:off x="0" y="910762"/>
          <a:ext cx="6666833" cy="454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kern="1200"/>
            <a:t>YouTube</a:t>
          </a:r>
          <a:endParaRPr lang="en-US" sz="2000" kern="1200"/>
        </a:p>
      </dsp:txBody>
      <dsp:txXfrm>
        <a:off x="0" y="910762"/>
        <a:ext cx="6666833" cy="454049"/>
      </dsp:txXfrm>
    </dsp:sp>
    <dsp:sp modelId="{97FF7F2B-A32A-8D4F-8352-F93A7E8A0306}">
      <dsp:nvSpPr>
        <dsp:cNvPr id="0" name=""/>
        <dsp:cNvSpPr/>
      </dsp:nvSpPr>
      <dsp:spPr>
        <a:xfrm>
          <a:off x="0" y="1364811"/>
          <a:ext cx="6666833" cy="0"/>
        </a:xfrm>
        <a:prstGeom prst="lin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12700" cap="flat" cmpd="sng" algn="ctr">
          <a:solidFill>
            <a:schemeClr val="accent5">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313A447D-3481-0D4E-9681-4BF2502FFABD}">
      <dsp:nvSpPr>
        <dsp:cNvPr id="0" name=""/>
        <dsp:cNvSpPr/>
      </dsp:nvSpPr>
      <dsp:spPr>
        <a:xfrm>
          <a:off x="0" y="1364811"/>
          <a:ext cx="6666833" cy="454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kern="1200"/>
            <a:t>Google/Bing</a:t>
          </a:r>
          <a:endParaRPr lang="en-US" sz="2000" kern="1200"/>
        </a:p>
      </dsp:txBody>
      <dsp:txXfrm>
        <a:off x="0" y="1364811"/>
        <a:ext cx="6666833" cy="454049"/>
      </dsp:txXfrm>
    </dsp:sp>
    <dsp:sp modelId="{05021D68-4449-F444-8071-98FEA3CDF3F0}">
      <dsp:nvSpPr>
        <dsp:cNvPr id="0" name=""/>
        <dsp:cNvSpPr/>
      </dsp:nvSpPr>
      <dsp:spPr>
        <a:xfrm>
          <a:off x="0" y="1818861"/>
          <a:ext cx="6666833"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1270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22D6C243-8D96-0D44-AA22-5BBFA2C4F38D}">
      <dsp:nvSpPr>
        <dsp:cNvPr id="0" name=""/>
        <dsp:cNvSpPr/>
      </dsp:nvSpPr>
      <dsp:spPr>
        <a:xfrm>
          <a:off x="0" y="1818861"/>
          <a:ext cx="6666833" cy="454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kern="1200"/>
            <a:t>Conference websites</a:t>
          </a:r>
          <a:endParaRPr lang="en-US" sz="2000" kern="1200"/>
        </a:p>
      </dsp:txBody>
      <dsp:txXfrm>
        <a:off x="0" y="1818861"/>
        <a:ext cx="6666833" cy="454049"/>
      </dsp:txXfrm>
    </dsp:sp>
    <dsp:sp modelId="{CB16A581-BC02-284F-A51D-5E0C749ECB3F}">
      <dsp:nvSpPr>
        <dsp:cNvPr id="0" name=""/>
        <dsp:cNvSpPr/>
      </dsp:nvSpPr>
      <dsp:spPr>
        <a:xfrm>
          <a:off x="0" y="2272910"/>
          <a:ext cx="6666833"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38EE574D-FFBD-DA44-8A77-5E817E978F34}">
      <dsp:nvSpPr>
        <dsp:cNvPr id="0" name=""/>
        <dsp:cNvSpPr/>
      </dsp:nvSpPr>
      <dsp:spPr>
        <a:xfrm>
          <a:off x="0" y="2272910"/>
          <a:ext cx="6666833" cy="454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kern="1200"/>
            <a:t>X, formally known as Twitter</a:t>
          </a:r>
          <a:endParaRPr lang="en-US" sz="2000" kern="1200"/>
        </a:p>
      </dsp:txBody>
      <dsp:txXfrm>
        <a:off x="0" y="2272910"/>
        <a:ext cx="6666833" cy="454049"/>
      </dsp:txXfrm>
    </dsp:sp>
    <dsp:sp modelId="{94FBBB62-EC7E-9546-9B93-D576399F75D7}">
      <dsp:nvSpPr>
        <dsp:cNvPr id="0" name=""/>
        <dsp:cNvSpPr/>
      </dsp:nvSpPr>
      <dsp:spPr>
        <a:xfrm>
          <a:off x="0" y="2726959"/>
          <a:ext cx="6666833"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58AF1BB9-E522-9A47-AB8C-E418E59DABDD}">
      <dsp:nvSpPr>
        <dsp:cNvPr id="0" name=""/>
        <dsp:cNvSpPr/>
      </dsp:nvSpPr>
      <dsp:spPr>
        <a:xfrm>
          <a:off x="0" y="2726960"/>
          <a:ext cx="6666833" cy="454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kern="1200"/>
            <a:t>Facebook</a:t>
          </a:r>
          <a:endParaRPr lang="en-US" sz="2000" kern="1200"/>
        </a:p>
      </dsp:txBody>
      <dsp:txXfrm>
        <a:off x="0" y="2726960"/>
        <a:ext cx="6666833" cy="454049"/>
      </dsp:txXfrm>
    </dsp:sp>
    <dsp:sp modelId="{FD331757-EE4D-BC4A-851C-FA7228CFA78A}">
      <dsp:nvSpPr>
        <dsp:cNvPr id="0" name=""/>
        <dsp:cNvSpPr/>
      </dsp:nvSpPr>
      <dsp:spPr>
        <a:xfrm>
          <a:off x="0" y="3181009"/>
          <a:ext cx="6666833" cy="0"/>
        </a:xfrm>
        <a:prstGeom prst="lin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12700" cap="flat" cmpd="sng" algn="ctr">
          <a:solidFill>
            <a:schemeClr val="accent4">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139F11DE-52D8-B740-85D5-A39B3593A503}">
      <dsp:nvSpPr>
        <dsp:cNvPr id="0" name=""/>
        <dsp:cNvSpPr/>
      </dsp:nvSpPr>
      <dsp:spPr>
        <a:xfrm>
          <a:off x="0" y="3181009"/>
          <a:ext cx="6666833" cy="454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kern="1200"/>
            <a:t>Medium</a:t>
          </a:r>
          <a:endParaRPr lang="en-US" sz="2000" kern="1200"/>
        </a:p>
      </dsp:txBody>
      <dsp:txXfrm>
        <a:off x="0" y="3181009"/>
        <a:ext cx="6666833" cy="454049"/>
      </dsp:txXfrm>
    </dsp:sp>
    <dsp:sp modelId="{7EFD8417-D583-4C46-B6B3-35C879D45D17}">
      <dsp:nvSpPr>
        <dsp:cNvPr id="0" name=""/>
        <dsp:cNvSpPr/>
      </dsp:nvSpPr>
      <dsp:spPr>
        <a:xfrm>
          <a:off x="0" y="3635058"/>
          <a:ext cx="6666833" cy="0"/>
        </a:xfrm>
        <a:prstGeom prst="lin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12700" cap="flat" cmpd="sng" algn="ctr">
          <a:solidFill>
            <a:schemeClr val="accent5">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357C4075-422A-A24F-8B5D-CA346AD270E7}">
      <dsp:nvSpPr>
        <dsp:cNvPr id="0" name=""/>
        <dsp:cNvSpPr/>
      </dsp:nvSpPr>
      <dsp:spPr>
        <a:xfrm>
          <a:off x="0" y="3635058"/>
          <a:ext cx="6666833" cy="454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kern="1200"/>
            <a:t>Substack</a:t>
          </a:r>
          <a:endParaRPr lang="en-US" sz="2000" kern="1200"/>
        </a:p>
      </dsp:txBody>
      <dsp:txXfrm>
        <a:off x="0" y="3635058"/>
        <a:ext cx="6666833" cy="454049"/>
      </dsp:txXfrm>
    </dsp:sp>
    <dsp:sp modelId="{BBE84500-4E93-314F-AEF4-AB2038B625AF}">
      <dsp:nvSpPr>
        <dsp:cNvPr id="0" name=""/>
        <dsp:cNvSpPr/>
      </dsp:nvSpPr>
      <dsp:spPr>
        <a:xfrm>
          <a:off x="0" y="4089108"/>
          <a:ext cx="6666833"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1270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65F91E9C-87F9-6D43-B5F1-FB8384D250E4}">
      <dsp:nvSpPr>
        <dsp:cNvPr id="0" name=""/>
        <dsp:cNvSpPr/>
      </dsp:nvSpPr>
      <dsp:spPr>
        <a:xfrm>
          <a:off x="0" y="4089108"/>
          <a:ext cx="6666833" cy="454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kern="1200"/>
            <a:t>Stack Overflow</a:t>
          </a:r>
          <a:endParaRPr lang="en-US" sz="2000" kern="1200"/>
        </a:p>
      </dsp:txBody>
      <dsp:txXfrm>
        <a:off x="0" y="4089108"/>
        <a:ext cx="6666833" cy="454049"/>
      </dsp:txXfrm>
    </dsp:sp>
    <dsp:sp modelId="{109649EE-B5A0-1F4B-98A2-B0EBFF5DC5D7}">
      <dsp:nvSpPr>
        <dsp:cNvPr id="0" name=""/>
        <dsp:cNvSpPr/>
      </dsp:nvSpPr>
      <dsp:spPr>
        <a:xfrm>
          <a:off x="0" y="4543157"/>
          <a:ext cx="6666833"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F7623CE2-971F-6845-A4ED-9B1D06C328BD}">
      <dsp:nvSpPr>
        <dsp:cNvPr id="0" name=""/>
        <dsp:cNvSpPr/>
      </dsp:nvSpPr>
      <dsp:spPr>
        <a:xfrm>
          <a:off x="0" y="4543157"/>
          <a:ext cx="6666833" cy="454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kern="1200"/>
            <a:t>Reddit</a:t>
          </a:r>
          <a:endParaRPr lang="en-US" sz="2000" kern="1200"/>
        </a:p>
      </dsp:txBody>
      <dsp:txXfrm>
        <a:off x="0" y="4543157"/>
        <a:ext cx="6666833" cy="454049"/>
      </dsp:txXfrm>
    </dsp:sp>
    <dsp:sp modelId="{EB28A2C7-7D29-B84B-BC82-1B4ADC9EEF3D}">
      <dsp:nvSpPr>
        <dsp:cNvPr id="0" name=""/>
        <dsp:cNvSpPr/>
      </dsp:nvSpPr>
      <dsp:spPr>
        <a:xfrm>
          <a:off x="0" y="4997207"/>
          <a:ext cx="6666833"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9B234349-052D-9D4B-9094-F5B2C708BA54}">
      <dsp:nvSpPr>
        <dsp:cNvPr id="0" name=""/>
        <dsp:cNvSpPr/>
      </dsp:nvSpPr>
      <dsp:spPr>
        <a:xfrm>
          <a:off x="0" y="4997207"/>
          <a:ext cx="6666833" cy="454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kern="1200"/>
            <a:t>Mastodon</a:t>
          </a:r>
          <a:endParaRPr lang="en-US" sz="2000" kern="1200"/>
        </a:p>
      </dsp:txBody>
      <dsp:txXfrm>
        <a:off x="0" y="4997207"/>
        <a:ext cx="6666833" cy="45404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965FCA-0803-438B-9617-67EB582A8BB0}">
      <dsp:nvSpPr>
        <dsp:cNvPr id="0" name=""/>
        <dsp:cNvSpPr/>
      </dsp:nvSpPr>
      <dsp:spPr>
        <a:xfrm>
          <a:off x="212335" y="1507711"/>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1BD703-0431-45F7-BAAD-320BBDABFEF7}">
      <dsp:nvSpPr>
        <dsp:cNvPr id="0" name=""/>
        <dsp:cNvSpPr/>
      </dsp:nvSpPr>
      <dsp:spPr>
        <a:xfrm>
          <a:off x="492877" y="1788253"/>
          <a:ext cx="774830" cy="774830"/>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139F39-2596-4D0D-967C-4E3EA5174743}">
      <dsp:nvSpPr>
        <dsp:cNvPr id="0" name=""/>
        <dsp:cNvSpPr/>
      </dsp:nvSpPr>
      <dsp:spPr>
        <a:xfrm>
          <a:off x="1834517" y="1507711"/>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b="1" kern="1200" dirty="0"/>
            <a:t>contributor</a:t>
          </a:r>
          <a:r>
            <a:rPr lang="en-US" sz="2000" kern="1200" dirty="0"/>
            <a:t> -- </a:t>
          </a:r>
          <a:r>
            <a:rPr lang="en-GB" sz="2000" kern="1200" dirty="0"/>
            <a:t>A contributor is anyone who has done any activity that made it possible for the research to happen and results to be created, published or shared.</a:t>
          </a:r>
          <a:endParaRPr lang="en-US" sz="2000" kern="1200" dirty="0"/>
        </a:p>
      </dsp:txBody>
      <dsp:txXfrm>
        <a:off x="1834517" y="1507711"/>
        <a:ext cx="3148942" cy="1335915"/>
      </dsp:txXfrm>
    </dsp:sp>
    <dsp:sp modelId="{B9B0D007-590A-4409-AB43-FB8BE52CBDBA}">
      <dsp:nvSpPr>
        <dsp:cNvPr id="0" name=""/>
        <dsp:cNvSpPr/>
      </dsp:nvSpPr>
      <dsp:spPr>
        <a:xfrm>
          <a:off x="5532139" y="1507711"/>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06B161-5660-43E6-9997-551744EC129E}">
      <dsp:nvSpPr>
        <dsp:cNvPr id="0" name=""/>
        <dsp:cNvSpPr/>
      </dsp:nvSpPr>
      <dsp:spPr>
        <a:xfrm>
          <a:off x="5812681" y="1788253"/>
          <a:ext cx="774830" cy="774830"/>
        </a:xfrm>
        <a:prstGeom prst="rect">
          <a:avLst/>
        </a:prstGeom>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951D97-E796-4249-8F60-2B0FF6E0354F}">
      <dsp:nvSpPr>
        <dsp:cNvPr id="0" name=""/>
        <dsp:cNvSpPr/>
      </dsp:nvSpPr>
      <dsp:spPr>
        <a:xfrm>
          <a:off x="7154322" y="1507711"/>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GB" sz="2000" b="1" kern="1200" dirty="0"/>
            <a:t>author </a:t>
          </a:r>
          <a:r>
            <a:rPr lang="en-GB" sz="2000" kern="1200" dirty="0"/>
            <a:t>-- An author of an open result is a contributor who has given a substantial contribution to the conception or design of the work or the acquisition, analysis, or interpretation of the data for the published work.</a:t>
          </a:r>
          <a:endParaRPr lang="en-US" sz="2000" kern="1200" dirty="0"/>
        </a:p>
      </dsp:txBody>
      <dsp:txXfrm>
        <a:off x="7154322" y="1507711"/>
        <a:ext cx="3148942" cy="1335915"/>
      </dsp:txXfrm>
    </dsp:sp>
  </dsp:spTree>
</dsp:drawing>
</file>

<file path=ppt/diagrams/layout1.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79EBA-1FCF-748A-0875-D9869032422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T"/>
          </a:p>
        </p:txBody>
      </p:sp>
      <p:sp>
        <p:nvSpPr>
          <p:cNvPr id="3" name="Subtitle 2">
            <a:extLst>
              <a:ext uri="{FF2B5EF4-FFF2-40B4-BE49-F238E27FC236}">
                <a16:creationId xmlns:a16="http://schemas.microsoft.com/office/drawing/2014/main" id="{CF99BF3D-4AC6-7138-E9FB-6D02339FAF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T"/>
          </a:p>
        </p:txBody>
      </p:sp>
      <p:sp>
        <p:nvSpPr>
          <p:cNvPr id="4" name="Date Placeholder 3">
            <a:extLst>
              <a:ext uri="{FF2B5EF4-FFF2-40B4-BE49-F238E27FC236}">
                <a16:creationId xmlns:a16="http://schemas.microsoft.com/office/drawing/2014/main" id="{63CB32EF-971B-F74E-2F86-7D5F8AB36A31}"/>
              </a:ext>
            </a:extLst>
          </p:cNvPr>
          <p:cNvSpPr>
            <a:spLocks noGrp="1"/>
          </p:cNvSpPr>
          <p:nvPr>
            <p:ph type="dt" sz="half" idx="10"/>
          </p:nvPr>
        </p:nvSpPr>
        <p:spPr/>
        <p:txBody>
          <a:bodyPr/>
          <a:lstStyle/>
          <a:p>
            <a:fld id="{CE88BDAF-EA79-CD4D-BBF6-A1B0FC5EAE1E}" type="datetimeFigureOut">
              <a:rPr lang="en-IT" smtClean="0"/>
              <a:t>12/04/24</a:t>
            </a:fld>
            <a:endParaRPr lang="en-IT"/>
          </a:p>
        </p:txBody>
      </p:sp>
      <p:sp>
        <p:nvSpPr>
          <p:cNvPr id="5" name="Footer Placeholder 4">
            <a:extLst>
              <a:ext uri="{FF2B5EF4-FFF2-40B4-BE49-F238E27FC236}">
                <a16:creationId xmlns:a16="http://schemas.microsoft.com/office/drawing/2014/main" id="{809EE44F-14B9-9F9E-E0CE-46DC156DA168}"/>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BCC55850-3EB6-D8CC-7AE4-DB7131F8D9F9}"/>
              </a:ext>
            </a:extLst>
          </p:cNvPr>
          <p:cNvSpPr>
            <a:spLocks noGrp="1"/>
          </p:cNvSpPr>
          <p:nvPr>
            <p:ph type="sldNum" sz="quarter" idx="12"/>
          </p:nvPr>
        </p:nvSpPr>
        <p:spPr/>
        <p:txBody>
          <a:bodyPr/>
          <a:lstStyle/>
          <a:p>
            <a:fld id="{0A2F1E37-A89C-404F-8F12-2D968CB5F32F}" type="slidenum">
              <a:rPr lang="en-IT" smtClean="0"/>
              <a:t>‹#›</a:t>
            </a:fld>
            <a:endParaRPr lang="en-IT"/>
          </a:p>
        </p:txBody>
      </p:sp>
    </p:spTree>
    <p:extLst>
      <p:ext uri="{BB962C8B-B14F-4D97-AF65-F5344CB8AC3E}">
        <p14:creationId xmlns:p14="http://schemas.microsoft.com/office/powerpoint/2010/main" val="3114194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7C7C4-EDA7-E974-FC70-69A69632C8E2}"/>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A8513B31-90C8-A9C0-CE39-34D20F74D3A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417C774E-D6FF-F0B6-68AC-D8F5FC95B55B}"/>
              </a:ext>
            </a:extLst>
          </p:cNvPr>
          <p:cNvSpPr>
            <a:spLocks noGrp="1"/>
          </p:cNvSpPr>
          <p:nvPr>
            <p:ph type="dt" sz="half" idx="10"/>
          </p:nvPr>
        </p:nvSpPr>
        <p:spPr/>
        <p:txBody>
          <a:bodyPr/>
          <a:lstStyle/>
          <a:p>
            <a:fld id="{CE88BDAF-EA79-CD4D-BBF6-A1B0FC5EAE1E}" type="datetimeFigureOut">
              <a:rPr lang="en-IT" smtClean="0"/>
              <a:t>12/04/24</a:t>
            </a:fld>
            <a:endParaRPr lang="en-IT"/>
          </a:p>
        </p:txBody>
      </p:sp>
      <p:sp>
        <p:nvSpPr>
          <p:cNvPr id="5" name="Footer Placeholder 4">
            <a:extLst>
              <a:ext uri="{FF2B5EF4-FFF2-40B4-BE49-F238E27FC236}">
                <a16:creationId xmlns:a16="http://schemas.microsoft.com/office/drawing/2014/main" id="{C2911B51-0ACB-5862-A3F1-C7650F59F169}"/>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F7D9EEF4-9B96-6007-9C11-EDF0736D8C67}"/>
              </a:ext>
            </a:extLst>
          </p:cNvPr>
          <p:cNvSpPr>
            <a:spLocks noGrp="1"/>
          </p:cNvSpPr>
          <p:nvPr>
            <p:ph type="sldNum" sz="quarter" idx="12"/>
          </p:nvPr>
        </p:nvSpPr>
        <p:spPr/>
        <p:txBody>
          <a:bodyPr/>
          <a:lstStyle/>
          <a:p>
            <a:fld id="{0A2F1E37-A89C-404F-8F12-2D968CB5F32F}" type="slidenum">
              <a:rPr lang="en-IT" smtClean="0"/>
              <a:t>‹#›</a:t>
            </a:fld>
            <a:endParaRPr lang="en-IT"/>
          </a:p>
        </p:txBody>
      </p:sp>
    </p:spTree>
    <p:extLst>
      <p:ext uri="{BB962C8B-B14F-4D97-AF65-F5344CB8AC3E}">
        <p14:creationId xmlns:p14="http://schemas.microsoft.com/office/powerpoint/2010/main" val="3620789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9EBC8-B599-CA41-6C7A-B73F4C068C5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T"/>
          </a:p>
        </p:txBody>
      </p:sp>
      <p:sp>
        <p:nvSpPr>
          <p:cNvPr id="3" name="Text Placeholder 2">
            <a:extLst>
              <a:ext uri="{FF2B5EF4-FFF2-40B4-BE49-F238E27FC236}">
                <a16:creationId xmlns:a16="http://schemas.microsoft.com/office/drawing/2014/main" id="{1444A99A-37F9-EE9B-B33A-7D22E7AFEDC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F0E0148-DC4B-C48C-7949-8B8EA8808445}"/>
              </a:ext>
            </a:extLst>
          </p:cNvPr>
          <p:cNvSpPr>
            <a:spLocks noGrp="1"/>
          </p:cNvSpPr>
          <p:nvPr>
            <p:ph type="dt" sz="half" idx="10"/>
          </p:nvPr>
        </p:nvSpPr>
        <p:spPr/>
        <p:txBody>
          <a:bodyPr/>
          <a:lstStyle/>
          <a:p>
            <a:fld id="{CE88BDAF-EA79-CD4D-BBF6-A1B0FC5EAE1E}" type="datetimeFigureOut">
              <a:rPr lang="en-IT" smtClean="0"/>
              <a:t>12/04/24</a:t>
            </a:fld>
            <a:endParaRPr lang="en-IT"/>
          </a:p>
        </p:txBody>
      </p:sp>
      <p:sp>
        <p:nvSpPr>
          <p:cNvPr id="5" name="Footer Placeholder 4">
            <a:extLst>
              <a:ext uri="{FF2B5EF4-FFF2-40B4-BE49-F238E27FC236}">
                <a16:creationId xmlns:a16="http://schemas.microsoft.com/office/drawing/2014/main" id="{AB0D913A-E60E-1190-CFCC-DFC0401F561F}"/>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C95B08D9-ADE4-E8C1-82C4-DA7B7A30097B}"/>
              </a:ext>
            </a:extLst>
          </p:cNvPr>
          <p:cNvSpPr>
            <a:spLocks noGrp="1"/>
          </p:cNvSpPr>
          <p:nvPr>
            <p:ph type="sldNum" sz="quarter" idx="12"/>
          </p:nvPr>
        </p:nvSpPr>
        <p:spPr/>
        <p:txBody>
          <a:bodyPr/>
          <a:lstStyle/>
          <a:p>
            <a:fld id="{0A2F1E37-A89C-404F-8F12-2D968CB5F32F}" type="slidenum">
              <a:rPr lang="en-IT" smtClean="0"/>
              <a:t>‹#›</a:t>
            </a:fld>
            <a:endParaRPr lang="en-IT"/>
          </a:p>
        </p:txBody>
      </p:sp>
    </p:spTree>
    <p:extLst>
      <p:ext uri="{BB962C8B-B14F-4D97-AF65-F5344CB8AC3E}">
        <p14:creationId xmlns:p14="http://schemas.microsoft.com/office/powerpoint/2010/main" val="3914258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1124D-3ACB-8BCA-1EDF-1130E21DF4ED}"/>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032C94E9-276B-CD5F-CD41-8097AAD7515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Content Placeholder 3">
            <a:extLst>
              <a:ext uri="{FF2B5EF4-FFF2-40B4-BE49-F238E27FC236}">
                <a16:creationId xmlns:a16="http://schemas.microsoft.com/office/drawing/2014/main" id="{DC07E53D-FA6A-48D7-10FC-7E7799D7D20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Date Placeholder 4">
            <a:extLst>
              <a:ext uri="{FF2B5EF4-FFF2-40B4-BE49-F238E27FC236}">
                <a16:creationId xmlns:a16="http://schemas.microsoft.com/office/drawing/2014/main" id="{9469CD56-40AB-F03F-AAF4-20C2CDBB15FE}"/>
              </a:ext>
            </a:extLst>
          </p:cNvPr>
          <p:cNvSpPr>
            <a:spLocks noGrp="1"/>
          </p:cNvSpPr>
          <p:nvPr>
            <p:ph type="dt" sz="half" idx="10"/>
          </p:nvPr>
        </p:nvSpPr>
        <p:spPr/>
        <p:txBody>
          <a:bodyPr/>
          <a:lstStyle/>
          <a:p>
            <a:fld id="{CE88BDAF-EA79-CD4D-BBF6-A1B0FC5EAE1E}" type="datetimeFigureOut">
              <a:rPr lang="en-IT" smtClean="0"/>
              <a:t>12/04/24</a:t>
            </a:fld>
            <a:endParaRPr lang="en-IT"/>
          </a:p>
        </p:txBody>
      </p:sp>
      <p:sp>
        <p:nvSpPr>
          <p:cNvPr id="6" name="Footer Placeholder 5">
            <a:extLst>
              <a:ext uri="{FF2B5EF4-FFF2-40B4-BE49-F238E27FC236}">
                <a16:creationId xmlns:a16="http://schemas.microsoft.com/office/drawing/2014/main" id="{A259DA00-1B08-88A0-A5D1-EDE9EE87FF30}"/>
              </a:ext>
            </a:extLst>
          </p:cNvPr>
          <p:cNvSpPr>
            <a:spLocks noGrp="1"/>
          </p:cNvSpPr>
          <p:nvPr>
            <p:ph type="ftr" sz="quarter" idx="11"/>
          </p:nvPr>
        </p:nvSpPr>
        <p:spPr/>
        <p:txBody>
          <a:bodyPr/>
          <a:lstStyle/>
          <a:p>
            <a:endParaRPr lang="en-IT"/>
          </a:p>
        </p:txBody>
      </p:sp>
      <p:sp>
        <p:nvSpPr>
          <p:cNvPr id="7" name="Slide Number Placeholder 6">
            <a:extLst>
              <a:ext uri="{FF2B5EF4-FFF2-40B4-BE49-F238E27FC236}">
                <a16:creationId xmlns:a16="http://schemas.microsoft.com/office/drawing/2014/main" id="{CF51FED4-47C3-52B2-3651-3C971253EBEC}"/>
              </a:ext>
            </a:extLst>
          </p:cNvPr>
          <p:cNvSpPr>
            <a:spLocks noGrp="1"/>
          </p:cNvSpPr>
          <p:nvPr>
            <p:ph type="sldNum" sz="quarter" idx="12"/>
          </p:nvPr>
        </p:nvSpPr>
        <p:spPr/>
        <p:txBody>
          <a:bodyPr/>
          <a:lstStyle/>
          <a:p>
            <a:fld id="{0A2F1E37-A89C-404F-8F12-2D968CB5F32F}" type="slidenum">
              <a:rPr lang="en-IT" smtClean="0"/>
              <a:t>‹#›</a:t>
            </a:fld>
            <a:endParaRPr lang="en-IT"/>
          </a:p>
        </p:txBody>
      </p:sp>
    </p:spTree>
    <p:extLst>
      <p:ext uri="{BB962C8B-B14F-4D97-AF65-F5344CB8AC3E}">
        <p14:creationId xmlns:p14="http://schemas.microsoft.com/office/powerpoint/2010/main" val="2137631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17CAE-EE70-3DF9-FBAE-D703C6C2200E}"/>
              </a:ext>
            </a:extLst>
          </p:cNvPr>
          <p:cNvSpPr>
            <a:spLocks noGrp="1"/>
          </p:cNvSpPr>
          <p:nvPr>
            <p:ph type="title"/>
          </p:nvPr>
        </p:nvSpPr>
        <p:spPr>
          <a:xfrm>
            <a:off x="839788" y="365125"/>
            <a:ext cx="10515600" cy="1325563"/>
          </a:xfrm>
        </p:spPr>
        <p:txBody>
          <a:bodyPr/>
          <a:lstStyle/>
          <a:p>
            <a:r>
              <a:rPr lang="en-GB"/>
              <a:t>Click to edit Master title style</a:t>
            </a:r>
            <a:endParaRPr lang="en-IT"/>
          </a:p>
        </p:txBody>
      </p:sp>
      <p:sp>
        <p:nvSpPr>
          <p:cNvPr id="3" name="Text Placeholder 2">
            <a:extLst>
              <a:ext uri="{FF2B5EF4-FFF2-40B4-BE49-F238E27FC236}">
                <a16:creationId xmlns:a16="http://schemas.microsoft.com/office/drawing/2014/main" id="{104CA595-9145-8323-9A79-B5E1EFA6FD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5A448DC-0BBE-0AC5-490A-8BEA0C26712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Text Placeholder 4">
            <a:extLst>
              <a:ext uri="{FF2B5EF4-FFF2-40B4-BE49-F238E27FC236}">
                <a16:creationId xmlns:a16="http://schemas.microsoft.com/office/drawing/2014/main" id="{E113E76A-4B42-758D-67B6-8C5FF1B606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FCECAFB-0AEF-A509-514A-16C192E62B1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7" name="Date Placeholder 6">
            <a:extLst>
              <a:ext uri="{FF2B5EF4-FFF2-40B4-BE49-F238E27FC236}">
                <a16:creationId xmlns:a16="http://schemas.microsoft.com/office/drawing/2014/main" id="{1285E673-5304-1AA1-4C60-4FC27CDAEEF6}"/>
              </a:ext>
            </a:extLst>
          </p:cNvPr>
          <p:cNvSpPr>
            <a:spLocks noGrp="1"/>
          </p:cNvSpPr>
          <p:nvPr>
            <p:ph type="dt" sz="half" idx="10"/>
          </p:nvPr>
        </p:nvSpPr>
        <p:spPr/>
        <p:txBody>
          <a:bodyPr/>
          <a:lstStyle/>
          <a:p>
            <a:fld id="{CE88BDAF-EA79-CD4D-BBF6-A1B0FC5EAE1E}" type="datetimeFigureOut">
              <a:rPr lang="en-IT" smtClean="0"/>
              <a:t>12/04/24</a:t>
            </a:fld>
            <a:endParaRPr lang="en-IT"/>
          </a:p>
        </p:txBody>
      </p:sp>
      <p:sp>
        <p:nvSpPr>
          <p:cNvPr id="8" name="Footer Placeholder 7">
            <a:extLst>
              <a:ext uri="{FF2B5EF4-FFF2-40B4-BE49-F238E27FC236}">
                <a16:creationId xmlns:a16="http://schemas.microsoft.com/office/drawing/2014/main" id="{1EB3334C-F30E-FD77-FC1A-139A3ABCFC2B}"/>
              </a:ext>
            </a:extLst>
          </p:cNvPr>
          <p:cNvSpPr>
            <a:spLocks noGrp="1"/>
          </p:cNvSpPr>
          <p:nvPr>
            <p:ph type="ftr" sz="quarter" idx="11"/>
          </p:nvPr>
        </p:nvSpPr>
        <p:spPr/>
        <p:txBody>
          <a:bodyPr/>
          <a:lstStyle/>
          <a:p>
            <a:endParaRPr lang="en-IT"/>
          </a:p>
        </p:txBody>
      </p:sp>
      <p:sp>
        <p:nvSpPr>
          <p:cNvPr id="9" name="Slide Number Placeholder 8">
            <a:extLst>
              <a:ext uri="{FF2B5EF4-FFF2-40B4-BE49-F238E27FC236}">
                <a16:creationId xmlns:a16="http://schemas.microsoft.com/office/drawing/2014/main" id="{FFFB070F-9C4B-48FD-5D10-0DE8931DE836}"/>
              </a:ext>
            </a:extLst>
          </p:cNvPr>
          <p:cNvSpPr>
            <a:spLocks noGrp="1"/>
          </p:cNvSpPr>
          <p:nvPr>
            <p:ph type="sldNum" sz="quarter" idx="12"/>
          </p:nvPr>
        </p:nvSpPr>
        <p:spPr/>
        <p:txBody>
          <a:bodyPr/>
          <a:lstStyle/>
          <a:p>
            <a:fld id="{0A2F1E37-A89C-404F-8F12-2D968CB5F32F}" type="slidenum">
              <a:rPr lang="en-IT" smtClean="0"/>
              <a:t>‹#›</a:t>
            </a:fld>
            <a:endParaRPr lang="en-IT"/>
          </a:p>
        </p:txBody>
      </p:sp>
    </p:spTree>
    <p:extLst>
      <p:ext uri="{BB962C8B-B14F-4D97-AF65-F5344CB8AC3E}">
        <p14:creationId xmlns:p14="http://schemas.microsoft.com/office/powerpoint/2010/main" val="42864239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05384-05C1-529A-62D9-8B747C30EB42}"/>
              </a:ext>
            </a:extLst>
          </p:cNvPr>
          <p:cNvSpPr>
            <a:spLocks noGrp="1"/>
          </p:cNvSpPr>
          <p:nvPr>
            <p:ph type="title"/>
          </p:nvPr>
        </p:nvSpPr>
        <p:spPr/>
        <p:txBody>
          <a:bodyPr/>
          <a:lstStyle/>
          <a:p>
            <a:r>
              <a:rPr lang="en-GB"/>
              <a:t>Click to edit Master title style</a:t>
            </a:r>
            <a:endParaRPr lang="en-IT"/>
          </a:p>
        </p:txBody>
      </p:sp>
      <p:sp>
        <p:nvSpPr>
          <p:cNvPr id="3" name="Date Placeholder 2">
            <a:extLst>
              <a:ext uri="{FF2B5EF4-FFF2-40B4-BE49-F238E27FC236}">
                <a16:creationId xmlns:a16="http://schemas.microsoft.com/office/drawing/2014/main" id="{1086258F-12B4-88CB-0D63-6503B28F676E}"/>
              </a:ext>
            </a:extLst>
          </p:cNvPr>
          <p:cNvSpPr>
            <a:spLocks noGrp="1"/>
          </p:cNvSpPr>
          <p:nvPr>
            <p:ph type="dt" sz="half" idx="10"/>
          </p:nvPr>
        </p:nvSpPr>
        <p:spPr/>
        <p:txBody>
          <a:bodyPr/>
          <a:lstStyle/>
          <a:p>
            <a:fld id="{CE88BDAF-EA79-CD4D-BBF6-A1B0FC5EAE1E}" type="datetimeFigureOut">
              <a:rPr lang="en-IT" smtClean="0"/>
              <a:t>12/04/24</a:t>
            </a:fld>
            <a:endParaRPr lang="en-IT"/>
          </a:p>
        </p:txBody>
      </p:sp>
      <p:sp>
        <p:nvSpPr>
          <p:cNvPr id="4" name="Footer Placeholder 3">
            <a:extLst>
              <a:ext uri="{FF2B5EF4-FFF2-40B4-BE49-F238E27FC236}">
                <a16:creationId xmlns:a16="http://schemas.microsoft.com/office/drawing/2014/main" id="{ADCC52C9-E06A-8B95-A4BA-52AFAA1BB96E}"/>
              </a:ext>
            </a:extLst>
          </p:cNvPr>
          <p:cNvSpPr>
            <a:spLocks noGrp="1"/>
          </p:cNvSpPr>
          <p:nvPr>
            <p:ph type="ftr" sz="quarter" idx="11"/>
          </p:nvPr>
        </p:nvSpPr>
        <p:spPr/>
        <p:txBody>
          <a:bodyPr/>
          <a:lstStyle/>
          <a:p>
            <a:endParaRPr lang="en-IT"/>
          </a:p>
        </p:txBody>
      </p:sp>
      <p:sp>
        <p:nvSpPr>
          <p:cNvPr id="5" name="Slide Number Placeholder 4">
            <a:extLst>
              <a:ext uri="{FF2B5EF4-FFF2-40B4-BE49-F238E27FC236}">
                <a16:creationId xmlns:a16="http://schemas.microsoft.com/office/drawing/2014/main" id="{8AE65B92-C4B5-78F3-4639-3EC57313E789}"/>
              </a:ext>
            </a:extLst>
          </p:cNvPr>
          <p:cNvSpPr>
            <a:spLocks noGrp="1"/>
          </p:cNvSpPr>
          <p:nvPr>
            <p:ph type="sldNum" sz="quarter" idx="12"/>
          </p:nvPr>
        </p:nvSpPr>
        <p:spPr/>
        <p:txBody>
          <a:bodyPr/>
          <a:lstStyle/>
          <a:p>
            <a:fld id="{0A2F1E37-A89C-404F-8F12-2D968CB5F32F}" type="slidenum">
              <a:rPr lang="en-IT" smtClean="0"/>
              <a:t>‹#›</a:t>
            </a:fld>
            <a:endParaRPr lang="en-IT"/>
          </a:p>
        </p:txBody>
      </p:sp>
    </p:spTree>
    <p:extLst>
      <p:ext uri="{BB962C8B-B14F-4D97-AF65-F5344CB8AC3E}">
        <p14:creationId xmlns:p14="http://schemas.microsoft.com/office/powerpoint/2010/main" val="2505541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7AB470-04F8-E666-14C0-C476734947DD}"/>
              </a:ext>
            </a:extLst>
          </p:cNvPr>
          <p:cNvSpPr>
            <a:spLocks noGrp="1"/>
          </p:cNvSpPr>
          <p:nvPr>
            <p:ph type="dt" sz="half" idx="10"/>
          </p:nvPr>
        </p:nvSpPr>
        <p:spPr/>
        <p:txBody>
          <a:bodyPr/>
          <a:lstStyle/>
          <a:p>
            <a:fld id="{CE88BDAF-EA79-CD4D-BBF6-A1B0FC5EAE1E}" type="datetimeFigureOut">
              <a:rPr lang="en-IT" smtClean="0"/>
              <a:t>12/04/24</a:t>
            </a:fld>
            <a:endParaRPr lang="en-IT"/>
          </a:p>
        </p:txBody>
      </p:sp>
      <p:sp>
        <p:nvSpPr>
          <p:cNvPr id="3" name="Footer Placeholder 2">
            <a:extLst>
              <a:ext uri="{FF2B5EF4-FFF2-40B4-BE49-F238E27FC236}">
                <a16:creationId xmlns:a16="http://schemas.microsoft.com/office/drawing/2014/main" id="{1A375C52-C527-9FB1-9B8E-60051880E388}"/>
              </a:ext>
            </a:extLst>
          </p:cNvPr>
          <p:cNvSpPr>
            <a:spLocks noGrp="1"/>
          </p:cNvSpPr>
          <p:nvPr>
            <p:ph type="ftr" sz="quarter" idx="11"/>
          </p:nvPr>
        </p:nvSpPr>
        <p:spPr/>
        <p:txBody>
          <a:bodyPr/>
          <a:lstStyle/>
          <a:p>
            <a:endParaRPr lang="en-IT"/>
          </a:p>
        </p:txBody>
      </p:sp>
      <p:sp>
        <p:nvSpPr>
          <p:cNvPr id="4" name="Slide Number Placeholder 3">
            <a:extLst>
              <a:ext uri="{FF2B5EF4-FFF2-40B4-BE49-F238E27FC236}">
                <a16:creationId xmlns:a16="http://schemas.microsoft.com/office/drawing/2014/main" id="{CF3CF435-7B8D-94BC-3242-276A58A12DCF}"/>
              </a:ext>
            </a:extLst>
          </p:cNvPr>
          <p:cNvSpPr>
            <a:spLocks noGrp="1"/>
          </p:cNvSpPr>
          <p:nvPr>
            <p:ph type="sldNum" sz="quarter" idx="12"/>
          </p:nvPr>
        </p:nvSpPr>
        <p:spPr/>
        <p:txBody>
          <a:bodyPr/>
          <a:lstStyle/>
          <a:p>
            <a:fld id="{0A2F1E37-A89C-404F-8F12-2D968CB5F32F}" type="slidenum">
              <a:rPr lang="en-IT" smtClean="0"/>
              <a:t>‹#›</a:t>
            </a:fld>
            <a:endParaRPr lang="en-IT"/>
          </a:p>
        </p:txBody>
      </p:sp>
    </p:spTree>
    <p:extLst>
      <p:ext uri="{BB962C8B-B14F-4D97-AF65-F5344CB8AC3E}">
        <p14:creationId xmlns:p14="http://schemas.microsoft.com/office/powerpoint/2010/main" val="2255379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37223-9EEE-B5BE-7DD6-1E9F47ADE45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T"/>
          </a:p>
        </p:txBody>
      </p:sp>
      <p:sp>
        <p:nvSpPr>
          <p:cNvPr id="3" name="Content Placeholder 2">
            <a:extLst>
              <a:ext uri="{FF2B5EF4-FFF2-40B4-BE49-F238E27FC236}">
                <a16:creationId xmlns:a16="http://schemas.microsoft.com/office/drawing/2014/main" id="{F87F6B16-9FEA-91FE-EE42-CDE097423D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Text Placeholder 3">
            <a:extLst>
              <a:ext uri="{FF2B5EF4-FFF2-40B4-BE49-F238E27FC236}">
                <a16:creationId xmlns:a16="http://schemas.microsoft.com/office/drawing/2014/main" id="{6A8B4C01-A185-079A-2F65-C8503AB6C6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65DBFB6-001B-35FF-D9AC-2506A43B7614}"/>
              </a:ext>
            </a:extLst>
          </p:cNvPr>
          <p:cNvSpPr>
            <a:spLocks noGrp="1"/>
          </p:cNvSpPr>
          <p:nvPr>
            <p:ph type="dt" sz="half" idx="10"/>
          </p:nvPr>
        </p:nvSpPr>
        <p:spPr/>
        <p:txBody>
          <a:bodyPr/>
          <a:lstStyle/>
          <a:p>
            <a:fld id="{CE88BDAF-EA79-CD4D-BBF6-A1B0FC5EAE1E}" type="datetimeFigureOut">
              <a:rPr lang="en-IT" smtClean="0"/>
              <a:t>12/04/24</a:t>
            </a:fld>
            <a:endParaRPr lang="en-IT"/>
          </a:p>
        </p:txBody>
      </p:sp>
      <p:sp>
        <p:nvSpPr>
          <p:cNvPr id="6" name="Footer Placeholder 5">
            <a:extLst>
              <a:ext uri="{FF2B5EF4-FFF2-40B4-BE49-F238E27FC236}">
                <a16:creationId xmlns:a16="http://schemas.microsoft.com/office/drawing/2014/main" id="{B56BDD3A-254E-4D55-851D-D14C5E326AC2}"/>
              </a:ext>
            </a:extLst>
          </p:cNvPr>
          <p:cNvSpPr>
            <a:spLocks noGrp="1"/>
          </p:cNvSpPr>
          <p:nvPr>
            <p:ph type="ftr" sz="quarter" idx="11"/>
          </p:nvPr>
        </p:nvSpPr>
        <p:spPr/>
        <p:txBody>
          <a:bodyPr/>
          <a:lstStyle/>
          <a:p>
            <a:endParaRPr lang="en-IT"/>
          </a:p>
        </p:txBody>
      </p:sp>
      <p:sp>
        <p:nvSpPr>
          <p:cNvPr id="7" name="Slide Number Placeholder 6">
            <a:extLst>
              <a:ext uri="{FF2B5EF4-FFF2-40B4-BE49-F238E27FC236}">
                <a16:creationId xmlns:a16="http://schemas.microsoft.com/office/drawing/2014/main" id="{50B8DA3D-2076-7FA2-857F-F82420B5D62B}"/>
              </a:ext>
            </a:extLst>
          </p:cNvPr>
          <p:cNvSpPr>
            <a:spLocks noGrp="1"/>
          </p:cNvSpPr>
          <p:nvPr>
            <p:ph type="sldNum" sz="quarter" idx="12"/>
          </p:nvPr>
        </p:nvSpPr>
        <p:spPr/>
        <p:txBody>
          <a:bodyPr/>
          <a:lstStyle/>
          <a:p>
            <a:fld id="{0A2F1E37-A89C-404F-8F12-2D968CB5F32F}" type="slidenum">
              <a:rPr lang="en-IT" smtClean="0"/>
              <a:t>‹#›</a:t>
            </a:fld>
            <a:endParaRPr lang="en-IT"/>
          </a:p>
        </p:txBody>
      </p:sp>
    </p:spTree>
    <p:extLst>
      <p:ext uri="{BB962C8B-B14F-4D97-AF65-F5344CB8AC3E}">
        <p14:creationId xmlns:p14="http://schemas.microsoft.com/office/powerpoint/2010/main" val="3729760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B7B6F-9D3A-5158-B12C-C986AD9086D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T"/>
          </a:p>
        </p:txBody>
      </p:sp>
      <p:sp>
        <p:nvSpPr>
          <p:cNvPr id="3" name="Picture Placeholder 2">
            <a:extLst>
              <a:ext uri="{FF2B5EF4-FFF2-40B4-BE49-F238E27FC236}">
                <a16:creationId xmlns:a16="http://schemas.microsoft.com/office/drawing/2014/main" id="{7E00B77D-8C99-F400-5AFA-130E834449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T"/>
          </a:p>
        </p:txBody>
      </p:sp>
      <p:sp>
        <p:nvSpPr>
          <p:cNvPr id="4" name="Text Placeholder 3">
            <a:extLst>
              <a:ext uri="{FF2B5EF4-FFF2-40B4-BE49-F238E27FC236}">
                <a16:creationId xmlns:a16="http://schemas.microsoft.com/office/drawing/2014/main" id="{92801430-FFAD-1588-00CC-6328CC10BC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9F7AD9D-9B05-03C5-9EB1-0F60A11C2C90}"/>
              </a:ext>
            </a:extLst>
          </p:cNvPr>
          <p:cNvSpPr>
            <a:spLocks noGrp="1"/>
          </p:cNvSpPr>
          <p:nvPr>
            <p:ph type="dt" sz="half" idx="10"/>
          </p:nvPr>
        </p:nvSpPr>
        <p:spPr/>
        <p:txBody>
          <a:bodyPr/>
          <a:lstStyle/>
          <a:p>
            <a:fld id="{CE88BDAF-EA79-CD4D-BBF6-A1B0FC5EAE1E}" type="datetimeFigureOut">
              <a:rPr lang="en-IT" smtClean="0"/>
              <a:t>12/04/24</a:t>
            </a:fld>
            <a:endParaRPr lang="en-IT"/>
          </a:p>
        </p:txBody>
      </p:sp>
      <p:sp>
        <p:nvSpPr>
          <p:cNvPr id="6" name="Footer Placeholder 5">
            <a:extLst>
              <a:ext uri="{FF2B5EF4-FFF2-40B4-BE49-F238E27FC236}">
                <a16:creationId xmlns:a16="http://schemas.microsoft.com/office/drawing/2014/main" id="{BA615118-10EE-B15A-FF5D-0E29432DC12D}"/>
              </a:ext>
            </a:extLst>
          </p:cNvPr>
          <p:cNvSpPr>
            <a:spLocks noGrp="1"/>
          </p:cNvSpPr>
          <p:nvPr>
            <p:ph type="ftr" sz="quarter" idx="11"/>
          </p:nvPr>
        </p:nvSpPr>
        <p:spPr/>
        <p:txBody>
          <a:bodyPr/>
          <a:lstStyle/>
          <a:p>
            <a:endParaRPr lang="en-IT"/>
          </a:p>
        </p:txBody>
      </p:sp>
      <p:sp>
        <p:nvSpPr>
          <p:cNvPr id="7" name="Slide Number Placeholder 6">
            <a:extLst>
              <a:ext uri="{FF2B5EF4-FFF2-40B4-BE49-F238E27FC236}">
                <a16:creationId xmlns:a16="http://schemas.microsoft.com/office/drawing/2014/main" id="{BDB544E5-47FE-D9A6-C6DC-EBCE44F0883E}"/>
              </a:ext>
            </a:extLst>
          </p:cNvPr>
          <p:cNvSpPr>
            <a:spLocks noGrp="1"/>
          </p:cNvSpPr>
          <p:nvPr>
            <p:ph type="sldNum" sz="quarter" idx="12"/>
          </p:nvPr>
        </p:nvSpPr>
        <p:spPr/>
        <p:txBody>
          <a:bodyPr/>
          <a:lstStyle/>
          <a:p>
            <a:fld id="{0A2F1E37-A89C-404F-8F12-2D968CB5F32F}" type="slidenum">
              <a:rPr lang="en-IT" smtClean="0"/>
              <a:t>‹#›</a:t>
            </a:fld>
            <a:endParaRPr lang="en-IT"/>
          </a:p>
        </p:txBody>
      </p:sp>
    </p:spTree>
    <p:extLst>
      <p:ext uri="{BB962C8B-B14F-4D97-AF65-F5344CB8AC3E}">
        <p14:creationId xmlns:p14="http://schemas.microsoft.com/office/powerpoint/2010/main" val="1101584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5AC71-051E-6F9A-40A8-B6E03177C89F}"/>
              </a:ext>
            </a:extLst>
          </p:cNvPr>
          <p:cNvSpPr>
            <a:spLocks noGrp="1"/>
          </p:cNvSpPr>
          <p:nvPr>
            <p:ph type="title"/>
          </p:nvPr>
        </p:nvSpPr>
        <p:spPr/>
        <p:txBody>
          <a:bodyPr/>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EE32CC3B-CFF6-C846-00FD-848B756CA99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173F2B77-0926-970B-225F-AEFC4AFD7A2D}"/>
              </a:ext>
            </a:extLst>
          </p:cNvPr>
          <p:cNvSpPr>
            <a:spLocks noGrp="1"/>
          </p:cNvSpPr>
          <p:nvPr>
            <p:ph type="dt" sz="half" idx="10"/>
          </p:nvPr>
        </p:nvSpPr>
        <p:spPr/>
        <p:txBody>
          <a:bodyPr/>
          <a:lstStyle/>
          <a:p>
            <a:fld id="{CE88BDAF-EA79-CD4D-BBF6-A1B0FC5EAE1E}" type="datetimeFigureOut">
              <a:rPr lang="en-IT" smtClean="0"/>
              <a:t>12/04/24</a:t>
            </a:fld>
            <a:endParaRPr lang="en-IT"/>
          </a:p>
        </p:txBody>
      </p:sp>
      <p:sp>
        <p:nvSpPr>
          <p:cNvPr id="5" name="Footer Placeholder 4">
            <a:extLst>
              <a:ext uri="{FF2B5EF4-FFF2-40B4-BE49-F238E27FC236}">
                <a16:creationId xmlns:a16="http://schemas.microsoft.com/office/drawing/2014/main" id="{8BD2E1A1-D2AA-3048-3249-C76355DABA50}"/>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0FF8880B-2632-3597-1775-27EBDB68D47D}"/>
              </a:ext>
            </a:extLst>
          </p:cNvPr>
          <p:cNvSpPr>
            <a:spLocks noGrp="1"/>
          </p:cNvSpPr>
          <p:nvPr>
            <p:ph type="sldNum" sz="quarter" idx="12"/>
          </p:nvPr>
        </p:nvSpPr>
        <p:spPr/>
        <p:txBody>
          <a:bodyPr/>
          <a:lstStyle/>
          <a:p>
            <a:fld id="{0A2F1E37-A89C-404F-8F12-2D968CB5F32F}" type="slidenum">
              <a:rPr lang="en-IT" smtClean="0"/>
              <a:t>‹#›</a:t>
            </a:fld>
            <a:endParaRPr lang="en-IT"/>
          </a:p>
        </p:txBody>
      </p:sp>
    </p:spTree>
    <p:extLst>
      <p:ext uri="{BB962C8B-B14F-4D97-AF65-F5344CB8AC3E}">
        <p14:creationId xmlns:p14="http://schemas.microsoft.com/office/powerpoint/2010/main" val="351473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F01E19-F2A6-C1A5-0A4F-F2D546529DB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DA40D08C-7678-DDCD-7351-BD2E93B21E7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F3E0042F-E806-BD5D-AECD-CD1F589F3685}"/>
              </a:ext>
            </a:extLst>
          </p:cNvPr>
          <p:cNvSpPr>
            <a:spLocks noGrp="1"/>
          </p:cNvSpPr>
          <p:nvPr>
            <p:ph type="dt" sz="half" idx="10"/>
          </p:nvPr>
        </p:nvSpPr>
        <p:spPr/>
        <p:txBody>
          <a:bodyPr/>
          <a:lstStyle/>
          <a:p>
            <a:fld id="{CE88BDAF-EA79-CD4D-BBF6-A1B0FC5EAE1E}" type="datetimeFigureOut">
              <a:rPr lang="en-IT" smtClean="0"/>
              <a:t>12/04/24</a:t>
            </a:fld>
            <a:endParaRPr lang="en-IT"/>
          </a:p>
        </p:txBody>
      </p:sp>
      <p:sp>
        <p:nvSpPr>
          <p:cNvPr id="5" name="Footer Placeholder 4">
            <a:extLst>
              <a:ext uri="{FF2B5EF4-FFF2-40B4-BE49-F238E27FC236}">
                <a16:creationId xmlns:a16="http://schemas.microsoft.com/office/drawing/2014/main" id="{450105E9-78A3-ECEE-66F3-F7D0FC8712E0}"/>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E06BB69F-09B3-F7CD-17AF-735AFEC399AE}"/>
              </a:ext>
            </a:extLst>
          </p:cNvPr>
          <p:cNvSpPr>
            <a:spLocks noGrp="1"/>
          </p:cNvSpPr>
          <p:nvPr>
            <p:ph type="sldNum" sz="quarter" idx="12"/>
          </p:nvPr>
        </p:nvSpPr>
        <p:spPr/>
        <p:txBody>
          <a:bodyPr/>
          <a:lstStyle/>
          <a:p>
            <a:fld id="{0A2F1E37-A89C-404F-8F12-2D968CB5F32F}" type="slidenum">
              <a:rPr lang="en-IT" smtClean="0"/>
              <a:t>‹#›</a:t>
            </a:fld>
            <a:endParaRPr lang="en-IT"/>
          </a:p>
        </p:txBody>
      </p:sp>
    </p:spTree>
    <p:extLst>
      <p:ext uri="{BB962C8B-B14F-4D97-AF65-F5344CB8AC3E}">
        <p14:creationId xmlns:p14="http://schemas.microsoft.com/office/powerpoint/2010/main" val="1333636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980C4F-FA59-3C1A-7AF2-2FE439AE72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T"/>
          </a:p>
        </p:txBody>
      </p:sp>
      <p:sp>
        <p:nvSpPr>
          <p:cNvPr id="3" name="Text Placeholder 2">
            <a:extLst>
              <a:ext uri="{FF2B5EF4-FFF2-40B4-BE49-F238E27FC236}">
                <a16:creationId xmlns:a16="http://schemas.microsoft.com/office/drawing/2014/main" id="{394107A3-8A20-C936-3541-BBC98C7B72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834651A8-8433-1129-A602-31F013AA71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E88BDAF-EA79-CD4D-BBF6-A1B0FC5EAE1E}" type="datetimeFigureOut">
              <a:rPr lang="en-IT" smtClean="0"/>
              <a:t>12/04/24</a:t>
            </a:fld>
            <a:endParaRPr lang="en-IT"/>
          </a:p>
        </p:txBody>
      </p:sp>
      <p:sp>
        <p:nvSpPr>
          <p:cNvPr id="5" name="Footer Placeholder 4">
            <a:extLst>
              <a:ext uri="{FF2B5EF4-FFF2-40B4-BE49-F238E27FC236}">
                <a16:creationId xmlns:a16="http://schemas.microsoft.com/office/drawing/2014/main" id="{A0721596-15EE-35DE-9990-B6FF0F454A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T"/>
          </a:p>
        </p:txBody>
      </p:sp>
      <p:sp>
        <p:nvSpPr>
          <p:cNvPr id="6" name="Slide Number Placeholder 5">
            <a:extLst>
              <a:ext uri="{FF2B5EF4-FFF2-40B4-BE49-F238E27FC236}">
                <a16:creationId xmlns:a16="http://schemas.microsoft.com/office/drawing/2014/main" id="{45494E38-65AD-4C62-1396-F5CA529F51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A2F1E37-A89C-404F-8F12-2D968CB5F32F}" type="slidenum">
              <a:rPr lang="en-IT" smtClean="0"/>
              <a:t>‹#›</a:t>
            </a:fld>
            <a:endParaRPr lang="en-IT"/>
          </a:p>
        </p:txBody>
      </p:sp>
    </p:spTree>
    <p:extLst>
      <p:ext uri="{BB962C8B-B14F-4D97-AF65-F5344CB8AC3E}">
        <p14:creationId xmlns:p14="http://schemas.microsoft.com/office/powerpoint/2010/main" val="12446833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8" Type="http://schemas.openxmlformats.org/officeDocument/2006/relationships/hyperlink" Target="http://159.203.176.220/contributor-roles/project-administration/" TargetMode="External"/><Relationship Id="rId13" Type="http://schemas.openxmlformats.org/officeDocument/2006/relationships/hyperlink" Target="http://159.203.176.220/contributor-roles/visualization/" TargetMode="External"/><Relationship Id="rId3" Type="http://schemas.openxmlformats.org/officeDocument/2006/relationships/hyperlink" Target="http://159.203.176.220/contributor-roles/data-curation/" TargetMode="External"/><Relationship Id="rId7" Type="http://schemas.openxmlformats.org/officeDocument/2006/relationships/hyperlink" Target="http://159.203.176.220/contributor-roles/methodology/" TargetMode="External"/><Relationship Id="rId12" Type="http://schemas.openxmlformats.org/officeDocument/2006/relationships/hyperlink" Target="http://159.203.176.220/contributor-roles/validation/" TargetMode="External"/><Relationship Id="rId2" Type="http://schemas.openxmlformats.org/officeDocument/2006/relationships/hyperlink" Target="http://159.203.176.220/contributor-roles/conceptualization/" TargetMode="External"/><Relationship Id="rId1" Type="http://schemas.openxmlformats.org/officeDocument/2006/relationships/slideLayout" Target="../slideLayouts/slideLayout4.xml"/><Relationship Id="rId6" Type="http://schemas.openxmlformats.org/officeDocument/2006/relationships/hyperlink" Target="http://159.203.176.220/contributor-roles/investigation/" TargetMode="External"/><Relationship Id="rId11" Type="http://schemas.openxmlformats.org/officeDocument/2006/relationships/hyperlink" Target="http://159.203.176.220/contributor-roles/supervision/" TargetMode="External"/><Relationship Id="rId5" Type="http://schemas.openxmlformats.org/officeDocument/2006/relationships/hyperlink" Target="http://159.203.176.220/contributor-roles/funding-acquisition/" TargetMode="External"/><Relationship Id="rId15" Type="http://schemas.openxmlformats.org/officeDocument/2006/relationships/hyperlink" Target="http://159.203.176.220/contributor-roles/writing-review-editing/" TargetMode="External"/><Relationship Id="rId10" Type="http://schemas.openxmlformats.org/officeDocument/2006/relationships/hyperlink" Target="http://159.203.176.220/contributor-roles/software/" TargetMode="External"/><Relationship Id="rId4" Type="http://schemas.openxmlformats.org/officeDocument/2006/relationships/hyperlink" Target="http://159.203.176.220/contributor-roles/formal-analysis/" TargetMode="External"/><Relationship Id="rId9" Type="http://schemas.openxmlformats.org/officeDocument/2006/relationships/hyperlink" Target="http://159.203.176.220/contributor-roles/resources/" TargetMode="External"/><Relationship Id="rId14" Type="http://schemas.openxmlformats.org/officeDocument/2006/relationships/hyperlink" Target="http://159.203.176.220/contributor-roles/writing-original-draft/"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6" name="Arc 15">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BB349BC-F90A-9E85-5120-302A81E3D24A}"/>
              </a:ext>
            </a:extLst>
          </p:cNvPr>
          <p:cNvSpPr>
            <a:spLocks noGrp="1"/>
          </p:cNvSpPr>
          <p:nvPr>
            <p:ph type="ctrTitle"/>
          </p:nvPr>
        </p:nvSpPr>
        <p:spPr>
          <a:xfrm>
            <a:off x="4038600" y="1939159"/>
            <a:ext cx="7644627" cy="2751086"/>
          </a:xfrm>
        </p:spPr>
        <p:txBody>
          <a:bodyPr>
            <a:normAutofit/>
          </a:bodyPr>
          <a:lstStyle/>
          <a:p>
            <a:pPr algn="r"/>
            <a:r>
              <a:rPr lang="en-IT" dirty="0"/>
              <a:t>Open Science 101</a:t>
            </a:r>
            <a:endParaRPr lang="en-IT"/>
          </a:p>
        </p:txBody>
      </p:sp>
      <p:sp>
        <p:nvSpPr>
          <p:cNvPr id="3" name="Subtitle 2">
            <a:extLst>
              <a:ext uri="{FF2B5EF4-FFF2-40B4-BE49-F238E27FC236}">
                <a16:creationId xmlns:a16="http://schemas.microsoft.com/office/drawing/2014/main" id="{ADA85596-594B-43EA-893C-44C41A50D684}"/>
              </a:ext>
            </a:extLst>
          </p:cNvPr>
          <p:cNvSpPr>
            <a:spLocks noGrp="1"/>
          </p:cNvSpPr>
          <p:nvPr>
            <p:ph type="subTitle" idx="1"/>
          </p:nvPr>
        </p:nvSpPr>
        <p:spPr>
          <a:xfrm>
            <a:off x="4038600" y="4782320"/>
            <a:ext cx="7644627" cy="1329443"/>
          </a:xfrm>
        </p:spPr>
        <p:txBody>
          <a:bodyPr>
            <a:normAutofit/>
          </a:bodyPr>
          <a:lstStyle/>
          <a:p>
            <a:pPr algn="r"/>
            <a:r>
              <a:rPr lang="en-IT" dirty="0"/>
              <a:t>module 5 – from theory to practice</a:t>
            </a:r>
            <a:endParaRPr lang="en-IT"/>
          </a:p>
        </p:txBody>
      </p:sp>
    </p:spTree>
    <p:extLst>
      <p:ext uri="{BB962C8B-B14F-4D97-AF65-F5344CB8AC3E}">
        <p14:creationId xmlns:p14="http://schemas.microsoft.com/office/powerpoint/2010/main" val="4198837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933654-2DC7-4A47-90AE-74542E2F9687}"/>
              </a:ext>
            </a:extLst>
          </p:cNvPr>
          <p:cNvSpPr>
            <a:spLocks noGrp="1"/>
          </p:cNvSpPr>
          <p:nvPr>
            <p:ph type="title"/>
          </p:nvPr>
        </p:nvSpPr>
        <p:spPr>
          <a:xfrm>
            <a:off x="586478" y="1683756"/>
            <a:ext cx="3115265" cy="2396359"/>
          </a:xfrm>
        </p:spPr>
        <p:txBody>
          <a:bodyPr anchor="b">
            <a:normAutofit/>
          </a:bodyPr>
          <a:lstStyle/>
          <a:p>
            <a:pPr algn="r"/>
            <a:r>
              <a:rPr lang="en-IT" sz="4000">
                <a:solidFill>
                  <a:srgbClr val="FFFFFF"/>
                </a:solidFill>
              </a:rPr>
              <a:t>Who benefits from scientific results?</a:t>
            </a:r>
          </a:p>
        </p:txBody>
      </p:sp>
      <p:graphicFrame>
        <p:nvGraphicFramePr>
          <p:cNvPr id="5" name="Content Placeholder 2">
            <a:extLst>
              <a:ext uri="{FF2B5EF4-FFF2-40B4-BE49-F238E27FC236}">
                <a16:creationId xmlns:a16="http://schemas.microsoft.com/office/drawing/2014/main" id="{01213F65-0BBE-C6D7-FD52-7699BA02CAA6}"/>
              </a:ext>
            </a:extLst>
          </p:cNvPr>
          <p:cNvGraphicFramePr>
            <a:graphicFrameLocks noGrp="1"/>
          </p:cNvGraphicFramePr>
          <p:nvPr>
            <p:ph idx="1"/>
            <p:extLst>
              <p:ext uri="{D42A27DB-BD31-4B8C-83A1-F6EECF244321}">
                <p14:modId xmlns:p14="http://schemas.microsoft.com/office/powerpoint/2010/main" val="3624848940"/>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29449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A61FB4C6-D01F-FC8C-5B07-A1606CFD97B3}"/>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0" y="1200150"/>
            <a:ext cx="12192000" cy="4456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7166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1EA583-957A-0D19-42E2-019B8A4010B2}"/>
              </a:ext>
            </a:extLst>
          </p:cNvPr>
          <p:cNvSpPr>
            <a:spLocks noGrp="1"/>
          </p:cNvSpPr>
          <p:nvPr>
            <p:ph type="title"/>
          </p:nvPr>
        </p:nvSpPr>
        <p:spPr>
          <a:xfrm>
            <a:off x="1171074" y="1396686"/>
            <a:ext cx="3240506" cy="4064628"/>
          </a:xfrm>
        </p:spPr>
        <p:txBody>
          <a:bodyPr>
            <a:normAutofit/>
          </a:bodyPr>
          <a:lstStyle/>
          <a:p>
            <a:r>
              <a:rPr lang="en-IT">
                <a:solidFill>
                  <a:srgbClr val="FFFFFF"/>
                </a:solidFill>
              </a:rPr>
              <a:t>wider range of results of science</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ABA5501A-CCFC-7B93-CF61-DF457C0BF808}"/>
              </a:ext>
            </a:extLst>
          </p:cNvPr>
          <p:cNvSpPr>
            <a:spLocks noGrp="1"/>
          </p:cNvSpPr>
          <p:nvPr>
            <p:ph idx="1"/>
          </p:nvPr>
        </p:nvSpPr>
        <p:spPr>
          <a:xfrm>
            <a:off x="5370153" y="1526033"/>
            <a:ext cx="5536397" cy="3935281"/>
          </a:xfrm>
        </p:spPr>
        <p:txBody>
          <a:bodyPr>
            <a:normAutofit/>
          </a:bodyPr>
          <a:lstStyle/>
          <a:p>
            <a:r>
              <a:rPr lang="en-GB" sz="2000">
                <a:effectLst/>
              </a:rPr>
              <a:t>Open access peer-reviewed articles</a:t>
            </a:r>
            <a:endParaRPr lang="en-GB" sz="2000"/>
          </a:p>
          <a:p>
            <a:r>
              <a:rPr lang="en-GB" sz="2000">
                <a:effectLst/>
              </a:rPr>
              <a:t>Technical reports</a:t>
            </a:r>
            <a:endParaRPr lang="en-GB" sz="2000"/>
          </a:p>
          <a:p>
            <a:r>
              <a:rPr lang="en-GB" sz="2000">
                <a:effectLst/>
              </a:rPr>
              <a:t>Computational notebooks</a:t>
            </a:r>
            <a:endParaRPr lang="en-GB" sz="2000"/>
          </a:p>
          <a:p>
            <a:r>
              <a:rPr lang="en-GB" sz="2000">
                <a:effectLst/>
              </a:rPr>
              <a:t>Code of conduct, contributor guidelines, publication policies</a:t>
            </a:r>
            <a:endParaRPr lang="en-GB" sz="2000"/>
          </a:p>
          <a:p>
            <a:r>
              <a:rPr lang="en-GB" sz="2000">
                <a:effectLst/>
              </a:rPr>
              <a:t>Blog posts</a:t>
            </a:r>
            <a:endParaRPr lang="en-GB" sz="2000"/>
          </a:p>
          <a:p>
            <a:r>
              <a:rPr lang="en-GB" sz="2000">
                <a:effectLst/>
              </a:rPr>
              <a:t>Short form videos and podcasts</a:t>
            </a:r>
            <a:endParaRPr lang="en-GB" sz="2000"/>
          </a:p>
          <a:p>
            <a:r>
              <a:rPr lang="en-GB" sz="2000">
                <a:effectLst/>
              </a:rPr>
              <a:t>Social media posts</a:t>
            </a:r>
            <a:endParaRPr lang="en-GB" sz="2000"/>
          </a:p>
          <a:p>
            <a:r>
              <a:rPr lang="en-GB" sz="2000">
                <a:effectLst/>
              </a:rPr>
              <a:t>Conference abstracts and presentations</a:t>
            </a:r>
            <a:endParaRPr lang="en-GB" sz="2000"/>
          </a:p>
          <a:p>
            <a:r>
              <a:rPr lang="en-GB" sz="2000">
                <a:effectLst/>
              </a:rPr>
              <a:t>Forum discussions</a:t>
            </a:r>
            <a:endParaRPr lang="en-GB" sz="2000"/>
          </a:p>
          <a:p>
            <a:endParaRPr lang="en-IT" sz="2000"/>
          </a:p>
        </p:txBody>
      </p:sp>
    </p:spTree>
    <p:extLst>
      <p:ext uri="{BB962C8B-B14F-4D97-AF65-F5344CB8AC3E}">
        <p14:creationId xmlns:p14="http://schemas.microsoft.com/office/powerpoint/2010/main" val="1596822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11">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42BF0FC0-C54C-C9C0-B165-9953DBD5471D}"/>
              </a:ext>
            </a:extLst>
          </p:cNvPr>
          <p:cNvSpPr>
            <a:spLocks noGrp="1"/>
          </p:cNvSpPr>
          <p:nvPr>
            <p:ph type="title"/>
          </p:nvPr>
        </p:nvSpPr>
        <p:spPr>
          <a:xfrm>
            <a:off x="3315031" y="1380754"/>
            <a:ext cx="5561938" cy="2513516"/>
          </a:xfrm>
        </p:spPr>
        <p:txBody>
          <a:bodyPr vert="horz" lIns="91440" tIns="45720" rIns="91440" bIns="45720" rtlCol="0" anchor="b">
            <a:normAutofit/>
          </a:bodyPr>
          <a:lstStyle/>
          <a:p>
            <a:pPr algn="ctr"/>
            <a:r>
              <a:rPr lang="en-US" sz="4200" kern="1200">
                <a:solidFill>
                  <a:schemeClr val="tx1"/>
                </a:solidFill>
                <a:latin typeface="+mj-lt"/>
                <a:ea typeface="+mj-ea"/>
                <a:cs typeface="+mj-cs"/>
              </a:rPr>
              <a:t>How does broader definition and more open results address the ‘reproducibility crisis’</a:t>
            </a:r>
          </a:p>
        </p:txBody>
      </p:sp>
      <p:sp>
        <p:nvSpPr>
          <p:cNvPr id="3" name="Content Placeholder 2">
            <a:extLst>
              <a:ext uri="{FF2B5EF4-FFF2-40B4-BE49-F238E27FC236}">
                <a16:creationId xmlns:a16="http://schemas.microsoft.com/office/drawing/2014/main" id="{5E5F01DF-4991-1DD7-971A-0AD245861371}"/>
              </a:ext>
            </a:extLst>
          </p:cNvPr>
          <p:cNvSpPr>
            <a:spLocks noGrp="1"/>
          </p:cNvSpPr>
          <p:nvPr>
            <p:ph idx="1"/>
          </p:nvPr>
        </p:nvSpPr>
        <p:spPr>
          <a:xfrm>
            <a:off x="3315031" y="4076802"/>
            <a:ext cx="5561938" cy="1534587"/>
          </a:xfrm>
        </p:spPr>
        <p:txBody>
          <a:bodyPr vert="horz" lIns="91440" tIns="45720" rIns="91440" bIns="45720" rtlCol="0">
            <a:normAutofit/>
          </a:bodyPr>
          <a:lstStyle/>
          <a:p>
            <a:pPr marL="0" indent="0" algn="ctr">
              <a:buNone/>
            </a:pPr>
            <a:r>
              <a:rPr lang="en-US" sz="2400" kern="1200">
                <a:solidFill>
                  <a:schemeClr val="tx1"/>
                </a:solidFill>
                <a:latin typeface="+mn-lt"/>
                <a:ea typeface="+mn-ea"/>
                <a:cs typeface="+mn-cs"/>
              </a:rPr>
              <a:t>?</a:t>
            </a:r>
          </a:p>
        </p:txBody>
      </p:sp>
      <p:sp>
        <p:nvSpPr>
          <p:cNvPr id="16" name="Arc 15">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Oval 17">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4616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8FE9F0-5C11-E932-9E25-6DAFA4B3474A}"/>
              </a:ext>
            </a:extLst>
          </p:cNvPr>
          <p:cNvSpPr>
            <a:spLocks noGrp="1"/>
          </p:cNvSpPr>
          <p:nvPr>
            <p:ph type="title"/>
          </p:nvPr>
        </p:nvSpPr>
        <p:spPr>
          <a:xfrm>
            <a:off x="586478" y="1683756"/>
            <a:ext cx="3115265" cy="2396359"/>
          </a:xfrm>
        </p:spPr>
        <p:txBody>
          <a:bodyPr anchor="b">
            <a:normAutofit/>
          </a:bodyPr>
          <a:lstStyle/>
          <a:p>
            <a:pPr algn="r"/>
            <a:r>
              <a:rPr lang="en-IT" sz="4000">
                <a:solidFill>
                  <a:srgbClr val="FFFFFF"/>
                </a:solidFill>
              </a:rPr>
              <a:t>Where to look for open results</a:t>
            </a:r>
          </a:p>
        </p:txBody>
      </p:sp>
      <p:graphicFrame>
        <p:nvGraphicFramePr>
          <p:cNvPr id="5" name="Content Placeholder 2">
            <a:extLst>
              <a:ext uri="{FF2B5EF4-FFF2-40B4-BE49-F238E27FC236}">
                <a16:creationId xmlns:a16="http://schemas.microsoft.com/office/drawing/2014/main" id="{3B80BB75-3F78-9146-067D-476D4B69D0FE}"/>
              </a:ext>
            </a:extLst>
          </p:cNvPr>
          <p:cNvGraphicFramePr>
            <a:graphicFrameLocks noGrp="1"/>
          </p:cNvGraphicFramePr>
          <p:nvPr>
            <p:ph idx="1"/>
            <p:extLst>
              <p:ext uri="{D42A27DB-BD31-4B8C-83A1-F6EECF244321}">
                <p14:modId xmlns:p14="http://schemas.microsoft.com/office/powerpoint/2010/main" val="2241684221"/>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08997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699E5B-EA00-EE91-1B5E-074CEF362873}"/>
              </a:ext>
            </a:extLst>
          </p:cNvPr>
          <p:cNvSpPr>
            <a:spLocks noGrp="1"/>
          </p:cNvSpPr>
          <p:nvPr>
            <p:ph type="title"/>
          </p:nvPr>
        </p:nvSpPr>
        <p:spPr>
          <a:xfrm>
            <a:off x="586478" y="1683756"/>
            <a:ext cx="3115265" cy="2396359"/>
          </a:xfrm>
        </p:spPr>
        <p:txBody>
          <a:bodyPr anchor="b">
            <a:normAutofit/>
          </a:bodyPr>
          <a:lstStyle/>
          <a:p>
            <a:pPr algn="r"/>
            <a:r>
              <a:rPr lang="en-IT" sz="4000">
                <a:solidFill>
                  <a:srgbClr val="FFFFFF"/>
                </a:solidFill>
              </a:rPr>
              <a:t>Where do EJ communities find results?</a:t>
            </a:r>
          </a:p>
        </p:txBody>
      </p:sp>
      <p:graphicFrame>
        <p:nvGraphicFramePr>
          <p:cNvPr id="5" name="Content Placeholder 2">
            <a:extLst>
              <a:ext uri="{FF2B5EF4-FFF2-40B4-BE49-F238E27FC236}">
                <a16:creationId xmlns:a16="http://schemas.microsoft.com/office/drawing/2014/main" id="{D4BC0468-CCA9-9A7C-C9FC-8CB280D41DDC}"/>
              </a:ext>
            </a:extLst>
          </p:cNvPr>
          <p:cNvGraphicFramePr>
            <a:graphicFrameLocks noGrp="1"/>
          </p:cNvGraphicFramePr>
          <p:nvPr>
            <p:ph idx="1"/>
            <p:extLst>
              <p:ext uri="{D42A27DB-BD31-4B8C-83A1-F6EECF244321}">
                <p14:modId xmlns:p14="http://schemas.microsoft.com/office/powerpoint/2010/main" val="669191157"/>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06009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E122FF-B1AB-12AB-C63F-CA1D81B7CDF1}"/>
              </a:ext>
            </a:extLst>
          </p:cNvPr>
          <p:cNvSpPr>
            <a:spLocks noGrp="1"/>
          </p:cNvSpPr>
          <p:nvPr>
            <p:ph type="title"/>
          </p:nvPr>
        </p:nvSpPr>
        <p:spPr>
          <a:xfrm>
            <a:off x="466722" y="586855"/>
            <a:ext cx="3201366" cy="3387497"/>
          </a:xfrm>
        </p:spPr>
        <p:txBody>
          <a:bodyPr anchor="b">
            <a:normAutofit/>
          </a:bodyPr>
          <a:lstStyle/>
          <a:p>
            <a:pPr algn="r"/>
            <a:r>
              <a:rPr lang="en-IT" sz="4000">
                <a:solidFill>
                  <a:srgbClr val="FFFFFF"/>
                </a:solidFill>
              </a:rPr>
              <a:t>Questions of quality</a:t>
            </a:r>
          </a:p>
        </p:txBody>
      </p:sp>
      <p:sp>
        <p:nvSpPr>
          <p:cNvPr id="3" name="Content Placeholder 2">
            <a:extLst>
              <a:ext uri="{FF2B5EF4-FFF2-40B4-BE49-F238E27FC236}">
                <a16:creationId xmlns:a16="http://schemas.microsoft.com/office/drawing/2014/main" id="{26B5F201-649D-12F6-D1CD-DDA57873332C}"/>
              </a:ext>
            </a:extLst>
          </p:cNvPr>
          <p:cNvSpPr>
            <a:spLocks noGrp="1"/>
          </p:cNvSpPr>
          <p:nvPr>
            <p:ph idx="1"/>
          </p:nvPr>
        </p:nvSpPr>
        <p:spPr>
          <a:xfrm>
            <a:off x="4810259" y="649480"/>
            <a:ext cx="6555347" cy="5546047"/>
          </a:xfrm>
        </p:spPr>
        <p:txBody>
          <a:bodyPr anchor="ctr">
            <a:normAutofit/>
          </a:bodyPr>
          <a:lstStyle/>
          <a:p>
            <a:r>
              <a:rPr lang="en-GB" sz="1300">
                <a:effectLst/>
              </a:rPr>
              <a:t>Is the material associated with a peer-reviewed publication?</a:t>
            </a:r>
            <a:endParaRPr lang="en-GB" sz="1300"/>
          </a:p>
          <a:p>
            <a:r>
              <a:rPr lang="en-GB" sz="1300">
                <a:effectLst/>
              </a:rPr>
              <a:t>Are the primary data associated with the results also open-source?</a:t>
            </a:r>
            <a:endParaRPr lang="en-GB" sz="1300"/>
          </a:p>
          <a:p>
            <a:r>
              <a:rPr lang="en-GB" sz="1300">
                <a:effectLst/>
              </a:rPr>
              <a:t>Is code used to generate the Open Results materials also open-source?</a:t>
            </a:r>
            <a:endParaRPr lang="en-GB" sz="1300"/>
          </a:p>
          <a:p>
            <a:r>
              <a:rPr lang="en-GB" sz="1300">
                <a:effectLst/>
              </a:rPr>
              <a:t>Are all fields and parameters clearly defined?</a:t>
            </a:r>
            <a:endParaRPr lang="en-GB" sz="1300"/>
          </a:p>
          <a:p>
            <a:r>
              <a:rPr lang="en-GB" sz="1300">
                <a:effectLst/>
              </a:rPr>
              <a:t>Is the derivation of measurement uncertainties clearly described?</a:t>
            </a:r>
            <a:endParaRPr lang="en-GB" sz="1300"/>
          </a:p>
          <a:p>
            <a:r>
              <a:rPr lang="en-GB" sz="1300">
                <a:effectLst/>
              </a:rPr>
              <a:t>Were any data or results excluded, and if so, were criteria provided?</a:t>
            </a:r>
            <a:endParaRPr lang="en-GB" sz="1300"/>
          </a:p>
          <a:p>
            <a:pPr>
              <a:buFont typeface="Arial" panose="020B0604020202020204" pitchFamily="34" charset="0"/>
              <a:buChar char="•"/>
            </a:pPr>
            <a:r>
              <a:rPr lang="en-GB" sz="1300">
                <a:effectLst/>
              </a:rPr>
              <a:t>Does the host website's URL end in .edu, .gov or (if managed by a non-profit organization) in .org?</a:t>
            </a:r>
            <a:endParaRPr lang="en-GB" sz="1300"/>
          </a:p>
          <a:p>
            <a:pPr>
              <a:buFont typeface="Arial" panose="020B0604020202020204" pitchFamily="34" charset="0"/>
              <a:buChar char="•"/>
            </a:pPr>
            <a:r>
              <a:rPr lang="en-GB" sz="1300">
                <a:effectLst/>
              </a:rPr>
              <a:t>Does the host website provide contact information of the author and/or organization?</a:t>
            </a:r>
            <a:endParaRPr lang="en-GB" sz="1300"/>
          </a:p>
          <a:p>
            <a:pPr>
              <a:buFont typeface="Arial" panose="020B0604020202020204" pitchFamily="34" charset="0"/>
              <a:buChar char="•"/>
            </a:pPr>
            <a:r>
              <a:rPr lang="en-GB" sz="1300">
                <a:effectLst/>
              </a:rPr>
              <a:t>Is the host website updated on a frequent basis?</a:t>
            </a:r>
            <a:endParaRPr lang="en-GB" sz="1300"/>
          </a:p>
          <a:p>
            <a:pPr>
              <a:buFont typeface="Arial" panose="020B0604020202020204" pitchFamily="34" charset="0"/>
              <a:buChar char="•"/>
            </a:pPr>
            <a:r>
              <a:rPr lang="en-GB" sz="1300">
                <a:effectLst/>
              </a:rPr>
              <a:t>Is the host website free of advertisements and/or sponsored content, the presence of which could indicate bias?</a:t>
            </a:r>
            <a:endParaRPr lang="en-GB" sz="1300"/>
          </a:p>
          <a:p>
            <a:r>
              <a:rPr lang="en-GB" sz="1300">
                <a:effectLst/>
              </a:rPr>
              <a:t>Is the result reproducible? Can you interact with the data and results? Have others reported being able to reproduce the results?</a:t>
            </a:r>
            <a:endParaRPr lang="en-GB" sz="1300"/>
          </a:p>
          <a:p>
            <a:r>
              <a:rPr lang="en-GB" sz="1300">
                <a:effectLst/>
              </a:rPr>
              <a:t>Is the author reliable? Have you seen them publish or share results in other forums?</a:t>
            </a:r>
            <a:endParaRPr lang="en-GB" sz="1300"/>
          </a:p>
          <a:p>
            <a:r>
              <a:rPr lang="en-GB" sz="1300">
                <a:effectLst/>
              </a:rPr>
              <a:t>Is the result from only a single author/voice or includes contributions from a broader community?</a:t>
            </a:r>
            <a:endParaRPr lang="en-GB" sz="1300"/>
          </a:p>
          <a:p>
            <a:r>
              <a:rPr lang="en-GB" sz="1300">
                <a:effectLst/>
              </a:rPr>
              <a:t>Does the post have a significant amount of likes/views and public comments? The value of a blog post with no comments or responses can be difficult to assess. Conversely, a thorough github discussion forum with multiple views shared indicated a robust post.</a:t>
            </a:r>
            <a:endParaRPr lang="en-GB" sz="1300"/>
          </a:p>
          <a:p>
            <a:endParaRPr lang="en-IT" sz="1300"/>
          </a:p>
        </p:txBody>
      </p:sp>
    </p:spTree>
    <p:extLst>
      <p:ext uri="{BB962C8B-B14F-4D97-AF65-F5344CB8AC3E}">
        <p14:creationId xmlns:p14="http://schemas.microsoft.com/office/powerpoint/2010/main" val="1200417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F7D788E-2C1B-4EF4-8719-12613771FF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452"/>
          </a:xfrm>
          <a:prstGeom prst="rect">
            <a:avLst/>
          </a:prstGeom>
          <a:solidFill>
            <a:srgbClr val="40404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531D2B90-D565-2F8B-E77C-ECAA2F61E613}"/>
              </a:ext>
            </a:extLst>
          </p:cNvPr>
          <p:cNvSpPr>
            <a:spLocks noGrp="1"/>
          </p:cNvSpPr>
          <p:nvPr>
            <p:ph type="title"/>
          </p:nvPr>
        </p:nvSpPr>
        <p:spPr>
          <a:xfrm>
            <a:off x="764949" y="3499076"/>
            <a:ext cx="6053558" cy="2424774"/>
          </a:xfrm>
        </p:spPr>
        <p:txBody>
          <a:bodyPr>
            <a:normAutofit/>
          </a:bodyPr>
          <a:lstStyle/>
          <a:p>
            <a:r>
              <a:rPr lang="en-IT">
                <a:solidFill>
                  <a:srgbClr val="FFFFFF"/>
                </a:solidFill>
              </a:rPr>
              <a:t>Contributing on Git Hub vs email</a:t>
            </a:r>
          </a:p>
        </p:txBody>
      </p:sp>
      <p:sp>
        <p:nvSpPr>
          <p:cNvPr id="18" name="Freeform: Shape 12">
            <a:extLst>
              <a:ext uri="{FF2B5EF4-FFF2-40B4-BE49-F238E27FC236}">
                <a16:creationId xmlns:a16="http://schemas.microsoft.com/office/drawing/2014/main" id="{7C54E824-C0F4-480B-BC88-689F50C45F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6199" y="548"/>
            <a:ext cx="4349752" cy="3142889"/>
          </a:xfrm>
          <a:custGeom>
            <a:avLst/>
            <a:gdLst>
              <a:gd name="connsiteX0" fmla="*/ 229420 w 4349752"/>
              <a:gd name="connsiteY0" fmla="*/ 0 h 3142889"/>
              <a:gd name="connsiteX1" fmla="*/ 4120333 w 4349752"/>
              <a:gd name="connsiteY1" fmla="*/ 0 h 3142889"/>
              <a:gd name="connsiteX2" fmla="*/ 4178840 w 4349752"/>
              <a:gd name="connsiteY2" fmla="*/ 121453 h 3142889"/>
              <a:gd name="connsiteX3" fmla="*/ 4349752 w 4349752"/>
              <a:gd name="connsiteY3" fmla="*/ 968013 h 3142889"/>
              <a:gd name="connsiteX4" fmla="*/ 2174876 w 4349752"/>
              <a:gd name="connsiteY4" fmla="*/ 3142889 h 3142889"/>
              <a:gd name="connsiteX5" fmla="*/ 0 w 4349752"/>
              <a:gd name="connsiteY5" fmla="*/ 968013 h 3142889"/>
              <a:gd name="connsiteX6" fmla="*/ 170913 w 4349752"/>
              <a:gd name="connsiteY6" fmla="*/ 121453 h 3142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9752" h="3142889">
                <a:moveTo>
                  <a:pt x="229420" y="0"/>
                </a:moveTo>
                <a:lnTo>
                  <a:pt x="4120333" y="0"/>
                </a:lnTo>
                <a:lnTo>
                  <a:pt x="4178840" y="121453"/>
                </a:lnTo>
                <a:cubicBezTo>
                  <a:pt x="4288894" y="381652"/>
                  <a:pt x="4349752" y="667725"/>
                  <a:pt x="4349752" y="968013"/>
                </a:cubicBezTo>
                <a:cubicBezTo>
                  <a:pt x="4349752" y="2169164"/>
                  <a:pt x="3376027" y="3142889"/>
                  <a:pt x="2174876" y="3142889"/>
                </a:cubicBezTo>
                <a:cubicBezTo>
                  <a:pt x="973725" y="3142889"/>
                  <a:pt x="0" y="2169164"/>
                  <a:pt x="0" y="968013"/>
                </a:cubicBezTo>
                <a:cubicBezTo>
                  <a:pt x="0" y="667725"/>
                  <a:pt x="60858" y="381652"/>
                  <a:pt x="170913" y="12145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Freeform: Shape 14">
            <a:extLst>
              <a:ext uri="{FF2B5EF4-FFF2-40B4-BE49-F238E27FC236}">
                <a16:creationId xmlns:a16="http://schemas.microsoft.com/office/drawing/2014/main" id="{58DEA6A1-FC5C-4E6E-BBBF-7E472949B3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3759" y="1421356"/>
            <a:ext cx="4538241" cy="5436644"/>
          </a:xfrm>
          <a:custGeom>
            <a:avLst/>
            <a:gdLst>
              <a:gd name="connsiteX0" fmla="*/ 3084645 w 4538241"/>
              <a:gd name="connsiteY0" fmla="*/ 0 h 5436644"/>
              <a:gd name="connsiteX1" fmla="*/ 4285328 w 4538241"/>
              <a:gd name="connsiteY1" fmla="*/ 242407 h 5436644"/>
              <a:gd name="connsiteX2" fmla="*/ 4538241 w 4538241"/>
              <a:gd name="connsiteY2" fmla="*/ 364242 h 5436644"/>
              <a:gd name="connsiteX3" fmla="*/ 4538241 w 4538241"/>
              <a:gd name="connsiteY3" fmla="*/ 5436644 h 5436644"/>
              <a:gd name="connsiteX4" fmla="*/ 1091428 w 4538241"/>
              <a:gd name="connsiteY4" fmla="*/ 5436644 h 5436644"/>
              <a:gd name="connsiteX5" fmla="*/ 903472 w 4538241"/>
              <a:gd name="connsiteY5" fmla="*/ 5265818 h 5436644"/>
              <a:gd name="connsiteX6" fmla="*/ 0 w 4538241"/>
              <a:gd name="connsiteY6" fmla="*/ 3084645 h 5436644"/>
              <a:gd name="connsiteX7" fmla="*/ 3084645 w 4538241"/>
              <a:gd name="connsiteY7" fmla="*/ 0 h 543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38241" h="5436644">
                <a:moveTo>
                  <a:pt x="3084645" y="0"/>
                </a:moveTo>
                <a:cubicBezTo>
                  <a:pt x="3510546" y="0"/>
                  <a:pt x="3916286" y="86315"/>
                  <a:pt x="4285328" y="242407"/>
                </a:cubicBezTo>
                <a:lnTo>
                  <a:pt x="4538241" y="364242"/>
                </a:lnTo>
                <a:lnTo>
                  <a:pt x="4538241" y="5436644"/>
                </a:lnTo>
                <a:lnTo>
                  <a:pt x="1091428" y="5436644"/>
                </a:lnTo>
                <a:lnTo>
                  <a:pt x="903472" y="5265818"/>
                </a:lnTo>
                <a:cubicBezTo>
                  <a:pt x="345261" y="4707608"/>
                  <a:pt x="0" y="3936446"/>
                  <a:pt x="0" y="3084645"/>
                </a:cubicBezTo>
                <a:cubicBezTo>
                  <a:pt x="0" y="1381043"/>
                  <a:pt x="1381043" y="0"/>
                  <a:pt x="3084645"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Freeform: Shape 16">
            <a:extLst>
              <a:ext uri="{FF2B5EF4-FFF2-40B4-BE49-F238E27FC236}">
                <a16:creationId xmlns:a16="http://schemas.microsoft.com/office/drawing/2014/main" id="{96AAAC3B-1954-46B7-BBAC-27DFF5B529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39395" y="0"/>
            <a:ext cx="4023360" cy="2980240"/>
          </a:xfrm>
          <a:custGeom>
            <a:avLst/>
            <a:gdLst>
              <a:gd name="connsiteX0" fmla="*/ 248676 w 4023360"/>
              <a:gd name="connsiteY0" fmla="*/ 0 h 2980240"/>
              <a:gd name="connsiteX1" fmla="*/ 3774684 w 4023360"/>
              <a:gd name="connsiteY1" fmla="*/ 0 h 2980240"/>
              <a:gd name="connsiteX2" fmla="*/ 3780561 w 4023360"/>
              <a:gd name="connsiteY2" fmla="*/ 9674 h 2980240"/>
              <a:gd name="connsiteX3" fmla="*/ 4023360 w 4023360"/>
              <a:gd name="connsiteY3" fmla="*/ 968560 h 2980240"/>
              <a:gd name="connsiteX4" fmla="*/ 2011680 w 4023360"/>
              <a:gd name="connsiteY4" fmla="*/ 2980240 h 2980240"/>
              <a:gd name="connsiteX5" fmla="*/ 0 w 4023360"/>
              <a:gd name="connsiteY5" fmla="*/ 968560 h 2980240"/>
              <a:gd name="connsiteX6" fmla="*/ 242799 w 4023360"/>
              <a:gd name="connsiteY6" fmla="*/ 9674 h 298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23360" h="2980240">
                <a:moveTo>
                  <a:pt x="248676" y="0"/>
                </a:moveTo>
                <a:lnTo>
                  <a:pt x="3774684" y="0"/>
                </a:lnTo>
                <a:lnTo>
                  <a:pt x="3780561" y="9674"/>
                </a:lnTo>
                <a:cubicBezTo>
                  <a:pt x="3935405" y="294716"/>
                  <a:pt x="4023360" y="621366"/>
                  <a:pt x="4023360" y="968560"/>
                </a:cubicBezTo>
                <a:cubicBezTo>
                  <a:pt x="4023360" y="2079580"/>
                  <a:pt x="3122700" y="2980240"/>
                  <a:pt x="2011680" y="2980240"/>
                </a:cubicBezTo>
                <a:cubicBezTo>
                  <a:pt x="900660" y="2980240"/>
                  <a:pt x="0" y="2079580"/>
                  <a:pt x="0" y="968560"/>
                </a:cubicBezTo>
                <a:cubicBezTo>
                  <a:pt x="0" y="621366"/>
                  <a:pt x="87955" y="294716"/>
                  <a:pt x="242799" y="967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D38C7825-4787-D008-3981-87B115C77DAB}"/>
              </a:ext>
            </a:extLst>
          </p:cNvPr>
          <p:cNvSpPr>
            <a:spLocks noGrp="1"/>
          </p:cNvSpPr>
          <p:nvPr>
            <p:ph sz="half" idx="1"/>
          </p:nvPr>
        </p:nvSpPr>
        <p:spPr>
          <a:xfrm>
            <a:off x="4215161" y="356187"/>
            <a:ext cx="2878409" cy="1792281"/>
          </a:xfrm>
        </p:spPr>
        <p:txBody>
          <a:bodyPr anchor="ctr">
            <a:normAutofit/>
          </a:bodyPr>
          <a:lstStyle/>
          <a:p>
            <a:r>
              <a:rPr lang="en-GB" sz="1400">
                <a:effectLst/>
              </a:rPr>
              <a:t>Pro: The feedback is open and other community members can see ongoing issues that are being addressed.</a:t>
            </a:r>
          </a:p>
          <a:p>
            <a:r>
              <a:rPr lang="en-GB" sz="1400">
                <a:effectLst/>
              </a:rPr>
              <a:t>Pro: Contribution is archived and logged on GitHub.</a:t>
            </a:r>
            <a:endParaRPr lang="en-IT" sz="1400"/>
          </a:p>
        </p:txBody>
      </p:sp>
      <p:sp>
        <p:nvSpPr>
          <p:cNvPr id="19" name="Freeform: Shape 18">
            <a:extLst>
              <a:ext uri="{FF2B5EF4-FFF2-40B4-BE49-F238E27FC236}">
                <a16:creationId xmlns:a16="http://schemas.microsoft.com/office/drawing/2014/main" id="{A5AD6500-BB62-4AAC-9D2F-C10DDC90C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16897" y="1584494"/>
            <a:ext cx="4375105" cy="5273507"/>
          </a:xfrm>
          <a:custGeom>
            <a:avLst/>
            <a:gdLst>
              <a:gd name="connsiteX0" fmla="*/ 2921508 w 4375105"/>
              <a:gd name="connsiteY0" fmla="*/ 0 h 5273507"/>
              <a:gd name="connsiteX1" fmla="*/ 4314072 w 4375105"/>
              <a:gd name="connsiteY1" fmla="*/ 352611 h 5273507"/>
              <a:gd name="connsiteX2" fmla="*/ 4375105 w 4375105"/>
              <a:gd name="connsiteY2" fmla="*/ 389689 h 5273507"/>
              <a:gd name="connsiteX3" fmla="*/ 4375105 w 4375105"/>
              <a:gd name="connsiteY3" fmla="*/ 5273507 h 5273507"/>
              <a:gd name="connsiteX4" fmla="*/ 1193705 w 4375105"/>
              <a:gd name="connsiteY4" fmla="*/ 5273507 h 5273507"/>
              <a:gd name="connsiteX5" fmla="*/ 1063158 w 4375105"/>
              <a:gd name="connsiteY5" fmla="*/ 5175886 h 5273507"/>
              <a:gd name="connsiteX6" fmla="*/ 0 w 4375105"/>
              <a:gd name="connsiteY6" fmla="*/ 2921508 h 5273507"/>
              <a:gd name="connsiteX7" fmla="*/ 2921508 w 4375105"/>
              <a:gd name="connsiteY7" fmla="*/ 0 h 5273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75105" h="5273507">
                <a:moveTo>
                  <a:pt x="2921508" y="0"/>
                </a:moveTo>
                <a:cubicBezTo>
                  <a:pt x="3425728" y="0"/>
                  <a:pt x="3900114" y="127735"/>
                  <a:pt x="4314072" y="352611"/>
                </a:cubicBezTo>
                <a:lnTo>
                  <a:pt x="4375105" y="389689"/>
                </a:lnTo>
                <a:lnTo>
                  <a:pt x="4375105" y="5273507"/>
                </a:lnTo>
                <a:lnTo>
                  <a:pt x="1193705" y="5273507"/>
                </a:lnTo>
                <a:lnTo>
                  <a:pt x="1063158" y="5175886"/>
                </a:lnTo>
                <a:cubicBezTo>
                  <a:pt x="413861" y="4640038"/>
                  <a:pt x="0" y="3829104"/>
                  <a:pt x="0" y="2921508"/>
                </a:cubicBezTo>
                <a:cubicBezTo>
                  <a:pt x="0" y="1308004"/>
                  <a:pt x="1308004" y="0"/>
                  <a:pt x="29215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54604D14-C2B7-C8B4-91E3-C4B3E43162ED}"/>
              </a:ext>
            </a:extLst>
          </p:cNvPr>
          <p:cNvSpPr>
            <a:spLocks noGrp="1"/>
          </p:cNvSpPr>
          <p:nvPr>
            <p:ph sz="half" idx="2"/>
          </p:nvPr>
        </p:nvSpPr>
        <p:spPr>
          <a:xfrm>
            <a:off x="8386139" y="3143438"/>
            <a:ext cx="3474621" cy="2780412"/>
          </a:xfrm>
        </p:spPr>
        <p:txBody>
          <a:bodyPr anchor="ctr">
            <a:normAutofit/>
          </a:bodyPr>
          <a:lstStyle/>
          <a:p>
            <a:r>
              <a:rPr lang="en-GB" sz="2000">
                <a:effectLst/>
              </a:rPr>
              <a:t>Con: the feedback is closed. The information is generally not propagated back to the community unless the creator creates a new version.</a:t>
            </a:r>
          </a:p>
          <a:p>
            <a:r>
              <a:rPr lang="en-GB" sz="2000">
                <a:effectLst/>
              </a:rPr>
              <a:t>Con: No way of tracking credit.</a:t>
            </a:r>
            <a:endParaRPr lang="en-IT" sz="2000"/>
          </a:p>
        </p:txBody>
      </p:sp>
    </p:spTree>
    <p:extLst>
      <p:ext uri="{BB962C8B-B14F-4D97-AF65-F5344CB8AC3E}">
        <p14:creationId xmlns:p14="http://schemas.microsoft.com/office/powerpoint/2010/main" val="3185347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2AD536-16E3-8D76-B833-E741BF3BDED3}"/>
              </a:ext>
            </a:extLst>
          </p:cNvPr>
          <p:cNvSpPr>
            <a:spLocks noGrp="1"/>
          </p:cNvSpPr>
          <p:nvPr>
            <p:ph type="title"/>
          </p:nvPr>
        </p:nvSpPr>
        <p:spPr>
          <a:xfrm>
            <a:off x="686834" y="1153572"/>
            <a:ext cx="3200400" cy="4461163"/>
          </a:xfrm>
        </p:spPr>
        <p:txBody>
          <a:bodyPr>
            <a:normAutofit/>
          </a:bodyPr>
          <a:lstStyle/>
          <a:p>
            <a:r>
              <a:rPr lang="en-IT">
                <a:solidFill>
                  <a:srgbClr val="FFFFFF"/>
                </a:solidFill>
              </a:rPr>
              <a:t>making open results</a:t>
            </a:r>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 name="Content Placeholder 6">
            <a:extLst>
              <a:ext uri="{FF2B5EF4-FFF2-40B4-BE49-F238E27FC236}">
                <a16:creationId xmlns:a16="http://schemas.microsoft.com/office/drawing/2014/main" id="{3F465FE5-8202-48AC-1C71-DFA1DE0EE972}"/>
              </a:ext>
            </a:extLst>
          </p:cNvPr>
          <p:cNvSpPr>
            <a:spLocks noGrp="1"/>
          </p:cNvSpPr>
          <p:nvPr>
            <p:ph idx="1"/>
          </p:nvPr>
        </p:nvSpPr>
        <p:spPr>
          <a:xfrm>
            <a:off x="4447308" y="591344"/>
            <a:ext cx="6906491" cy="5585619"/>
          </a:xfrm>
        </p:spPr>
        <p:txBody>
          <a:bodyPr anchor="ctr">
            <a:normAutofit/>
          </a:bodyPr>
          <a:lstStyle/>
          <a:p>
            <a:r>
              <a:rPr lang="en-GB" dirty="0">
                <a:effectLst/>
              </a:rPr>
              <a:t>1) making all types of research outputs; </a:t>
            </a:r>
          </a:p>
          <a:p>
            <a:r>
              <a:rPr lang="en-GB" dirty="0">
                <a:effectLst/>
              </a:rPr>
              <a:t>2) recognizing all contributors; and </a:t>
            </a:r>
          </a:p>
          <a:p>
            <a:r>
              <a:rPr lang="en-GB" dirty="0">
                <a:effectLst/>
              </a:rPr>
              <a:t>3) combining outputs for scientific reporting and publications.</a:t>
            </a:r>
            <a:endParaRPr lang="en-IT" dirty="0"/>
          </a:p>
        </p:txBody>
      </p:sp>
    </p:spTree>
    <p:extLst>
      <p:ext uri="{BB962C8B-B14F-4D97-AF65-F5344CB8AC3E}">
        <p14:creationId xmlns:p14="http://schemas.microsoft.com/office/powerpoint/2010/main" val="23664059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9EBA2-E843-3428-9520-20E04432AB7D}"/>
              </a:ext>
            </a:extLst>
          </p:cNvPr>
          <p:cNvSpPr>
            <a:spLocks noGrp="1"/>
          </p:cNvSpPr>
          <p:nvPr>
            <p:ph type="title"/>
          </p:nvPr>
        </p:nvSpPr>
        <p:spPr/>
        <p:txBody>
          <a:bodyPr>
            <a:normAutofit fontScale="90000"/>
          </a:bodyPr>
          <a:lstStyle/>
          <a:p>
            <a:r>
              <a:rPr lang="en-IT" dirty="0"/>
              <a:t>How do you communicate about your interests, activitism and work? Is there are role for open science?</a:t>
            </a:r>
          </a:p>
        </p:txBody>
      </p:sp>
      <p:sp>
        <p:nvSpPr>
          <p:cNvPr id="3" name="Content Placeholder 2">
            <a:extLst>
              <a:ext uri="{FF2B5EF4-FFF2-40B4-BE49-F238E27FC236}">
                <a16:creationId xmlns:a16="http://schemas.microsoft.com/office/drawing/2014/main" id="{3AA36E9C-C072-EC9A-3EA8-8903561E5F12}"/>
              </a:ext>
            </a:extLst>
          </p:cNvPr>
          <p:cNvSpPr>
            <a:spLocks noGrp="1"/>
          </p:cNvSpPr>
          <p:nvPr>
            <p:ph idx="1"/>
          </p:nvPr>
        </p:nvSpPr>
        <p:spPr/>
        <p:txBody>
          <a:bodyPr/>
          <a:lstStyle/>
          <a:p>
            <a:r>
              <a:rPr lang="en-IT" dirty="0"/>
              <a:t>Social media</a:t>
            </a:r>
          </a:p>
          <a:p>
            <a:pPr lvl="1"/>
            <a:r>
              <a:rPr lang="en-IT" dirty="0"/>
              <a:t>?</a:t>
            </a:r>
          </a:p>
          <a:p>
            <a:r>
              <a:rPr lang="en-IT" dirty="0"/>
              <a:t>Blogs?</a:t>
            </a:r>
          </a:p>
          <a:p>
            <a:r>
              <a:rPr lang="en-IT" dirty="0"/>
              <a:t>Videos?</a:t>
            </a:r>
          </a:p>
          <a:p>
            <a:r>
              <a:rPr lang="en-IT" dirty="0"/>
              <a:t>Forums – specific to a group or conference?</a:t>
            </a:r>
          </a:p>
        </p:txBody>
      </p:sp>
    </p:spTree>
    <p:extLst>
      <p:ext uri="{BB962C8B-B14F-4D97-AF65-F5344CB8AC3E}">
        <p14:creationId xmlns:p14="http://schemas.microsoft.com/office/powerpoint/2010/main" val="684475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B7B80-02D4-14CF-D8BB-5ED405D19148}"/>
              </a:ext>
            </a:extLst>
          </p:cNvPr>
          <p:cNvSpPr>
            <a:spLocks noGrp="1"/>
          </p:cNvSpPr>
          <p:nvPr>
            <p:ph type="title"/>
          </p:nvPr>
        </p:nvSpPr>
        <p:spPr/>
        <p:txBody>
          <a:bodyPr/>
          <a:lstStyle/>
          <a:p>
            <a:r>
              <a:rPr lang="en-IT" dirty="0"/>
              <a:t>Make clear how different people will be recognized</a:t>
            </a:r>
          </a:p>
        </p:txBody>
      </p:sp>
      <p:graphicFrame>
        <p:nvGraphicFramePr>
          <p:cNvPr id="7" name="Content Placeholder 2">
            <a:extLst>
              <a:ext uri="{FF2B5EF4-FFF2-40B4-BE49-F238E27FC236}">
                <a16:creationId xmlns:a16="http://schemas.microsoft.com/office/drawing/2014/main" id="{E75F840F-2753-27C0-62DE-C25F90C1791F}"/>
              </a:ext>
            </a:extLst>
          </p:cNvPr>
          <p:cNvGraphicFramePr>
            <a:graphicFrameLocks noGrp="1"/>
          </p:cNvGraphicFramePr>
          <p:nvPr>
            <p:ph idx="1"/>
            <p:extLst>
              <p:ext uri="{D42A27DB-BD31-4B8C-83A1-F6EECF244321}">
                <p14:modId xmlns:p14="http://schemas.microsoft.com/office/powerpoint/2010/main" val="392603014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47371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E4D8C-D44C-03E1-60CD-49BD4945ED91}"/>
              </a:ext>
            </a:extLst>
          </p:cNvPr>
          <p:cNvSpPr>
            <a:spLocks noGrp="1"/>
          </p:cNvSpPr>
          <p:nvPr>
            <p:ph type="title"/>
          </p:nvPr>
        </p:nvSpPr>
        <p:spPr/>
        <p:txBody>
          <a:bodyPr/>
          <a:lstStyle/>
          <a:p>
            <a:r>
              <a:rPr lang="en-IT" dirty="0"/>
              <a:t>What credit should be given to those involved in community engaged research? Others?</a:t>
            </a:r>
          </a:p>
        </p:txBody>
      </p:sp>
      <p:sp>
        <p:nvSpPr>
          <p:cNvPr id="3" name="Content Placeholder 2">
            <a:extLst>
              <a:ext uri="{FF2B5EF4-FFF2-40B4-BE49-F238E27FC236}">
                <a16:creationId xmlns:a16="http://schemas.microsoft.com/office/drawing/2014/main" id="{BB39AB4C-9FBB-F4E4-5004-0E6E12CAE55E}"/>
              </a:ext>
            </a:extLst>
          </p:cNvPr>
          <p:cNvSpPr>
            <a:spLocks noGrp="1"/>
          </p:cNvSpPr>
          <p:nvPr>
            <p:ph sz="half" idx="1"/>
          </p:nvPr>
        </p:nvSpPr>
        <p:spPr/>
        <p:txBody>
          <a:bodyPr/>
          <a:lstStyle/>
          <a:p>
            <a:r>
              <a:rPr lang="en-GB" dirty="0">
                <a:hlinkClick r:id="rId2"/>
              </a:rPr>
              <a:t>Conceptualization</a:t>
            </a:r>
            <a:endParaRPr lang="en-GB" dirty="0"/>
          </a:p>
          <a:p>
            <a:r>
              <a:rPr lang="en-GB" dirty="0">
                <a:hlinkClick r:id="rId3"/>
              </a:rPr>
              <a:t>Data curation</a:t>
            </a:r>
            <a:endParaRPr lang="en-GB" dirty="0"/>
          </a:p>
          <a:p>
            <a:r>
              <a:rPr lang="en-GB" dirty="0">
                <a:hlinkClick r:id="rId4"/>
              </a:rPr>
              <a:t>Formal Analysis</a:t>
            </a:r>
            <a:endParaRPr lang="en-GB" dirty="0"/>
          </a:p>
          <a:p>
            <a:r>
              <a:rPr lang="en-GB" dirty="0">
                <a:hlinkClick r:id="rId5"/>
              </a:rPr>
              <a:t>Funding acquisition</a:t>
            </a:r>
            <a:endParaRPr lang="en-GB" dirty="0"/>
          </a:p>
          <a:p>
            <a:r>
              <a:rPr lang="en-GB" dirty="0">
                <a:hlinkClick r:id="rId6"/>
              </a:rPr>
              <a:t>Investigation</a:t>
            </a:r>
            <a:endParaRPr lang="en-GB" dirty="0"/>
          </a:p>
          <a:p>
            <a:r>
              <a:rPr lang="en-GB" dirty="0">
                <a:hlinkClick r:id="rId7"/>
              </a:rPr>
              <a:t>Methodology</a:t>
            </a:r>
            <a:endParaRPr lang="en-GB" dirty="0"/>
          </a:p>
          <a:p>
            <a:r>
              <a:rPr lang="en-GB" dirty="0">
                <a:hlinkClick r:id="rId8"/>
              </a:rPr>
              <a:t>Project administration</a:t>
            </a:r>
            <a:endParaRPr lang="en-GB" dirty="0"/>
          </a:p>
          <a:p>
            <a:endParaRPr lang="en-IT" dirty="0"/>
          </a:p>
        </p:txBody>
      </p:sp>
      <p:sp>
        <p:nvSpPr>
          <p:cNvPr id="5" name="Content Placeholder 4">
            <a:extLst>
              <a:ext uri="{FF2B5EF4-FFF2-40B4-BE49-F238E27FC236}">
                <a16:creationId xmlns:a16="http://schemas.microsoft.com/office/drawing/2014/main" id="{3B268347-1855-890D-4FA9-A24429D17CAC}"/>
              </a:ext>
            </a:extLst>
          </p:cNvPr>
          <p:cNvSpPr>
            <a:spLocks noGrp="1"/>
          </p:cNvSpPr>
          <p:nvPr>
            <p:ph sz="half" idx="2"/>
          </p:nvPr>
        </p:nvSpPr>
        <p:spPr/>
        <p:txBody>
          <a:bodyPr/>
          <a:lstStyle/>
          <a:p>
            <a:r>
              <a:rPr lang="en-GB" dirty="0">
                <a:hlinkClick r:id="rId9"/>
              </a:rPr>
              <a:t>Resources</a:t>
            </a:r>
            <a:endParaRPr lang="en-GB" dirty="0"/>
          </a:p>
          <a:p>
            <a:r>
              <a:rPr lang="en-GB" dirty="0">
                <a:hlinkClick r:id="rId10"/>
              </a:rPr>
              <a:t>Software</a:t>
            </a:r>
            <a:endParaRPr lang="en-GB" dirty="0"/>
          </a:p>
          <a:p>
            <a:r>
              <a:rPr lang="en-GB" dirty="0">
                <a:hlinkClick r:id="rId11"/>
              </a:rPr>
              <a:t>Supervision</a:t>
            </a:r>
            <a:endParaRPr lang="en-GB" dirty="0"/>
          </a:p>
          <a:p>
            <a:r>
              <a:rPr lang="en-GB" dirty="0">
                <a:hlinkClick r:id="rId12"/>
              </a:rPr>
              <a:t>Validation</a:t>
            </a:r>
            <a:endParaRPr lang="en-GB" dirty="0"/>
          </a:p>
          <a:p>
            <a:r>
              <a:rPr lang="en-GB" dirty="0">
                <a:hlinkClick r:id="rId13"/>
              </a:rPr>
              <a:t>Visualization</a:t>
            </a:r>
            <a:endParaRPr lang="en-GB" dirty="0"/>
          </a:p>
          <a:p>
            <a:r>
              <a:rPr lang="en-GB" dirty="0">
                <a:hlinkClick r:id="rId14"/>
              </a:rPr>
              <a:t>Writing – original draft</a:t>
            </a:r>
            <a:endParaRPr lang="en-GB" dirty="0"/>
          </a:p>
          <a:p>
            <a:r>
              <a:rPr lang="en-GB" dirty="0">
                <a:hlinkClick r:id="rId15"/>
              </a:rPr>
              <a:t>Writing – review &amp; editing</a:t>
            </a:r>
            <a:endParaRPr lang="en-GB" dirty="0"/>
          </a:p>
          <a:p>
            <a:endParaRPr lang="en-IT" dirty="0"/>
          </a:p>
        </p:txBody>
      </p:sp>
    </p:spTree>
    <p:extLst>
      <p:ext uri="{BB962C8B-B14F-4D97-AF65-F5344CB8AC3E}">
        <p14:creationId xmlns:p14="http://schemas.microsoft.com/office/powerpoint/2010/main" val="10536196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9D49E-287B-86EB-D8B8-FA83BAC1E4B5}"/>
              </a:ext>
            </a:extLst>
          </p:cNvPr>
          <p:cNvSpPr>
            <a:spLocks noGrp="1"/>
          </p:cNvSpPr>
          <p:nvPr>
            <p:ph type="title"/>
          </p:nvPr>
        </p:nvSpPr>
        <p:spPr>
          <a:xfrm>
            <a:off x="890338" y="640080"/>
            <a:ext cx="3734014" cy="3566160"/>
          </a:xfrm>
        </p:spPr>
        <p:txBody>
          <a:bodyPr vert="horz" lIns="91440" tIns="45720" rIns="91440" bIns="45720" rtlCol="0" anchor="b">
            <a:normAutofit/>
          </a:bodyPr>
          <a:lstStyle/>
          <a:p>
            <a:r>
              <a:rPr lang="en-US" sz="5400" dirty="0"/>
              <a:t>Lesson 1,2,&amp; 3 Quiz</a:t>
            </a:r>
          </a:p>
        </p:txBody>
      </p:sp>
      <p:pic>
        <p:nvPicPr>
          <p:cNvPr id="5" name="Picture 4" descr="Hand holding a pen shading number on a sheet">
            <a:extLst>
              <a:ext uri="{FF2B5EF4-FFF2-40B4-BE49-F238E27FC236}">
                <a16:creationId xmlns:a16="http://schemas.microsoft.com/office/drawing/2014/main" id="{721A8CD5-3FE7-AD83-B5F9-C322A703966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1"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2904679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2E2F48E-5579-6563-3B28-2354909E06EF}"/>
              </a:ext>
            </a:extLst>
          </p:cNvPr>
          <p:cNvPicPr>
            <a:picLocks noGrp="1" noChangeAspect="1"/>
          </p:cNvPicPr>
          <p:nvPr>
            <p:ph idx="1"/>
          </p:nvPr>
        </p:nvPicPr>
        <p:blipFill rotWithShape="1">
          <a:blip r:embed="rId2" cstate="screen">
            <a:extLst>
              <a:ext uri="{28A0092B-C50C-407E-A947-70E740481C1C}">
                <a14:useLocalDpi xmlns:a14="http://schemas.microsoft.com/office/drawing/2010/main"/>
              </a:ext>
            </a:extLst>
          </a:blip>
          <a:srcRect/>
          <a:stretch/>
        </p:blipFill>
        <p:spPr>
          <a:xfrm>
            <a:off x="2390858" y="643466"/>
            <a:ext cx="7410284" cy="5571067"/>
          </a:xfrm>
          <a:prstGeom prst="rect">
            <a:avLst/>
          </a:prstGeom>
        </p:spPr>
      </p:pic>
    </p:spTree>
    <p:extLst>
      <p:ext uri="{BB962C8B-B14F-4D97-AF65-F5344CB8AC3E}">
        <p14:creationId xmlns:p14="http://schemas.microsoft.com/office/powerpoint/2010/main" val="39230037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BBED7-EF98-AFA1-B87F-CAB3309EA937}"/>
              </a:ext>
            </a:extLst>
          </p:cNvPr>
          <p:cNvSpPr>
            <a:spLocks noGrp="1"/>
          </p:cNvSpPr>
          <p:nvPr>
            <p:ph type="title"/>
          </p:nvPr>
        </p:nvSpPr>
        <p:spPr>
          <a:xfrm>
            <a:off x="5868557" y="1138036"/>
            <a:ext cx="5444382" cy="1402470"/>
          </a:xfrm>
        </p:spPr>
        <p:txBody>
          <a:bodyPr anchor="t">
            <a:normAutofit/>
          </a:bodyPr>
          <a:lstStyle/>
          <a:p>
            <a:r>
              <a:rPr lang="en-IT" sz="3200"/>
              <a:t>open access publishing</a:t>
            </a:r>
          </a:p>
        </p:txBody>
      </p:sp>
      <p:pic>
        <p:nvPicPr>
          <p:cNvPr id="5" name="Picture 4" descr="Pen placed on top of a signature line">
            <a:extLst>
              <a:ext uri="{FF2B5EF4-FFF2-40B4-BE49-F238E27FC236}">
                <a16:creationId xmlns:a16="http://schemas.microsoft.com/office/drawing/2014/main" id="{FFC6672F-442E-05B5-114D-5948C7CBB1F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2" b="-1"/>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CDDDFC8-5F79-C91F-193A-FA2FF5EE0B96}"/>
              </a:ext>
            </a:extLst>
          </p:cNvPr>
          <p:cNvSpPr>
            <a:spLocks noGrp="1"/>
          </p:cNvSpPr>
          <p:nvPr>
            <p:ph idx="1"/>
          </p:nvPr>
        </p:nvSpPr>
        <p:spPr>
          <a:xfrm>
            <a:off x="5794985" y="1633396"/>
            <a:ext cx="5444382" cy="3591207"/>
          </a:xfrm>
        </p:spPr>
        <p:txBody>
          <a:bodyPr>
            <a:noAutofit/>
          </a:bodyPr>
          <a:lstStyle/>
          <a:p>
            <a:r>
              <a:rPr lang="en-IT" sz="2000" dirty="0"/>
              <a:t>Consider your liscense – CC-BY and others</a:t>
            </a:r>
          </a:p>
          <a:p>
            <a:endParaRPr lang="en-IT" sz="2000" dirty="0"/>
          </a:p>
          <a:p>
            <a:r>
              <a:rPr lang="en-IT" sz="2000" dirty="0"/>
              <a:t>Open access types</a:t>
            </a:r>
          </a:p>
          <a:p>
            <a:pPr lvl="1"/>
            <a:r>
              <a:rPr lang="en-GB" sz="2000" b="1" dirty="0">
                <a:effectLst/>
              </a:rPr>
              <a:t>Gold Open Access </a:t>
            </a:r>
            <a:r>
              <a:rPr lang="en-GB" sz="2000" dirty="0">
                <a:effectLst/>
              </a:rPr>
              <a:t>Publishing, authors pay an Article Processing Charge (APC) to a journal so that they publish the final version of your article under an open access license, which is then permanently and freely available online for anyone. The author will retain the copyright of their article, usually via a Creative Commons license</a:t>
            </a:r>
            <a:endParaRPr lang="en-IT" sz="2000" dirty="0">
              <a:effectLst/>
            </a:endParaRPr>
          </a:p>
          <a:p>
            <a:pPr lvl="1"/>
            <a:r>
              <a:rPr lang="en-GB" sz="2000" b="1" dirty="0">
                <a:effectLst/>
              </a:rPr>
              <a:t>Green Open Access </a:t>
            </a:r>
            <a:r>
              <a:rPr lang="en-GB" sz="2000" dirty="0">
                <a:effectLst/>
              </a:rPr>
              <a:t>is the process of self-archiving. </a:t>
            </a:r>
            <a:endParaRPr lang="en-IT" sz="2000" dirty="0"/>
          </a:p>
          <a:p>
            <a:pPr lvl="1"/>
            <a:r>
              <a:rPr lang="en-GB" sz="2000" b="1" dirty="0">
                <a:effectLst/>
              </a:rPr>
              <a:t>Diamond Open Access </a:t>
            </a:r>
            <a:r>
              <a:rPr lang="en-GB" sz="2000" dirty="0">
                <a:effectLst/>
              </a:rPr>
              <a:t>are publications where there is neither a cost for reading the article or publishing an article.</a:t>
            </a:r>
            <a:endParaRPr lang="en-IT" sz="2000" dirty="0"/>
          </a:p>
        </p:txBody>
      </p:sp>
    </p:spTree>
    <p:extLst>
      <p:ext uri="{BB962C8B-B14F-4D97-AF65-F5344CB8AC3E}">
        <p14:creationId xmlns:p14="http://schemas.microsoft.com/office/powerpoint/2010/main" val="4247636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766C4-DC3C-4E75-7075-64C6DCF36DEA}"/>
              </a:ext>
            </a:extLst>
          </p:cNvPr>
          <p:cNvSpPr>
            <a:spLocks noGrp="1"/>
          </p:cNvSpPr>
          <p:nvPr>
            <p:ph type="title"/>
          </p:nvPr>
        </p:nvSpPr>
        <p:spPr/>
        <p:txBody>
          <a:bodyPr/>
          <a:lstStyle/>
          <a:p>
            <a:r>
              <a:rPr lang="en-GB" dirty="0"/>
              <a:t>Predatory</a:t>
            </a:r>
            <a:r>
              <a:rPr lang="en-IT" dirty="0"/>
              <a:t> publishers?</a:t>
            </a:r>
          </a:p>
        </p:txBody>
      </p:sp>
      <p:sp>
        <p:nvSpPr>
          <p:cNvPr id="3" name="Content Placeholder 2">
            <a:extLst>
              <a:ext uri="{FF2B5EF4-FFF2-40B4-BE49-F238E27FC236}">
                <a16:creationId xmlns:a16="http://schemas.microsoft.com/office/drawing/2014/main" id="{52878840-57C5-8A0E-9C70-A1300D506784}"/>
              </a:ext>
            </a:extLst>
          </p:cNvPr>
          <p:cNvSpPr>
            <a:spLocks noGrp="1"/>
          </p:cNvSpPr>
          <p:nvPr>
            <p:ph idx="1"/>
          </p:nvPr>
        </p:nvSpPr>
        <p:spPr/>
        <p:txBody>
          <a:bodyPr/>
          <a:lstStyle/>
          <a:p>
            <a:r>
              <a:rPr lang="en-IT" dirty="0"/>
              <a:t>spam email and scams</a:t>
            </a:r>
          </a:p>
        </p:txBody>
      </p:sp>
    </p:spTree>
    <p:extLst>
      <p:ext uri="{BB962C8B-B14F-4D97-AF65-F5344CB8AC3E}">
        <p14:creationId xmlns:p14="http://schemas.microsoft.com/office/powerpoint/2010/main" val="30181171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64C3C-C925-E994-CC44-D377933DBE55}"/>
              </a:ext>
            </a:extLst>
          </p:cNvPr>
          <p:cNvSpPr>
            <a:spLocks noGrp="1"/>
          </p:cNvSpPr>
          <p:nvPr>
            <p:ph type="title"/>
          </p:nvPr>
        </p:nvSpPr>
        <p:spPr/>
        <p:txBody>
          <a:bodyPr/>
          <a:lstStyle/>
          <a:p>
            <a:r>
              <a:rPr lang="en-IT" dirty="0"/>
              <a:t>Let’s complete an OSDMP for one of our projects</a:t>
            </a:r>
          </a:p>
        </p:txBody>
      </p:sp>
      <p:sp>
        <p:nvSpPr>
          <p:cNvPr id="3" name="Content Placeholder 2">
            <a:extLst>
              <a:ext uri="{FF2B5EF4-FFF2-40B4-BE49-F238E27FC236}">
                <a16:creationId xmlns:a16="http://schemas.microsoft.com/office/drawing/2014/main" id="{8E18549C-3D26-A684-EFB7-83FC1E14F6FB}"/>
              </a:ext>
            </a:extLst>
          </p:cNvPr>
          <p:cNvSpPr>
            <a:spLocks noGrp="1"/>
          </p:cNvSpPr>
          <p:nvPr>
            <p:ph idx="1"/>
          </p:nvPr>
        </p:nvSpPr>
        <p:spPr/>
        <p:txBody>
          <a:bodyPr/>
          <a:lstStyle/>
          <a:p>
            <a:endParaRPr lang="en-IT"/>
          </a:p>
        </p:txBody>
      </p:sp>
    </p:spTree>
    <p:extLst>
      <p:ext uri="{BB962C8B-B14F-4D97-AF65-F5344CB8AC3E}">
        <p14:creationId xmlns:p14="http://schemas.microsoft.com/office/powerpoint/2010/main" val="12941149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392BD-1A54-E519-3446-05BB6B249697}"/>
              </a:ext>
            </a:extLst>
          </p:cNvPr>
          <p:cNvSpPr>
            <a:spLocks noGrp="1"/>
          </p:cNvSpPr>
          <p:nvPr>
            <p:ph type="title"/>
          </p:nvPr>
        </p:nvSpPr>
        <p:spPr/>
        <p:txBody>
          <a:bodyPr/>
          <a:lstStyle/>
          <a:p>
            <a:r>
              <a:rPr lang="en-IT" dirty="0"/>
              <a:t>Using AI</a:t>
            </a:r>
          </a:p>
        </p:txBody>
      </p:sp>
      <p:sp>
        <p:nvSpPr>
          <p:cNvPr id="3" name="Content Placeholder 2">
            <a:extLst>
              <a:ext uri="{FF2B5EF4-FFF2-40B4-BE49-F238E27FC236}">
                <a16:creationId xmlns:a16="http://schemas.microsoft.com/office/drawing/2014/main" id="{141C5332-5765-15AE-AFD6-401305C79C71}"/>
              </a:ext>
            </a:extLst>
          </p:cNvPr>
          <p:cNvSpPr>
            <a:spLocks noGrp="1"/>
          </p:cNvSpPr>
          <p:nvPr>
            <p:ph idx="1"/>
          </p:nvPr>
        </p:nvSpPr>
        <p:spPr/>
        <p:txBody>
          <a:bodyPr>
            <a:normAutofit lnSpcReduction="10000"/>
          </a:bodyPr>
          <a:lstStyle/>
          <a:p>
            <a:r>
              <a:rPr lang="en-IT" dirty="0"/>
              <a:t>Literature reviews</a:t>
            </a:r>
          </a:p>
          <a:p>
            <a:r>
              <a:rPr lang="en-IT" dirty="0"/>
              <a:t>searching for data sets</a:t>
            </a:r>
          </a:p>
          <a:p>
            <a:r>
              <a:rPr lang="en-IT" dirty="0"/>
              <a:t>translation</a:t>
            </a:r>
          </a:p>
          <a:p>
            <a:pPr marL="0" indent="0">
              <a:buNone/>
            </a:pPr>
            <a:br>
              <a:rPr lang="en-GB" dirty="0">
                <a:effectLst/>
              </a:rPr>
            </a:br>
            <a:endParaRPr lang="en-GB" dirty="0"/>
          </a:p>
          <a:p>
            <a:r>
              <a:rPr lang="en-GB" dirty="0">
                <a:effectLst/>
              </a:rPr>
              <a:t>Possible drawbacks when using these tools include:</a:t>
            </a:r>
            <a:endParaRPr lang="en-GB" dirty="0"/>
          </a:p>
          <a:p>
            <a:pPr lvl="1"/>
            <a:r>
              <a:rPr lang="en-GB" dirty="0">
                <a:effectLst/>
              </a:rPr>
              <a:t>Potential introduction of biases</a:t>
            </a:r>
            <a:endParaRPr lang="en-GB" dirty="0"/>
          </a:p>
          <a:p>
            <a:pPr lvl="1"/>
            <a:r>
              <a:rPr lang="en-GB" dirty="0">
                <a:effectLst/>
              </a:rPr>
              <a:t>Insufficient contextual understanding or interpretation</a:t>
            </a:r>
            <a:endParaRPr lang="en-GB" dirty="0"/>
          </a:p>
          <a:p>
            <a:pPr lvl="1"/>
            <a:r>
              <a:rPr lang="en-GB" dirty="0">
                <a:effectLst/>
              </a:rPr>
              <a:t>Possible inability to handle complex technical language</a:t>
            </a:r>
            <a:endParaRPr lang="en-GB" dirty="0"/>
          </a:p>
          <a:p>
            <a:pPr lvl="1"/>
            <a:r>
              <a:rPr lang="en-GB" dirty="0">
                <a:effectLst/>
              </a:rPr>
              <a:t>Incorrectly identifying key points</a:t>
            </a:r>
            <a:endParaRPr lang="en-GB" dirty="0"/>
          </a:p>
          <a:p>
            <a:endParaRPr lang="en-IT" dirty="0"/>
          </a:p>
        </p:txBody>
      </p:sp>
    </p:spTree>
    <p:extLst>
      <p:ext uri="{BB962C8B-B14F-4D97-AF65-F5344CB8AC3E}">
        <p14:creationId xmlns:p14="http://schemas.microsoft.com/office/powerpoint/2010/main" val="1666152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9D49E-287B-86EB-D8B8-FA83BAC1E4B5}"/>
              </a:ext>
            </a:extLst>
          </p:cNvPr>
          <p:cNvSpPr>
            <a:spLocks noGrp="1"/>
          </p:cNvSpPr>
          <p:nvPr>
            <p:ph type="title"/>
          </p:nvPr>
        </p:nvSpPr>
        <p:spPr>
          <a:xfrm>
            <a:off x="890338" y="640080"/>
            <a:ext cx="3734014" cy="3566160"/>
          </a:xfrm>
        </p:spPr>
        <p:txBody>
          <a:bodyPr vert="horz" lIns="91440" tIns="45720" rIns="91440" bIns="45720" rtlCol="0" anchor="b">
            <a:normAutofit/>
          </a:bodyPr>
          <a:lstStyle/>
          <a:p>
            <a:r>
              <a:rPr lang="en-US" sz="5400"/>
              <a:t>Lesson 4 &amp; </a:t>
            </a:r>
            <a:r>
              <a:rPr lang="en-US" sz="5400" dirty="0"/>
              <a:t>5</a:t>
            </a:r>
            <a:r>
              <a:rPr lang="en-US" sz="5400"/>
              <a:t> </a:t>
            </a:r>
            <a:r>
              <a:rPr lang="en-US" sz="5400" dirty="0"/>
              <a:t>Quiz</a:t>
            </a:r>
          </a:p>
        </p:txBody>
      </p:sp>
      <p:pic>
        <p:nvPicPr>
          <p:cNvPr id="5" name="Picture 4" descr="Hand holding a pen shading number on a sheet">
            <a:extLst>
              <a:ext uri="{FF2B5EF4-FFF2-40B4-BE49-F238E27FC236}">
                <a16:creationId xmlns:a16="http://schemas.microsoft.com/office/drawing/2014/main" id="{721A8CD5-3FE7-AD83-B5F9-C322A703966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1"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2905085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394</TotalTime>
  <Words>795</Words>
  <Application>Microsoft Macintosh PowerPoint</Application>
  <PresentationFormat>Widescreen</PresentationFormat>
  <Paragraphs>113</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Calibri</vt:lpstr>
      <vt:lpstr>Office Theme</vt:lpstr>
      <vt:lpstr>Open Science 101</vt:lpstr>
      <vt:lpstr>Who benefits from scientific results?</vt:lpstr>
      <vt:lpstr>PowerPoint Presentation</vt:lpstr>
      <vt:lpstr>wider range of results of science</vt:lpstr>
      <vt:lpstr>How does broader definition and more open results address the ‘reproducibility crisis’</vt:lpstr>
      <vt:lpstr>Where to look for open results</vt:lpstr>
      <vt:lpstr>Where do EJ communities find results?</vt:lpstr>
      <vt:lpstr>Questions of quality</vt:lpstr>
      <vt:lpstr>Contributing on Git Hub vs email</vt:lpstr>
      <vt:lpstr>making open results</vt:lpstr>
      <vt:lpstr>How do you communicate about your interests, activitism and work? Is there are role for open science?</vt:lpstr>
      <vt:lpstr>Make clear how different people will be recognized</vt:lpstr>
      <vt:lpstr>What credit should be given to those involved in community engaged research? Others?</vt:lpstr>
      <vt:lpstr>Lesson 1,2,&amp; 3 Quiz</vt:lpstr>
      <vt:lpstr>PowerPoint Presentation</vt:lpstr>
      <vt:lpstr>open access publishing</vt:lpstr>
      <vt:lpstr>Predatory publishers?</vt:lpstr>
      <vt:lpstr>Let’s complete an OSDMP for one of our projects</vt:lpstr>
      <vt:lpstr>Using AI</vt:lpstr>
      <vt:lpstr>Lesson 4 &amp; 5 Quiz</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Morrow, Nathan L</dc:creator>
  <cp:lastModifiedBy>Morrow, Nathan L</cp:lastModifiedBy>
  <cp:revision>6</cp:revision>
  <dcterms:created xsi:type="dcterms:W3CDTF">2024-04-11T15:48:46Z</dcterms:created>
  <dcterms:modified xsi:type="dcterms:W3CDTF">2024-04-12T12:23:31Z</dcterms:modified>
</cp:coreProperties>
</file>