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76" r:id="rId3"/>
    <p:sldId id="288" r:id="rId4"/>
    <p:sldId id="275" r:id="rId5"/>
    <p:sldId id="299" r:id="rId6"/>
    <p:sldId id="271" r:id="rId7"/>
    <p:sldId id="277" r:id="rId8"/>
    <p:sldId id="278" r:id="rId9"/>
    <p:sldId id="281" r:id="rId10"/>
    <p:sldId id="283" r:id="rId11"/>
    <p:sldId id="286" r:id="rId12"/>
    <p:sldId id="290" r:id="rId13"/>
    <p:sldId id="284" r:id="rId14"/>
    <p:sldId id="289" r:id="rId15"/>
    <p:sldId id="285" r:id="rId16"/>
    <p:sldId id="279" r:id="rId17"/>
    <p:sldId id="280" r:id="rId18"/>
    <p:sldId id="282" r:id="rId19"/>
    <p:sldId id="295" r:id="rId20"/>
    <p:sldId id="291" r:id="rId21"/>
    <p:sldId id="292" r:id="rId22"/>
    <p:sldId id="293" r:id="rId23"/>
    <p:sldId id="296" r:id="rId24"/>
    <p:sldId id="294" r:id="rId25"/>
    <p:sldId id="298" r:id="rId26"/>
    <p:sldId id="297" r:id="rId27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76"/>
    <p:restoredTop sz="90340"/>
  </p:normalViewPr>
  <p:slideViewPr>
    <p:cSldViewPr snapToGrid="0">
      <p:cViewPr varScale="1">
        <p:scale>
          <a:sx n="83" d="100"/>
          <a:sy n="83" d="100"/>
        </p:scale>
        <p:origin x="224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2F2721-7FC1-4D05-962B-76A28D8D2038}" type="doc">
      <dgm:prSet loTypeId="urn:microsoft.com/office/officeart/2017/3/layout/HorizontalLabelsTimeline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A72726E-CCBD-4AD2-88FE-2F918FF40129}">
      <dgm:prSet/>
      <dgm:spPr/>
      <dgm:t>
        <a:bodyPr/>
        <a:lstStyle/>
        <a:p>
          <a:pPr>
            <a:defRPr b="1"/>
          </a:pPr>
          <a:r>
            <a:rPr lang="en-US"/>
            <a:t>10:00 – 10:30</a:t>
          </a:r>
        </a:p>
      </dgm:t>
    </dgm:pt>
    <dgm:pt modelId="{304E1E36-A2C2-48AA-BB1C-D247DB0199AE}" type="parTrans" cxnId="{53F5EDF0-79DD-4839-AE82-7D1B9133FDCF}">
      <dgm:prSet/>
      <dgm:spPr/>
      <dgm:t>
        <a:bodyPr/>
        <a:lstStyle/>
        <a:p>
          <a:endParaRPr lang="en-US"/>
        </a:p>
      </dgm:t>
    </dgm:pt>
    <dgm:pt modelId="{F3EEF5D5-CAD8-43B8-BA9B-652D3F076300}" type="sibTrans" cxnId="{53F5EDF0-79DD-4839-AE82-7D1B9133FDCF}">
      <dgm:prSet/>
      <dgm:spPr/>
      <dgm:t>
        <a:bodyPr/>
        <a:lstStyle/>
        <a:p>
          <a:endParaRPr lang="en-US"/>
        </a:p>
      </dgm:t>
    </dgm:pt>
    <dgm:pt modelId="{9E04D709-1F24-4603-8CAA-D6AF85AA93FD}">
      <dgm:prSet/>
      <dgm:spPr/>
      <dgm:t>
        <a:bodyPr/>
        <a:lstStyle/>
        <a:p>
          <a:r>
            <a:rPr lang="en-US"/>
            <a:t>Congratulations! Review Mod 1 and challenges</a:t>
          </a:r>
        </a:p>
      </dgm:t>
    </dgm:pt>
    <dgm:pt modelId="{8B9D9BB4-D3F1-4141-9027-5D3C0B24FE85}" type="parTrans" cxnId="{2695C0F5-20AF-4C9B-B764-715E081BF342}">
      <dgm:prSet/>
      <dgm:spPr/>
      <dgm:t>
        <a:bodyPr/>
        <a:lstStyle/>
        <a:p>
          <a:endParaRPr lang="en-US"/>
        </a:p>
      </dgm:t>
    </dgm:pt>
    <dgm:pt modelId="{8092B241-A6A8-49CA-87E9-537A9F7D2157}" type="sibTrans" cxnId="{2695C0F5-20AF-4C9B-B764-715E081BF342}">
      <dgm:prSet/>
      <dgm:spPr/>
      <dgm:t>
        <a:bodyPr/>
        <a:lstStyle/>
        <a:p>
          <a:endParaRPr lang="en-US"/>
        </a:p>
      </dgm:t>
    </dgm:pt>
    <dgm:pt modelId="{02BA9944-2643-4662-B8E1-E0CE3BD4D9D7}">
      <dgm:prSet/>
      <dgm:spPr/>
      <dgm:t>
        <a:bodyPr/>
        <a:lstStyle/>
        <a:p>
          <a:pPr>
            <a:defRPr b="1"/>
          </a:pPr>
          <a:r>
            <a:rPr lang="en-US"/>
            <a:t>10:30 – 11:00</a:t>
          </a:r>
        </a:p>
      </dgm:t>
    </dgm:pt>
    <dgm:pt modelId="{288CC67A-8B0A-45CE-951A-88774185FE18}" type="parTrans" cxnId="{0214B031-8C0F-4239-B8D9-2CD7FADCE85C}">
      <dgm:prSet/>
      <dgm:spPr/>
      <dgm:t>
        <a:bodyPr/>
        <a:lstStyle/>
        <a:p>
          <a:endParaRPr lang="en-US"/>
        </a:p>
      </dgm:t>
    </dgm:pt>
    <dgm:pt modelId="{C9FA37C5-89AA-4E42-9F02-C18A75C2FA90}" type="sibTrans" cxnId="{0214B031-8C0F-4239-B8D9-2CD7FADCE85C}">
      <dgm:prSet/>
      <dgm:spPr/>
      <dgm:t>
        <a:bodyPr/>
        <a:lstStyle/>
        <a:p>
          <a:endParaRPr lang="en-US"/>
        </a:p>
      </dgm:t>
    </dgm:pt>
    <dgm:pt modelId="{64E22AEE-C592-487A-8BCE-FC60FF526E28}">
      <dgm:prSet/>
      <dgm:spPr/>
      <dgm:t>
        <a:bodyPr/>
        <a:lstStyle/>
        <a:p>
          <a:r>
            <a:rPr lang="en-US"/>
            <a:t>Review convening purpose and plan for sessions</a:t>
          </a:r>
        </a:p>
      </dgm:t>
    </dgm:pt>
    <dgm:pt modelId="{681A40CB-00B6-422F-B469-5A0B07D08820}" type="parTrans" cxnId="{0C38D7B5-6FF6-4BC8-8EC1-EA7EBC5702D8}">
      <dgm:prSet/>
      <dgm:spPr/>
      <dgm:t>
        <a:bodyPr/>
        <a:lstStyle/>
        <a:p>
          <a:endParaRPr lang="en-US"/>
        </a:p>
      </dgm:t>
    </dgm:pt>
    <dgm:pt modelId="{1BA61D1D-4D5B-48C4-BABA-3FC72A8C38BE}" type="sibTrans" cxnId="{0C38D7B5-6FF6-4BC8-8EC1-EA7EBC5702D8}">
      <dgm:prSet/>
      <dgm:spPr/>
      <dgm:t>
        <a:bodyPr/>
        <a:lstStyle/>
        <a:p>
          <a:endParaRPr lang="en-US"/>
        </a:p>
      </dgm:t>
    </dgm:pt>
    <dgm:pt modelId="{9F08A90A-1CB5-4EB2-82FD-337B9BA0B3D7}">
      <dgm:prSet/>
      <dgm:spPr/>
      <dgm:t>
        <a:bodyPr/>
        <a:lstStyle/>
        <a:p>
          <a:pPr>
            <a:defRPr b="1"/>
          </a:pPr>
          <a:r>
            <a:rPr lang="en-US"/>
            <a:t>11:00 – 12:00</a:t>
          </a:r>
        </a:p>
      </dgm:t>
    </dgm:pt>
    <dgm:pt modelId="{12368167-357F-4A0B-89E0-06337C1E349F}" type="parTrans" cxnId="{2FB94F60-DDD9-47EF-B91C-C325BCE78E7A}">
      <dgm:prSet/>
      <dgm:spPr/>
      <dgm:t>
        <a:bodyPr/>
        <a:lstStyle/>
        <a:p>
          <a:endParaRPr lang="en-US"/>
        </a:p>
      </dgm:t>
    </dgm:pt>
    <dgm:pt modelId="{70F3D2A1-D85F-4DF8-9297-9EF689365B2E}" type="sibTrans" cxnId="{2FB94F60-DDD9-47EF-B91C-C325BCE78E7A}">
      <dgm:prSet/>
      <dgm:spPr/>
      <dgm:t>
        <a:bodyPr/>
        <a:lstStyle/>
        <a:p>
          <a:endParaRPr lang="en-US"/>
        </a:p>
      </dgm:t>
    </dgm:pt>
    <dgm:pt modelId="{2B21A8F3-D345-4E1A-BD69-8281BA178A29}">
      <dgm:prSet/>
      <dgm:spPr/>
      <dgm:t>
        <a:bodyPr/>
        <a:lstStyle/>
        <a:p>
          <a:r>
            <a:rPr lang="en-US"/>
            <a:t>FAIR data, Open Science Data Management Plans</a:t>
          </a:r>
        </a:p>
      </dgm:t>
    </dgm:pt>
    <dgm:pt modelId="{45321BBA-32AD-43EE-9855-31936825E87E}" type="parTrans" cxnId="{2C131F49-511E-4429-BF6D-EC1421ED0FF2}">
      <dgm:prSet/>
      <dgm:spPr/>
      <dgm:t>
        <a:bodyPr/>
        <a:lstStyle/>
        <a:p>
          <a:endParaRPr lang="en-US"/>
        </a:p>
      </dgm:t>
    </dgm:pt>
    <dgm:pt modelId="{2FFD1736-5355-4000-AA1A-9C1DDB415B56}" type="sibTrans" cxnId="{2C131F49-511E-4429-BF6D-EC1421ED0FF2}">
      <dgm:prSet/>
      <dgm:spPr/>
      <dgm:t>
        <a:bodyPr/>
        <a:lstStyle/>
        <a:p>
          <a:endParaRPr lang="en-US"/>
        </a:p>
      </dgm:t>
    </dgm:pt>
    <dgm:pt modelId="{775DEAB7-B1C7-48B7-A9DC-73CE7B9C6580}">
      <dgm:prSet/>
      <dgm:spPr/>
      <dgm:t>
        <a:bodyPr/>
        <a:lstStyle/>
        <a:p>
          <a:pPr>
            <a:defRPr b="1"/>
          </a:pPr>
          <a:r>
            <a:rPr lang="en-US"/>
            <a:t>12:00 – 12:30</a:t>
          </a:r>
        </a:p>
      </dgm:t>
    </dgm:pt>
    <dgm:pt modelId="{43D226E9-5E1F-423C-B5FE-056963581061}" type="parTrans" cxnId="{30161306-591B-4FF0-830D-1BF14D60BB9B}">
      <dgm:prSet/>
      <dgm:spPr/>
      <dgm:t>
        <a:bodyPr/>
        <a:lstStyle/>
        <a:p>
          <a:endParaRPr lang="en-US"/>
        </a:p>
      </dgm:t>
    </dgm:pt>
    <dgm:pt modelId="{2DC4954F-46E9-4F13-87D6-453E51398BAC}" type="sibTrans" cxnId="{30161306-591B-4FF0-830D-1BF14D60BB9B}">
      <dgm:prSet/>
      <dgm:spPr/>
      <dgm:t>
        <a:bodyPr/>
        <a:lstStyle/>
        <a:p>
          <a:endParaRPr lang="en-US"/>
        </a:p>
      </dgm:t>
    </dgm:pt>
    <dgm:pt modelId="{CB0C7BD1-EA57-44CC-9704-A070D1EA2606}">
      <dgm:prSet/>
      <dgm:spPr/>
      <dgm:t>
        <a:bodyPr/>
        <a:lstStyle/>
        <a:p>
          <a:r>
            <a:rPr lang="en-US"/>
            <a:t>Open Software, assessment</a:t>
          </a:r>
        </a:p>
      </dgm:t>
    </dgm:pt>
    <dgm:pt modelId="{4D4E5F77-FA45-4DA3-8FC3-B4DABEC0E605}" type="parTrans" cxnId="{C9DB8BDD-94FA-4809-8B6E-8F69B6F6EB04}">
      <dgm:prSet/>
      <dgm:spPr/>
      <dgm:t>
        <a:bodyPr/>
        <a:lstStyle/>
        <a:p>
          <a:endParaRPr lang="en-US"/>
        </a:p>
      </dgm:t>
    </dgm:pt>
    <dgm:pt modelId="{D43A8921-35E5-4BFF-A7E2-D385CD90CA6B}" type="sibTrans" cxnId="{C9DB8BDD-94FA-4809-8B6E-8F69B6F6EB04}">
      <dgm:prSet/>
      <dgm:spPr/>
      <dgm:t>
        <a:bodyPr/>
        <a:lstStyle/>
        <a:p>
          <a:endParaRPr lang="en-US"/>
        </a:p>
      </dgm:t>
    </dgm:pt>
    <dgm:pt modelId="{E70FB26C-CAF0-46F4-A711-8A00D13C3240}">
      <dgm:prSet/>
      <dgm:spPr/>
      <dgm:t>
        <a:bodyPr/>
        <a:lstStyle/>
        <a:p>
          <a:pPr>
            <a:defRPr b="1"/>
          </a:pPr>
          <a:r>
            <a:rPr lang="en-US"/>
            <a:t>12:45 – 1:45</a:t>
          </a:r>
        </a:p>
      </dgm:t>
    </dgm:pt>
    <dgm:pt modelId="{28B60E13-EFF8-4770-AE6C-ED9C4CC2A095}" type="parTrans" cxnId="{3DFA01D5-EFD3-4688-AC38-9D393B4C1175}">
      <dgm:prSet/>
      <dgm:spPr/>
      <dgm:t>
        <a:bodyPr/>
        <a:lstStyle/>
        <a:p>
          <a:endParaRPr lang="en-US"/>
        </a:p>
      </dgm:t>
    </dgm:pt>
    <dgm:pt modelId="{2BB480DC-3111-4B34-9B4A-F18CED390379}" type="sibTrans" cxnId="{3DFA01D5-EFD3-4688-AC38-9D393B4C1175}">
      <dgm:prSet/>
      <dgm:spPr/>
      <dgm:t>
        <a:bodyPr/>
        <a:lstStyle/>
        <a:p>
          <a:endParaRPr lang="en-US"/>
        </a:p>
      </dgm:t>
    </dgm:pt>
    <dgm:pt modelId="{7F2E483B-5E2B-4219-984D-FC174721A813}">
      <dgm:prSet/>
      <dgm:spPr/>
      <dgm:t>
        <a:bodyPr/>
        <a:lstStyle/>
        <a:p>
          <a:r>
            <a:rPr lang="en-US"/>
            <a:t>Lunch (Chapter IV)</a:t>
          </a:r>
        </a:p>
      </dgm:t>
    </dgm:pt>
    <dgm:pt modelId="{5E7EF7D6-273B-4CE8-ADBC-E305B2BA74BD}" type="parTrans" cxnId="{0F03BF59-3962-4964-87CB-F94390257BE7}">
      <dgm:prSet/>
      <dgm:spPr/>
      <dgm:t>
        <a:bodyPr/>
        <a:lstStyle/>
        <a:p>
          <a:endParaRPr lang="en-US"/>
        </a:p>
      </dgm:t>
    </dgm:pt>
    <dgm:pt modelId="{4B9C8190-2EBB-4280-8506-0E701C191154}" type="sibTrans" cxnId="{0F03BF59-3962-4964-87CB-F94390257BE7}">
      <dgm:prSet/>
      <dgm:spPr/>
      <dgm:t>
        <a:bodyPr/>
        <a:lstStyle/>
        <a:p>
          <a:endParaRPr lang="en-US"/>
        </a:p>
      </dgm:t>
    </dgm:pt>
    <dgm:pt modelId="{D2835F63-73CB-49D5-8442-0E7ED18A150F}">
      <dgm:prSet/>
      <dgm:spPr/>
      <dgm:t>
        <a:bodyPr/>
        <a:lstStyle/>
        <a:p>
          <a:pPr>
            <a:defRPr b="1"/>
          </a:pPr>
          <a:r>
            <a:rPr lang="en-US"/>
            <a:t>2:00 PM – 3:45 PM</a:t>
          </a:r>
        </a:p>
      </dgm:t>
    </dgm:pt>
    <dgm:pt modelId="{28753503-A234-4C6D-8DDB-C8E1885F0A3D}" type="parTrans" cxnId="{DD1504DD-1BA9-43DE-BDD2-FFE2D613D271}">
      <dgm:prSet/>
      <dgm:spPr/>
      <dgm:t>
        <a:bodyPr/>
        <a:lstStyle/>
        <a:p>
          <a:endParaRPr lang="en-US"/>
        </a:p>
      </dgm:t>
    </dgm:pt>
    <dgm:pt modelId="{1ED4343A-DEDB-4B45-8427-6AF46A69CC28}" type="sibTrans" cxnId="{DD1504DD-1BA9-43DE-BDD2-FFE2D613D271}">
      <dgm:prSet/>
      <dgm:spPr/>
      <dgm:t>
        <a:bodyPr/>
        <a:lstStyle/>
        <a:p>
          <a:endParaRPr lang="en-US"/>
        </a:p>
      </dgm:t>
    </dgm:pt>
    <dgm:pt modelId="{E544AC8F-14BA-4302-8E28-A9690A344FAB}">
      <dgm:prSet/>
      <dgm:spPr/>
      <dgm:t>
        <a:bodyPr/>
        <a:lstStyle/>
        <a:p>
          <a:r>
            <a:rPr lang="en-US"/>
            <a:t>Module 3, Open Data</a:t>
          </a:r>
        </a:p>
      </dgm:t>
    </dgm:pt>
    <dgm:pt modelId="{D6774BF7-6B3F-413B-8400-159491AF5984}" type="parTrans" cxnId="{B8FD6534-0B66-4BA3-8589-2C9ECAAC072F}">
      <dgm:prSet/>
      <dgm:spPr/>
      <dgm:t>
        <a:bodyPr/>
        <a:lstStyle/>
        <a:p>
          <a:endParaRPr lang="en-US"/>
        </a:p>
      </dgm:t>
    </dgm:pt>
    <dgm:pt modelId="{991530C4-7269-474F-96EE-C5D3690C6F89}" type="sibTrans" cxnId="{B8FD6534-0B66-4BA3-8589-2C9ECAAC072F}">
      <dgm:prSet/>
      <dgm:spPr/>
      <dgm:t>
        <a:bodyPr/>
        <a:lstStyle/>
        <a:p>
          <a:endParaRPr lang="en-US"/>
        </a:p>
      </dgm:t>
    </dgm:pt>
    <dgm:pt modelId="{60985961-227E-4FE0-9A12-98BA36A81192}">
      <dgm:prSet/>
      <dgm:spPr/>
      <dgm:t>
        <a:bodyPr/>
        <a:lstStyle/>
        <a:p>
          <a:pPr>
            <a:defRPr b="1"/>
          </a:pPr>
          <a:r>
            <a:rPr lang="en-US"/>
            <a:t>3:45 PM – 4:00 PM</a:t>
          </a:r>
        </a:p>
      </dgm:t>
    </dgm:pt>
    <dgm:pt modelId="{4980ECD7-1027-42F4-B829-FAA4D5C4EC4F}" type="parTrans" cxnId="{405379E9-6A37-491E-9E75-047C2070295C}">
      <dgm:prSet/>
      <dgm:spPr/>
      <dgm:t>
        <a:bodyPr/>
        <a:lstStyle/>
        <a:p>
          <a:endParaRPr lang="en-US"/>
        </a:p>
      </dgm:t>
    </dgm:pt>
    <dgm:pt modelId="{D5ACB20D-683D-42D7-9866-AAE08CC03047}" type="sibTrans" cxnId="{405379E9-6A37-491E-9E75-047C2070295C}">
      <dgm:prSet/>
      <dgm:spPr/>
      <dgm:t>
        <a:bodyPr/>
        <a:lstStyle/>
        <a:p>
          <a:endParaRPr lang="en-US"/>
        </a:p>
      </dgm:t>
    </dgm:pt>
    <dgm:pt modelId="{8FE5A020-4B85-46F9-A4F2-C74402BFA77B}">
      <dgm:prSet/>
      <dgm:spPr/>
      <dgm:t>
        <a:bodyPr/>
        <a:lstStyle/>
        <a:p>
          <a:r>
            <a:rPr lang="en-US"/>
            <a:t>Closing and next steps</a:t>
          </a:r>
        </a:p>
      </dgm:t>
    </dgm:pt>
    <dgm:pt modelId="{45A67A30-6665-4FC8-AEE9-89E0614D6727}" type="parTrans" cxnId="{E81F11E2-B393-4C5E-83E6-6DE2C45F40A4}">
      <dgm:prSet/>
      <dgm:spPr/>
      <dgm:t>
        <a:bodyPr/>
        <a:lstStyle/>
        <a:p>
          <a:endParaRPr lang="en-US"/>
        </a:p>
      </dgm:t>
    </dgm:pt>
    <dgm:pt modelId="{4A718B55-452B-494B-8B8B-9D961FBBD01B}" type="sibTrans" cxnId="{E81F11E2-B393-4C5E-83E6-6DE2C45F40A4}">
      <dgm:prSet/>
      <dgm:spPr/>
      <dgm:t>
        <a:bodyPr/>
        <a:lstStyle/>
        <a:p>
          <a:endParaRPr lang="en-US"/>
        </a:p>
      </dgm:t>
    </dgm:pt>
    <dgm:pt modelId="{FA09238C-AC49-DA43-BC98-4F404643C38B}" type="pres">
      <dgm:prSet presAssocID="{452F2721-7FC1-4D05-962B-76A28D8D2038}" presName="root" presStyleCnt="0">
        <dgm:presLayoutVars>
          <dgm:chMax/>
          <dgm:chPref/>
          <dgm:animLvl val="lvl"/>
        </dgm:presLayoutVars>
      </dgm:prSet>
      <dgm:spPr/>
    </dgm:pt>
    <dgm:pt modelId="{CB7BA1AF-AEAE-3940-BB86-C5FE9D81C1DC}" type="pres">
      <dgm:prSet presAssocID="{452F2721-7FC1-4D05-962B-76A28D8D2038}" presName="divider" presStyleLbl="fgAcc1" presStyleIdx="0" presStyleCnt="1"/>
      <dgm:spPr/>
    </dgm:pt>
    <dgm:pt modelId="{673B6B0C-DF61-8245-925A-0EC2598BE20E}" type="pres">
      <dgm:prSet presAssocID="{452F2721-7FC1-4D05-962B-76A28D8D2038}" presName="nodes" presStyleCnt="0">
        <dgm:presLayoutVars>
          <dgm:chMax/>
          <dgm:chPref/>
          <dgm:animLvl val="lvl"/>
        </dgm:presLayoutVars>
      </dgm:prSet>
      <dgm:spPr/>
    </dgm:pt>
    <dgm:pt modelId="{82D56B50-4DA2-1446-9E3A-9012DBBB85DE}" type="pres">
      <dgm:prSet presAssocID="{EA72726E-CCBD-4AD2-88FE-2F918FF40129}" presName="composite" presStyleCnt="0"/>
      <dgm:spPr/>
    </dgm:pt>
    <dgm:pt modelId="{8ECBB265-FCEB-1942-9695-A94B176B07CA}" type="pres">
      <dgm:prSet presAssocID="{EA72726E-CCBD-4AD2-88FE-2F918FF40129}" presName="L1TextContainer" presStyleLbl="alignNode1" presStyleIdx="0" presStyleCnt="7">
        <dgm:presLayoutVars>
          <dgm:chMax val="1"/>
          <dgm:chPref val="1"/>
          <dgm:bulletEnabled val="1"/>
        </dgm:presLayoutVars>
      </dgm:prSet>
      <dgm:spPr/>
    </dgm:pt>
    <dgm:pt modelId="{A0A6EA31-8D57-F545-91F2-61AF76A73BD3}" type="pres">
      <dgm:prSet presAssocID="{EA72726E-CCBD-4AD2-88FE-2F918FF40129}" presName="L2TextContainerWrapper" presStyleCnt="0">
        <dgm:presLayoutVars>
          <dgm:bulletEnabled val="1"/>
        </dgm:presLayoutVars>
      </dgm:prSet>
      <dgm:spPr/>
    </dgm:pt>
    <dgm:pt modelId="{7B054D2B-FE68-5541-BFD0-FC57E324313A}" type="pres">
      <dgm:prSet presAssocID="{EA72726E-CCBD-4AD2-88FE-2F918FF40129}" presName="L2TextContainer" presStyleLbl="bgAccFollowNode1" presStyleIdx="0" presStyleCnt="7"/>
      <dgm:spPr/>
    </dgm:pt>
    <dgm:pt modelId="{EB7EB966-AAEB-BF4D-9E7D-5D53BB3759FC}" type="pres">
      <dgm:prSet presAssocID="{EA72726E-CCBD-4AD2-88FE-2F918FF40129}" presName="FlexibleEmptyPlaceHolder" presStyleCnt="0"/>
      <dgm:spPr/>
    </dgm:pt>
    <dgm:pt modelId="{1B737233-B5E6-624A-A2FA-9C5D9ED78B60}" type="pres">
      <dgm:prSet presAssocID="{EA72726E-CCBD-4AD2-88FE-2F918FF40129}" presName="ConnectLine" presStyleLbl="sibTrans1D1" presStyleIdx="0" presStyleCnt="7"/>
      <dgm:spPr/>
    </dgm:pt>
    <dgm:pt modelId="{8255A2C7-7749-014F-8857-579D79605E72}" type="pres">
      <dgm:prSet presAssocID="{EA72726E-CCBD-4AD2-88FE-2F918FF40129}" presName="ConnectorPoint" presStyleLbl="node1" presStyleIdx="0" presStyleCnt="7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13DDFF0E-BBD4-CF4F-83B7-CA524815290A}" type="pres">
      <dgm:prSet presAssocID="{EA72726E-CCBD-4AD2-88FE-2F918FF40129}" presName="EmptyPlaceHolder" presStyleCnt="0"/>
      <dgm:spPr/>
    </dgm:pt>
    <dgm:pt modelId="{ADDC0096-D177-1147-983B-BB0C097CB64F}" type="pres">
      <dgm:prSet presAssocID="{F3EEF5D5-CAD8-43B8-BA9B-652D3F076300}" presName="spaceBetweenRectangles" presStyleCnt="0"/>
      <dgm:spPr/>
    </dgm:pt>
    <dgm:pt modelId="{67601204-B509-0643-BC8C-1DC50FD12ED4}" type="pres">
      <dgm:prSet presAssocID="{02BA9944-2643-4662-B8E1-E0CE3BD4D9D7}" presName="composite" presStyleCnt="0"/>
      <dgm:spPr/>
    </dgm:pt>
    <dgm:pt modelId="{A140AE3B-FAC9-AF48-9E26-06F61EB2598B}" type="pres">
      <dgm:prSet presAssocID="{02BA9944-2643-4662-B8E1-E0CE3BD4D9D7}" presName="L1TextContainer" presStyleLbl="alignNode1" presStyleIdx="1" presStyleCnt="7">
        <dgm:presLayoutVars>
          <dgm:chMax val="1"/>
          <dgm:chPref val="1"/>
          <dgm:bulletEnabled val="1"/>
        </dgm:presLayoutVars>
      </dgm:prSet>
      <dgm:spPr/>
    </dgm:pt>
    <dgm:pt modelId="{A60488CC-2A96-4B45-AFCE-FF1F2CD210F9}" type="pres">
      <dgm:prSet presAssocID="{02BA9944-2643-4662-B8E1-E0CE3BD4D9D7}" presName="L2TextContainerWrapper" presStyleCnt="0">
        <dgm:presLayoutVars>
          <dgm:bulletEnabled val="1"/>
        </dgm:presLayoutVars>
      </dgm:prSet>
      <dgm:spPr/>
    </dgm:pt>
    <dgm:pt modelId="{DC2115CC-F3C8-E34D-A427-2B517BE062F5}" type="pres">
      <dgm:prSet presAssocID="{02BA9944-2643-4662-B8E1-E0CE3BD4D9D7}" presName="L2TextContainer" presStyleLbl="bgAccFollowNode1" presStyleIdx="1" presStyleCnt="7"/>
      <dgm:spPr/>
    </dgm:pt>
    <dgm:pt modelId="{1F166814-7785-3344-B995-9023D327AA66}" type="pres">
      <dgm:prSet presAssocID="{02BA9944-2643-4662-B8E1-E0CE3BD4D9D7}" presName="FlexibleEmptyPlaceHolder" presStyleCnt="0"/>
      <dgm:spPr/>
    </dgm:pt>
    <dgm:pt modelId="{3ABD5DD3-7EB5-3C48-91B4-C71F7FE25D7B}" type="pres">
      <dgm:prSet presAssocID="{02BA9944-2643-4662-B8E1-E0CE3BD4D9D7}" presName="ConnectLine" presStyleLbl="sibTrans1D1" presStyleIdx="1" presStyleCnt="7"/>
      <dgm:spPr/>
    </dgm:pt>
    <dgm:pt modelId="{58A6AB1D-2450-A640-9946-DD6BAE30AC08}" type="pres">
      <dgm:prSet presAssocID="{02BA9944-2643-4662-B8E1-E0CE3BD4D9D7}" presName="ConnectorPoint" presStyleLbl="node1" presStyleIdx="1" presStyleCnt="7"/>
      <dgm:spPr>
        <a:solidFill>
          <a:schemeClr val="accent2">
            <a:hueOff val="1073936"/>
            <a:satOff val="-3082"/>
            <a:lumOff val="-4935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A4137AC-4413-2040-93C5-AF3BCF494F83}" type="pres">
      <dgm:prSet presAssocID="{02BA9944-2643-4662-B8E1-E0CE3BD4D9D7}" presName="EmptyPlaceHolder" presStyleCnt="0"/>
      <dgm:spPr/>
    </dgm:pt>
    <dgm:pt modelId="{8C5C061F-44BB-CE4C-86D6-D62A37F5722F}" type="pres">
      <dgm:prSet presAssocID="{C9FA37C5-89AA-4E42-9F02-C18A75C2FA90}" presName="spaceBetweenRectangles" presStyleCnt="0"/>
      <dgm:spPr/>
    </dgm:pt>
    <dgm:pt modelId="{226F68E3-7121-7449-8E7F-9AE56770DDF1}" type="pres">
      <dgm:prSet presAssocID="{9F08A90A-1CB5-4EB2-82FD-337B9BA0B3D7}" presName="composite" presStyleCnt="0"/>
      <dgm:spPr/>
    </dgm:pt>
    <dgm:pt modelId="{14804134-2F94-4B46-8CAC-216D8B71D9D5}" type="pres">
      <dgm:prSet presAssocID="{9F08A90A-1CB5-4EB2-82FD-337B9BA0B3D7}" presName="L1TextContainer" presStyleLbl="alignNode1" presStyleIdx="2" presStyleCnt="7">
        <dgm:presLayoutVars>
          <dgm:chMax val="1"/>
          <dgm:chPref val="1"/>
          <dgm:bulletEnabled val="1"/>
        </dgm:presLayoutVars>
      </dgm:prSet>
      <dgm:spPr/>
    </dgm:pt>
    <dgm:pt modelId="{49FD78D6-62CD-8444-9A67-9D4370CB3FD2}" type="pres">
      <dgm:prSet presAssocID="{9F08A90A-1CB5-4EB2-82FD-337B9BA0B3D7}" presName="L2TextContainerWrapper" presStyleCnt="0">
        <dgm:presLayoutVars>
          <dgm:bulletEnabled val="1"/>
        </dgm:presLayoutVars>
      </dgm:prSet>
      <dgm:spPr/>
    </dgm:pt>
    <dgm:pt modelId="{218342E6-AEB1-6B4C-B01C-AD743DFF656C}" type="pres">
      <dgm:prSet presAssocID="{9F08A90A-1CB5-4EB2-82FD-337B9BA0B3D7}" presName="L2TextContainer" presStyleLbl="bgAccFollowNode1" presStyleIdx="2" presStyleCnt="7"/>
      <dgm:spPr/>
    </dgm:pt>
    <dgm:pt modelId="{3C3300A9-BC5E-CD44-BA0C-BE1D06FBE025}" type="pres">
      <dgm:prSet presAssocID="{9F08A90A-1CB5-4EB2-82FD-337B9BA0B3D7}" presName="FlexibleEmptyPlaceHolder" presStyleCnt="0"/>
      <dgm:spPr/>
    </dgm:pt>
    <dgm:pt modelId="{48229A2C-2A2B-5E42-8A55-32813F74F878}" type="pres">
      <dgm:prSet presAssocID="{9F08A90A-1CB5-4EB2-82FD-337B9BA0B3D7}" presName="ConnectLine" presStyleLbl="sibTrans1D1" presStyleIdx="2" presStyleCnt="7"/>
      <dgm:spPr/>
    </dgm:pt>
    <dgm:pt modelId="{16612DB9-DE24-494B-961D-60998C0D80D8}" type="pres">
      <dgm:prSet presAssocID="{9F08A90A-1CB5-4EB2-82FD-337B9BA0B3D7}" presName="ConnectorPoint" presStyleLbl="node1" presStyleIdx="2" presStyleCnt="7"/>
      <dgm:spPr>
        <a:solidFill>
          <a:schemeClr val="accent2">
            <a:hueOff val="2147871"/>
            <a:satOff val="-6164"/>
            <a:lumOff val="-987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06C8AF05-AA7B-6044-9FB5-1709DCCCE5EB}" type="pres">
      <dgm:prSet presAssocID="{9F08A90A-1CB5-4EB2-82FD-337B9BA0B3D7}" presName="EmptyPlaceHolder" presStyleCnt="0"/>
      <dgm:spPr/>
    </dgm:pt>
    <dgm:pt modelId="{D9CB28A0-5390-CD47-A088-8D75A604891A}" type="pres">
      <dgm:prSet presAssocID="{70F3D2A1-D85F-4DF8-9297-9EF689365B2E}" presName="spaceBetweenRectangles" presStyleCnt="0"/>
      <dgm:spPr/>
    </dgm:pt>
    <dgm:pt modelId="{A8D81D05-7539-754A-8E16-1E6F5A54DD42}" type="pres">
      <dgm:prSet presAssocID="{775DEAB7-B1C7-48B7-A9DC-73CE7B9C6580}" presName="composite" presStyleCnt="0"/>
      <dgm:spPr/>
    </dgm:pt>
    <dgm:pt modelId="{51D2696A-101C-1243-A5F6-B3E7E0A24696}" type="pres">
      <dgm:prSet presAssocID="{775DEAB7-B1C7-48B7-A9DC-73CE7B9C6580}" presName="L1TextContainer" presStyleLbl="alignNode1" presStyleIdx="3" presStyleCnt="7">
        <dgm:presLayoutVars>
          <dgm:chMax val="1"/>
          <dgm:chPref val="1"/>
          <dgm:bulletEnabled val="1"/>
        </dgm:presLayoutVars>
      </dgm:prSet>
      <dgm:spPr/>
    </dgm:pt>
    <dgm:pt modelId="{A00228B2-1EF8-0D40-87DA-0ABD3935A141}" type="pres">
      <dgm:prSet presAssocID="{775DEAB7-B1C7-48B7-A9DC-73CE7B9C6580}" presName="L2TextContainerWrapper" presStyleCnt="0">
        <dgm:presLayoutVars>
          <dgm:bulletEnabled val="1"/>
        </dgm:presLayoutVars>
      </dgm:prSet>
      <dgm:spPr/>
    </dgm:pt>
    <dgm:pt modelId="{22EA924A-B4E2-9B4F-8BE7-EA03704FEE2C}" type="pres">
      <dgm:prSet presAssocID="{775DEAB7-B1C7-48B7-A9DC-73CE7B9C6580}" presName="L2TextContainer" presStyleLbl="bgAccFollowNode1" presStyleIdx="3" presStyleCnt="7"/>
      <dgm:spPr/>
    </dgm:pt>
    <dgm:pt modelId="{39603A8A-F042-694E-9E83-5137356C1C19}" type="pres">
      <dgm:prSet presAssocID="{775DEAB7-B1C7-48B7-A9DC-73CE7B9C6580}" presName="FlexibleEmptyPlaceHolder" presStyleCnt="0"/>
      <dgm:spPr/>
    </dgm:pt>
    <dgm:pt modelId="{392845BF-A946-5C46-928C-4C3FCEF88CEB}" type="pres">
      <dgm:prSet presAssocID="{775DEAB7-B1C7-48B7-A9DC-73CE7B9C6580}" presName="ConnectLine" presStyleLbl="sibTrans1D1" presStyleIdx="3" presStyleCnt="7"/>
      <dgm:spPr/>
    </dgm:pt>
    <dgm:pt modelId="{50C16897-8CA7-9C42-9D50-32E920820A61}" type="pres">
      <dgm:prSet presAssocID="{775DEAB7-B1C7-48B7-A9DC-73CE7B9C6580}" presName="ConnectorPoint" presStyleLbl="node1" presStyleIdx="3" presStyleCnt="7"/>
      <dgm:spPr>
        <a:solidFill>
          <a:schemeClr val="accent2">
            <a:hueOff val="3221807"/>
            <a:satOff val="-9246"/>
            <a:lumOff val="-14805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D65D5FDD-7007-4047-8335-4970756514F7}" type="pres">
      <dgm:prSet presAssocID="{775DEAB7-B1C7-48B7-A9DC-73CE7B9C6580}" presName="EmptyPlaceHolder" presStyleCnt="0"/>
      <dgm:spPr/>
    </dgm:pt>
    <dgm:pt modelId="{A8B3D4F5-2E81-8B4B-BFB2-5510B1214138}" type="pres">
      <dgm:prSet presAssocID="{2DC4954F-46E9-4F13-87D6-453E51398BAC}" presName="spaceBetweenRectangles" presStyleCnt="0"/>
      <dgm:spPr/>
    </dgm:pt>
    <dgm:pt modelId="{7AA8C079-A37C-5740-8856-B5D26A9BA9F0}" type="pres">
      <dgm:prSet presAssocID="{E70FB26C-CAF0-46F4-A711-8A00D13C3240}" presName="composite" presStyleCnt="0"/>
      <dgm:spPr/>
    </dgm:pt>
    <dgm:pt modelId="{B9EA2162-9E46-0D48-B447-93D57BC502B7}" type="pres">
      <dgm:prSet presAssocID="{E70FB26C-CAF0-46F4-A711-8A00D13C3240}" presName="L1TextContainer" presStyleLbl="alignNode1" presStyleIdx="4" presStyleCnt="7">
        <dgm:presLayoutVars>
          <dgm:chMax val="1"/>
          <dgm:chPref val="1"/>
          <dgm:bulletEnabled val="1"/>
        </dgm:presLayoutVars>
      </dgm:prSet>
      <dgm:spPr/>
    </dgm:pt>
    <dgm:pt modelId="{7631F54E-25A9-7E4C-B619-F97F9B079D04}" type="pres">
      <dgm:prSet presAssocID="{E70FB26C-CAF0-46F4-A711-8A00D13C3240}" presName="L2TextContainerWrapper" presStyleCnt="0">
        <dgm:presLayoutVars>
          <dgm:bulletEnabled val="1"/>
        </dgm:presLayoutVars>
      </dgm:prSet>
      <dgm:spPr/>
    </dgm:pt>
    <dgm:pt modelId="{E88749A4-0C83-7C48-9E1B-9B78F1362865}" type="pres">
      <dgm:prSet presAssocID="{E70FB26C-CAF0-46F4-A711-8A00D13C3240}" presName="L2TextContainer" presStyleLbl="bgAccFollowNode1" presStyleIdx="4" presStyleCnt="7"/>
      <dgm:spPr/>
    </dgm:pt>
    <dgm:pt modelId="{FEBDFD56-0179-8D49-BB25-8CD23D436897}" type="pres">
      <dgm:prSet presAssocID="{E70FB26C-CAF0-46F4-A711-8A00D13C3240}" presName="FlexibleEmptyPlaceHolder" presStyleCnt="0"/>
      <dgm:spPr/>
    </dgm:pt>
    <dgm:pt modelId="{B04A3000-C8A1-BF49-8847-CACD846B1E73}" type="pres">
      <dgm:prSet presAssocID="{E70FB26C-CAF0-46F4-A711-8A00D13C3240}" presName="ConnectLine" presStyleLbl="sibTrans1D1" presStyleIdx="4" presStyleCnt="7"/>
      <dgm:spPr/>
    </dgm:pt>
    <dgm:pt modelId="{1DFE92F2-235B-E242-A61E-FC8FB36DFFB9}" type="pres">
      <dgm:prSet presAssocID="{E70FB26C-CAF0-46F4-A711-8A00D13C3240}" presName="ConnectorPoint" presStyleLbl="node1" presStyleIdx="4" presStyleCnt="7"/>
      <dgm:spPr>
        <a:solidFill>
          <a:schemeClr val="accent2">
            <a:hueOff val="4295743"/>
            <a:satOff val="-12329"/>
            <a:lumOff val="-19739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EF556A66-1069-3A46-86AD-D62C5CFCF804}" type="pres">
      <dgm:prSet presAssocID="{E70FB26C-CAF0-46F4-A711-8A00D13C3240}" presName="EmptyPlaceHolder" presStyleCnt="0"/>
      <dgm:spPr/>
    </dgm:pt>
    <dgm:pt modelId="{603C3AD2-EEBD-5D4B-9B69-7C46680AE25D}" type="pres">
      <dgm:prSet presAssocID="{2BB480DC-3111-4B34-9B4A-F18CED390379}" presName="spaceBetweenRectangles" presStyleCnt="0"/>
      <dgm:spPr/>
    </dgm:pt>
    <dgm:pt modelId="{793742FD-5593-B240-BE39-BB72F9C49799}" type="pres">
      <dgm:prSet presAssocID="{D2835F63-73CB-49D5-8442-0E7ED18A150F}" presName="composite" presStyleCnt="0"/>
      <dgm:spPr/>
    </dgm:pt>
    <dgm:pt modelId="{8D486391-8D7C-D24D-942C-F8A4C6C6A8F7}" type="pres">
      <dgm:prSet presAssocID="{D2835F63-73CB-49D5-8442-0E7ED18A150F}" presName="L1TextContainer" presStyleLbl="alignNode1" presStyleIdx="5" presStyleCnt="7">
        <dgm:presLayoutVars>
          <dgm:chMax val="1"/>
          <dgm:chPref val="1"/>
          <dgm:bulletEnabled val="1"/>
        </dgm:presLayoutVars>
      </dgm:prSet>
      <dgm:spPr/>
    </dgm:pt>
    <dgm:pt modelId="{3DEF41FC-923C-0A41-B361-1B60B5449428}" type="pres">
      <dgm:prSet presAssocID="{D2835F63-73CB-49D5-8442-0E7ED18A150F}" presName="L2TextContainerWrapper" presStyleCnt="0">
        <dgm:presLayoutVars>
          <dgm:bulletEnabled val="1"/>
        </dgm:presLayoutVars>
      </dgm:prSet>
      <dgm:spPr/>
    </dgm:pt>
    <dgm:pt modelId="{0D1C558B-5F4E-8444-A242-C461D466270D}" type="pres">
      <dgm:prSet presAssocID="{D2835F63-73CB-49D5-8442-0E7ED18A150F}" presName="L2TextContainer" presStyleLbl="bgAccFollowNode1" presStyleIdx="5" presStyleCnt="7"/>
      <dgm:spPr/>
    </dgm:pt>
    <dgm:pt modelId="{BE401FFC-30C4-9D49-873F-701C0694E8BD}" type="pres">
      <dgm:prSet presAssocID="{D2835F63-73CB-49D5-8442-0E7ED18A150F}" presName="FlexibleEmptyPlaceHolder" presStyleCnt="0"/>
      <dgm:spPr/>
    </dgm:pt>
    <dgm:pt modelId="{46F17928-96AA-9B4F-8B81-40D01042D762}" type="pres">
      <dgm:prSet presAssocID="{D2835F63-73CB-49D5-8442-0E7ED18A150F}" presName="ConnectLine" presStyleLbl="sibTrans1D1" presStyleIdx="5" presStyleCnt="7"/>
      <dgm:spPr/>
    </dgm:pt>
    <dgm:pt modelId="{9E63DA7D-D29F-0F43-98D1-25F0935BE502}" type="pres">
      <dgm:prSet presAssocID="{D2835F63-73CB-49D5-8442-0E7ED18A150F}" presName="ConnectorPoint" presStyleLbl="node1" presStyleIdx="5" presStyleCnt="7"/>
      <dgm:spPr>
        <a:solidFill>
          <a:schemeClr val="accent2">
            <a:hueOff val="5369678"/>
            <a:satOff val="-15411"/>
            <a:lumOff val="-24674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35A352D3-4DE5-F648-8FD5-21FB5AA54E8D}" type="pres">
      <dgm:prSet presAssocID="{D2835F63-73CB-49D5-8442-0E7ED18A150F}" presName="EmptyPlaceHolder" presStyleCnt="0"/>
      <dgm:spPr/>
    </dgm:pt>
    <dgm:pt modelId="{ABF2398B-B420-DE4A-95E5-53156340BFD9}" type="pres">
      <dgm:prSet presAssocID="{1ED4343A-DEDB-4B45-8427-6AF46A69CC28}" presName="spaceBetweenRectangles" presStyleCnt="0"/>
      <dgm:spPr/>
    </dgm:pt>
    <dgm:pt modelId="{E4D0349E-E02D-BE45-A963-9A95D27BED89}" type="pres">
      <dgm:prSet presAssocID="{60985961-227E-4FE0-9A12-98BA36A81192}" presName="composite" presStyleCnt="0"/>
      <dgm:spPr/>
    </dgm:pt>
    <dgm:pt modelId="{A845466A-F2E1-DD4E-862B-B1F89C8F978B}" type="pres">
      <dgm:prSet presAssocID="{60985961-227E-4FE0-9A12-98BA36A81192}" presName="L1TextContainer" presStyleLbl="alignNode1" presStyleIdx="6" presStyleCnt="7">
        <dgm:presLayoutVars>
          <dgm:chMax val="1"/>
          <dgm:chPref val="1"/>
          <dgm:bulletEnabled val="1"/>
        </dgm:presLayoutVars>
      </dgm:prSet>
      <dgm:spPr/>
    </dgm:pt>
    <dgm:pt modelId="{64047094-A82A-C74F-8373-1B0538EBD322}" type="pres">
      <dgm:prSet presAssocID="{60985961-227E-4FE0-9A12-98BA36A81192}" presName="L2TextContainerWrapper" presStyleCnt="0">
        <dgm:presLayoutVars>
          <dgm:bulletEnabled val="1"/>
        </dgm:presLayoutVars>
      </dgm:prSet>
      <dgm:spPr/>
    </dgm:pt>
    <dgm:pt modelId="{50669BC2-F89F-3641-8563-9D7053FE2C68}" type="pres">
      <dgm:prSet presAssocID="{60985961-227E-4FE0-9A12-98BA36A81192}" presName="L2TextContainer" presStyleLbl="bgAccFollowNode1" presStyleIdx="6" presStyleCnt="7"/>
      <dgm:spPr/>
    </dgm:pt>
    <dgm:pt modelId="{3F0BA7A9-482C-2248-9DB5-B445F5CBBC77}" type="pres">
      <dgm:prSet presAssocID="{60985961-227E-4FE0-9A12-98BA36A81192}" presName="FlexibleEmptyPlaceHolder" presStyleCnt="0"/>
      <dgm:spPr/>
    </dgm:pt>
    <dgm:pt modelId="{18361F91-76BE-C54F-A484-2DED74C0AA79}" type="pres">
      <dgm:prSet presAssocID="{60985961-227E-4FE0-9A12-98BA36A81192}" presName="ConnectLine" presStyleLbl="sibTrans1D1" presStyleIdx="6" presStyleCnt="7"/>
      <dgm:spPr/>
    </dgm:pt>
    <dgm:pt modelId="{164F9766-A7A4-6941-825C-B98E2FDFDC15}" type="pres">
      <dgm:prSet presAssocID="{60985961-227E-4FE0-9A12-98BA36A81192}" presName="ConnectorPoint" presStyleLbl="node1" presStyleIdx="6" presStyleCnt="7"/>
      <dgm:spPr>
        <a:solidFill>
          <a:schemeClr val="accent2">
            <a:hueOff val="6443614"/>
            <a:satOff val="-18493"/>
            <a:lumOff val="-29609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46833EAB-647E-0E47-B2F8-86A17DF83AC1}" type="pres">
      <dgm:prSet presAssocID="{60985961-227E-4FE0-9A12-98BA36A81192}" presName="EmptyPlaceHolder" presStyleCnt="0"/>
      <dgm:spPr/>
    </dgm:pt>
  </dgm:ptLst>
  <dgm:cxnLst>
    <dgm:cxn modelId="{30161306-591B-4FF0-830D-1BF14D60BB9B}" srcId="{452F2721-7FC1-4D05-962B-76A28D8D2038}" destId="{775DEAB7-B1C7-48B7-A9DC-73CE7B9C6580}" srcOrd="3" destOrd="0" parTransId="{43D226E9-5E1F-423C-B5FE-056963581061}" sibTransId="{2DC4954F-46E9-4F13-87D6-453E51398BAC}"/>
    <dgm:cxn modelId="{D147BA0F-2871-E449-B479-853B24849BCE}" type="presOf" srcId="{7F2E483B-5E2B-4219-984D-FC174721A813}" destId="{E88749A4-0C83-7C48-9E1B-9B78F1362865}" srcOrd="0" destOrd="0" presId="urn:microsoft.com/office/officeart/2017/3/layout/HorizontalLabelsTimeline"/>
    <dgm:cxn modelId="{0214B031-8C0F-4239-B8D9-2CD7FADCE85C}" srcId="{452F2721-7FC1-4D05-962B-76A28D8D2038}" destId="{02BA9944-2643-4662-B8E1-E0CE3BD4D9D7}" srcOrd="1" destOrd="0" parTransId="{288CC67A-8B0A-45CE-951A-88774185FE18}" sibTransId="{C9FA37C5-89AA-4E42-9F02-C18A75C2FA90}"/>
    <dgm:cxn modelId="{B8FD6534-0B66-4BA3-8589-2C9ECAAC072F}" srcId="{D2835F63-73CB-49D5-8442-0E7ED18A150F}" destId="{E544AC8F-14BA-4302-8E28-A9690A344FAB}" srcOrd="0" destOrd="0" parTransId="{D6774BF7-6B3F-413B-8400-159491AF5984}" sibTransId="{991530C4-7269-474F-96EE-C5D3690C6F89}"/>
    <dgm:cxn modelId="{54C04D42-7493-FD45-9AA7-5C5C1E76F0E4}" type="presOf" srcId="{CB0C7BD1-EA57-44CC-9704-A070D1EA2606}" destId="{22EA924A-B4E2-9B4F-8BE7-EA03704FEE2C}" srcOrd="0" destOrd="0" presId="urn:microsoft.com/office/officeart/2017/3/layout/HorizontalLabelsTimeline"/>
    <dgm:cxn modelId="{2C131F49-511E-4429-BF6D-EC1421ED0FF2}" srcId="{9F08A90A-1CB5-4EB2-82FD-337B9BA0B3D7}" destId="{2B21A8F3-D345-4E1A-BD69-8281BA178A29}" srcOrd="0" destOrd="0" parTransId="{45321BBA-32AD-43EE-9855-31936825E87E}" sibTransId="{2FFD1736-5355-4000-AA1A-9C1DDB415B56}"/>
    <dgm:cxn modelId="{0F03BF59-3962-4964-87CB-F94390257BE7}" srcId="{E70FB26C-CAF0-46F4-A711-8A00D13C3240}" destId="{7F2E483B-5E2B-4219-984D-FC174721A813}" srcOrd="0" destOrd="0" parTransId="{5E7EF7D6-273B-4CE8-ADBC-E305B2BA74BD}" sibTransId="{4B9C8190-2EBB-4280-8506-0E701C191154}"/>
    <dgm:cxn modelId="{6C56695B-A4B8-3D4C-BAF8-0A6506368C49}" type="presOf" srcId="{9E04D709-1F24-4603-8CAA-D6AF85AA93FD}" destId="{7B054D2B-FE68-5541-BFD0-FC57E324313A}" srcOrd="0" destOrd="0" presId="urn:microsoft.com/office/officeart/2017/3/layout/HorizontalLabelsTimeline"/>
    <dgm:cxn modelId="{B3D69B5B-713C-8344-A809-BA34D27DF9BA}" type="presOf" srcId="{02BA9944-2643-4662-B8E1-E0CE3BD4D9D7}" destId="{A140AE3B-FAC9-AF48-9E26-06F61EB2598B}" srcOrd="0" destOrd="0" presId="urn:microsoft.com/office/officeart/2017/3/layout/HorizontalLabelsTimeline"/>
    <dgm:cxn modelId="{2FB94F60-DDD9-47EF-B91C-C325BCE78E7A}" srcId="{452F2721-7FC1-4D05-962B-76A28D8D2038}" destId="{9F08A90A-1CB5-4EB2-82FD-337B9BA0B3D7}" srcOrd="2" destOrd="0" parTransId="{12368167-357F-4A0B-89E0-06337C1E349F}" sibTransId="{70F3D2A1-D85F-4DF8-9297-9EF689365B2E}"/>
    <dgm:cxn modelId="{2A21806C-30B4-D84E-8E23-1BDC6F477459}" type="presOf" srcId="{EA72726E-CCBD-4AD2-88FE-2F918FF40129}" destId="{8ECBB265-FCEB-1942-9695-A94B176B07CA}" srcOrd="0" destOrd="0" presId="urn:microsoft.com/office/officeart/2017/3/layout/HorizontalLabelsTimeline"/>
    <dgm:cxn modelId="{42848C87-BAC0-C643-8AAE-9B23D6936C28}" type="presOf" srcId="{775DEAB7-B1C7-48B7-A9DC-73CE7B9C6580}" destId="{51D2696A-101C-1243-A5F6-B3E7E0A24696}" srcOrd="0" destOrd="0" presId="urn:microsoft.com/office/officeart/2017/3/layout/HorizontalLabelsTimeline"/>
    <dgm:cxn modelId="{4947DB8B-6FD9-6A45-9B4C-1193DB99163D}" type="presOf" srcId="{8FE5A020-4B85-46F9-A4F2-C74402BFA77B}" destId="{50669BC2-F89F-3641-8563-9D7053FE2C68}" srcOrd="0" destOrd="0" presId="urn:microsoft.com/office/officeart/2017/3/layout/HorizontalLabelsTimeline"/>
    <dgm:cxn modelId="{F7D9E296-585C-6E45-AE90-AA04FCEF3A15}" type="presOf" srcId="{64E22AEE-C592-487A-8BCE-FC60FF526E28}" destId="{DC2115CC-F3C8-E34D-A427-2B517BE062F5}" srcOrd="0" destOrd="0" presId="urn:microsoft.com/office/officeart/2017/3/layout/HorizontalLabelsTimeline"/>
    <dgm:cxn modelId="{4662D2A6-CC3C-9743-9220-D02B3DC887F8}" type="presOf" srcId="{E544AC8F-14BA-4302-8E28-A9690A344FAB}" destId="{0D1C558B-5F4E-8444-A242-C461D466270D}" srcOrd="0" destOrd="0" presId="urn:microsoft.com/office/officeart/2017/3/layout/HorizontalLabelsTimeline"/>
    <dgm:cxn modelId="{0C38D7B5-6FF6-4BC8-8EC1-EA7EBC5702D8}" srcId="{02BA9944-2643-4662-B8E1-E0CE3BD4D9D7}" destId="{64E22AEE-C592-487A-8BCE-FC60FF526E28}" srcOrd="0" destOrd="0" parTransId="{681A40CB-00B6-422F-B469-5A0B07D08820}" sibTransId="{1BA61D1D-4D5B-48C4-BABA-3FC72A8C38BE}"/>
    <dgm:cxn modelId="{52A847C7-EE82-6F40-B474-0AF611A7CDF8}" type="presOf" srcId="{2B21A8F3-D345-4E1A-BD69-8281BA178A29}" destId="{218342E6-AEB1-6B4C-B01C-AD743DFF656C}" srcOrd="0" destOrd="0" presId="urn:microsoft.com/office/officeart/2017/3/layout/HorizontalLabelsTimeline"/>
    <dgm:cxn modelId="{3DFA01D5-EFD3-4688-AC38-9D393B4C1175}" srcId="{452F2721-7FC1-4D05-962B-76A28D8D2038}" destId="{E70FB26C-CAF0-46F4-A711-8A00D13C3240}" srcOrd="4" destOrd="0" parTransId="{28B60E13-EFF8-4770-AE6C-ED9C4CC2A095}" sibTransId="{2BB480DC-3111-4B34-9B4A-F18CED390379}"/>
    <dgm:cxn modelId="{DD1504DD-1BA9-43DE-BDD2-FFE2D613D271}" srcId="{452F2721-7FC1-4D05-962B-76A28D8D2038}" destId="{D2835F63-73CB-49D5-8442-0E7ED18A150F}" srcOrd="5" destOrd="0" parTransId="{28753503-A234-4C6D-8DDB-C8E1885F0A3D}" sibTransId="{1ED4343A-DEDB-4B45-8427-6AF46A69CC28}"/>
    <dgm:cxn modelId="{C9DB8BDD-94FA-4809-8B6E-8F69B6F6EB04}" srcId="{775DEAB7-B1C7-48B7-A9DC-73CE7B9C6580}" destId="{CB0C7BD1-EA57-44CC-9704-A070D1EA2606}" srcOrd="0" destOrd="0" parTransId="{4D4E5F77-FA45-4DA3-8FC3-B4DABEC0E605}" sibTransId="{D43A8921-35E5-4BFF-A7E2-D385CD90CA6B}"/>
    <dgm:cxn modelId="{24321DE1-DD67-4C4F-94A7-2B9CEB927EDC}" type="presOf" srcId="{452F2721-7FC1-4D05-962B-76A28D8D2038}" destId="{FA09238C-AC49-DA43-BC98-4F404643C38B}" srcOrd="0" destOrd="0" presId="urn:microsoft.com/office/officeart/2017/3/layout/HorizontalLabelsTimeline"/>
    <dgm:cxn modelId="{E81F11E2-B393-4C5E-83E6-6DE2C45F40A4}" srcId="{60985961-227E-4FE0-9A12-98BA36A81192}" destId="{8FE5A020-4B85-46F9-A4F2-C74402BFA77B}" srcOrd="0" destOrd="0" parTransId="{45A67A30-6665-4FC8-AEE9-89E0614D6727}" sibTransId="{4A718B55-452B-494B-8B8B-9D961FBBD01B}"/>
    <dgm:cxn modelId="{95C8F1E2-C292-F04F-B97D-E3D6EE6A7FF8}" type="presOf" srcId="{D2835F63-73CB-49D5-8442-0E7ED18A150F}" destId="{8D486391-8D7C-D24D-942C-F8A4C6C6A8F7}" srcOrd="0" destOrd="0" presId="urn:microsoft.com/office/officeart/2017/3/layout/HorizontalLabelsTimeline"/>
    <dgm:cxn modelId="{502D11E7-90C8-5C42-A431-CCE3ACEBBF63}" type="presOf" srcId="{60985961-227E-4FE0-9A12-98BA36A81192}" destId="{A845466A-F2E1-DD4E-862B-B1F89C8F978B}" srcOrd="0" destOrd="0" presId="urn:microsoft.com/office/officeart/2017/3/layout/HorizontalLabelsTimeline"/>
    <dgm:cxn modelId="{405379E9-6A37-491E-9E75-047C2070295C}" srcId="{452F2721-7FC1-4D05-962B-76A28D8D2038}" destId="{60985961-227E-4FE0-9A12-98BA36A81192}" srcOrd="6" destOrd="0" parTransId="{4980ECD7-1027-42F4-B829-FAA4D5C4EC4F}" sibTransId="{D5ACB20D-683D-42D7-9866-AAE08CC03047}"/>
    <dgm:cxn modelId="{53F5EDF0-79DD-4839-AE82-7D1B9133FDCF}" srcId="{452F2721-7FC1-4D05-962B-76A28D8D2038}" destId="{EA72726E-CCBD-4AD2-88FE-2F918FF40129}" srcOrd="0" destOrd="0" parTransId="{304E1E36-A2C2-48AA-BB1C-D247DB0199AE}" sibTransId="{F3EEF5D5-CAD8-43B8-BA9B-652D3F076300}"/>
    <dgm:cxn modelId="{2695C0F5-20AF-4C9B-B764-715E081BF342}" srcId="{EA72726E-CCBD-4AD2-88FE-2F918FF40129}" destId="{9E04D709-1F24-4603-8CAA-D6AF85AA93FD}" srcOrd="0" destOrd="0" parTransId="{8B9D9BB4-D3F1-4141-9027-5D3C0B24FE85}" sibTransId="{8092B241-A6A8-49CA-87E9-537A9F7D2157}"/>
    <dgm:cxn modelId="{7F13F5FB-B814-404B-89F6-27EAEB2DB0EA}" type="presOf" srcId="{9F08A90A-1CB5-4EB2-82FD-337B9BA0B3D7}" destId="{14804134-2F94-4B46-8CAC-216D8B71D9D5}" srcOrd="0" destOrd="0" presId="urn:microsoft.com/office/officeart/2017/3/layout/HorizontalLabelsTimeline"/>
    <dgm:cxn modelId="{C5DD1AFF-755B-1545-A4D7-C57B8889FBB1}" type="presOf" srcId="{E70FB26C-CAF0-46F4-A711-8A00D13C3240}" destId="{B9EA2162-9E46-0D48-B447-93D57BC502B7}" srcOrd="0" destOrd="0" presId="urn:microsoft.com/office/officeart/2017/3/layout/HorizontalLabelsTimeline"/>
    <dgm:cxn modelId="{CAE0FAB0-67F9-BE4F-BD54-2ABA0721C64E}" type="presParOf" srcId="{FA09238C-AC49-DA43-BC98-4F404643C38B}" destId="{CB7BA1AF-AEAE-3940-BB86-C5FE9D81C1DC}" srcOrd="0" destOrd="0" presId="urn:microsoft.com/office/officeart/2017/3/layout/HorizontalLabelsTimeline"/>
    <dgm:cxn modelId="{CF9E5B2D-20BE-2349-A328-9D7070D1448E}" type="presParOf" srcId="{FA09238C-AC49-DA43-BC98-4F404643C38B}" destId="{673B6B0C-DF61-8245-925A-0EC2598BE20E}" srcOrd="1" destOrd="0" presId="urn:microsoft.com/office/officeart/2017/3/layout/HorizontalLabelsTimeline"/>
    <dgm:cxn modelId="{1B6B50F4-835E-B54B-81A2-635FCFD0B66E}" type="presParOf" srcId="{673B6B0C-DF61-8245-925A-0EC2598BE20E}" destId="{82D56B50-4DA2-1446-9E3A-9012DBBB85DE}" srcOrd="0" destOrd="0" presId="urn:microsoft.com/office/officeart/2017/3/layout/HorizontalLabelsTimeline"/>
    <dgm:cxn modelId="{6EBCE665-F6D0-C94E-B0BC-9D3A02CF89E6}" type="presParOf" srcId="{82D56B50-4DA2-1446-9E3A-9012DBBB85DE}" destId="{8ECBB265-FCEB-1942-9695-A94B176B07CA}" srcOrd="0" destOrd="0" presId="urn:microsoft.com/office/officeart/2017/3/layout/HorizontalLabelsTimeline"/>
    <dgm:cxn modelId="{8F452A47-32E4-0D4E-8887-3C58893135E2}" type="presParOf" srcId="{82D56B50-4DA2-1446-9E3A-9012DBBB85DE}" destId="{A0A6EA31-8D57-F545-91F2-61AF76A73BD3}" srcOrd="1" destOrd="0" presId="urn:microsoft.com/office/officeart/2017/3/layout/HorizontalLabelsTimeline"/>
    <dgm:cxn modelId="{92E2271D-9C76-2C44-B806-C2F132DEB120}" type="presParOf" srcId="{A0A6EA31-8D57-F545-91F2-61AF76A73BD3}" destId="{7B054D2B-FE68-5541-BFD0-FC57E324313A}" srcOrd="0" destOrd="0" presId="urn:microsoft.com/office/officeart/2017/3/layout/HorizontalLabelsTimeline"/>
    <dgm:cxn modelId="{85AAB88E-3CAC-AB40-ADE6-2498A87E5770}" type="presParOf" srcId="{A0A6EA31-8D57-F545-91F2-61AF76A73BD3}" destId="{EB7EB966-AAEB-BF4D-9E7D-5D53BB3759FC}" srcOrd="1" destOrd="0" presId="urn:microsoft.com/office/officeart/2017/3/layout/HorizontalLabelsTimeline"/>
    <dgm:cxn modelId="{91153E1A-DFB5-4F49-8BD1-CBE5E91F9F89}" type="presParOf" srcId="{82D56B50-4DA2-1446-9E3A-9012DBBB85DE}" destId="{1B737233-B5E6-624A-A2FA-9C5D9ED78B60}" srcOrd="2" destOrd="0" presId="urn:microsoft.com/office/officeart/2017/3/layout/HorizontalLabelsTimeline"/>
    <dgm:cxn modelId="{06E7DA5F-3298-A649-B760-C1B03FC38DC6}" type="presParOf" srcId="{82D56B50-4DA2-1446-9E3A-9012DBBB85DE}" destId="{8255A2C7-7749-014F-8857-579D79605E72}" srcOrd="3" destOrd="0" presId="urn:microsoft.com/office/officeart/2017/3/layout/HorizontalLabelsTimeline"/>
    <dgm:cxn modelId="{A9B8B71B-0EAD-C940-8102-A67BC8A88128}" type="presParOf" srcId="{82D56B50-4DA2-1446-9E3A-9012DBBB85DE}" destId="{13DDFF0E-BBD4-CF4F-83B7-CA524815290A}" srcOrd="4" destOrd="0" presId="urn:microsoft.com/office/officeart/2017/3/layout/HorizontalLabelsTimeline"/>
    <dgm:cxn modelId="{35C9A800-1CA8-3948-BEC7-835F57455FB3}" type="presParOf" srcId="{673B6B0C-DF61-8245-925A-0EC2598BE20E}" destId="{ADDC0096-D177-1147-983B-BB0C097CB64F}" srcOrd="1" destOrd="0" presId="urn:microsoft.com/office/officeart/2017/3/layout/HorizontalLabelsTimeline"/>
    <dgm:cxn modelId="{1312C15F-EE80-244E-A4F4-9523D3815192}" type="presParOf" srcId="{673B6B0C-DF61-8245-925A-0EC2598BE20E}" destId="{67601204-B509-0643-BC8C-1DC50FD12ED4}" srcOrd="2" destOrd="0" presId="urn:microsoft.com/office/officeart/2017/3/layout/HorizontalLabelsTimeline"/>
    <dgm:cxn modelId="{E89DCE8D-5D9B-D34D-AD94-77FFA3D28D51}" type="presParOf" srcId="{67601204-B509-0643-BC8C-1DC50FD12ED4}" destId="{A140AE3B-FAC9-AF48-9E26-06F61EB2598B}" srcOrd="0" destOrd="0" presId="urn:microsoft.com/office/officeart/2017/3/layout/HorizontalLabelsTimeline"/>
    <dgm:cxn modelId="{83820D7D-E81E-EF4D-9EE6-B15A4D7FF8D7}" type="presParOf" srcId="{67601204-B509-0643-BC8C-1DC50FD12ED4}" destId="{A60488CC-2A96-4B45-AFCE-FF1F2CD210F9}" srcOrd="1" destOrd="0" presId="urn:microsoft.com/office/officeart/2017/3/layout/HorizontalLabelsTimeline"/>
    <dgm:cxn modelId="{ADB466F3-2A52-6A4C-BB98-FB2A2BBEC035}" type="presParOf" srcId="{A60488CC-2A96-4B45-AFCE-FF1F2CD210F9}" destId="{DC2115CC-F3C8-E34D-A427-2B517BE062F5}" srcOrd="0" destOrd="0" presId="urn:microsoft.com/office/officeart/2017/3/layout/HorizontalLabelsTimeline"/>
    <dgm:cxn modelId="{C2275922-A972-9D4F-958A-9F87ED3C6E85}" type="presParOf" srcId="{A60488CC-2A96-4B45-AFCE-FF1F2CD210F9}" destId="{1F166814-7785-3344-B995-9023D327AA66}" srcOrd="1" destOrd="0" presId="urn:microsoft.com/office/officeart/2017/3/layout/HorizontalLabelsTimeline"/>
    <dgm:cxn modelId="{1E57FD92-13BF-2345-B03B-884C127732C8}" type="presParOf" srcId="{67601204-B509-0643-BC8C-1DC50FD12ED4}" destId="{3ABD5DD3-7EB5-3C48-91B4-C71F7FE25D7B}" srcOrd="2" destOrd="0" presId="urn:microsoft.com/office/officeart/2017/3/layout/HorizontalLabelsTimeline"/>
    <dgm:cxn modelId="{C4CF6E23-5A97-EA41-9413-F6C24538D2F5}" type="presParOf" srcId="{67601204-B509-0643-BC8C-1DC50FD12ED4}" destId="{58A6AB1D-2450-A640-9946-DD6BAE30AC08}" srcOrd="3" destOrd="0" presId="urn:microsoft.com/office/officeart/2017/3/layout/HorizontalLabelsTimeline"/>
    <dgm:cxn modelId="{2AA36018-2257-FC40-AA0A-990DB03BA593}" type="presParOf" srcId="{67601204-B509-0643-BC8C-1DC50FD12ED4}" destId="{6A4137AC-4413-2040-93C5-AF3BCF494F83}" srcOrd="4" destOrd="0" presId="urn:microsoft.com/office/officeart/2017/3/layout/HorizontalLabelsTimeline"/>
    <dgm:cxn modelId="{0A1DBAAB-EC5E-5B41-93DD-F29FCA71BB05}" type="presParOf" srcId="{673B6B0C-DF61-8245-925A-0EC2598BE20E}" destId="{8C5C061F-44BB-CE4C-86D6-D62A37F5722F}" srcOrd="3" destOrd="0" presId="urn:microsoft.com/office/officeart/2017/3/layout/HorizontalLabelsTimeline"/>
    <dgm:cxn modelId="{10BC302D-C886-E94A-991A-214DED08B250}" type="presParOf" srcId="{673B6B0C-DF61-8245-925A-0EC2598BE20E}" destId="{226F68E3-7121-7449-8E7F-9AE56770DDF1}" srcOrd="4" destOrd="0" presId="urn:microsoft.com/office/officeart/2017/3/layout/HorizontalLabelsTimeline"/>
    <dgm:cxn modelId="{CB2D42E7-BBD1-5F47-A496-1FA11BE29822}" type="presParOf" srcId="{226F68E3-7121-7449-8E7F-9AE56770DDF1}" destId="{14804134-2F94-4B46-8CAC-216D8B71D9D5}" srcOrd="0" destOrd="0" presId="urn:microsoft.com/office/officeart/2017/3/layout/HorizontalLabelsTimeline"/>
    <dgm:cxn modelId="{8B1C5E8B-C8D9-E940-BE6E-82AA958EF0F6}" type="presParOf" srcId="{226F68E3-7121-7449-8E7F-9AE56770DDF1}" destId="{49FD78D6-62CD-8444-9A67-9D4370CB3FD2}" srcOrd="1" destOrd="0" presId="urn:microsoft.com/office/officeart/2017/3/layout/HorizontalLabelsTimeline"/>
    <dgm:cxn modelId="{0874AFBB-CF1C-864B-B3FF-019952142E3D}" type="presParOf" srcId="{49FD78D6-62CD-8444-9A67-9D4370CB3FD2}" destId="{218342E6-AEB1-6B4C-B01C-AD743DFF656C}" srcOrd="0" destOrd="0" presId="urn:microsoft.com/office/officeart/2017/3/layout/HorizontalLabelsTimeline"/>
    <dgm:cxn modelId="{B6979B8B-6F2F-1F46-9CB1-397451476099}" type="presParOf" srcId="{49FD78D6-62CD-8444-9A67-9D4370CB3FD2}" destId="{3C3300A9-BC5E-CD44-BA0C-BE1D06FBE025}" srcOrd="1" destOrd="0" presId="urn:microsoft.com/office/officeart/2017/3/layout/HorizontalLabelsTimeline"/>
    <dgm:cxn modelId="{D84F1491-8DB1-C446-8FB5-923961D91DBE}" type="presParOf" srcId="{226F68E3-7121-7449-8E7F-9AE56770DDF1}" destId="{48229A2C-2A2B-5E42-8A55-32813F74F878}" srcOrd="2" destOrd="0" presId="urn:microsoft.com/office/officeart/2017/3/layout/HorizontalLabelsTimeline"/>
    <dgm:cxn modelId="{A1F87310-D928-094A-A215-A5BB53310AE5}" type="presParOf" srcId="{226F68E3-7121-7449-8E7F-9AE56770DDF1}" destId="{16612DB9-DE24-494B-961D-60998C0D80D8}" srcOrd="3" destOrd="0" presId="urn:microsoft.com/office/officeart/2017/3/layout/HorizontalLabelsTimeline"/>
    <dgm:cxn modelId="{C83E8EB9-5D4D-1B44-9E90-BDE0A0C299B5}" type="presParOf" srcId="{226F68E3-7121-7449-8E7F-9AE56770DDF1}" destId="{06C8AF05-AA7B-6044-9FB5-1709DCCCE5EB}" srcOrd="4" destOrd="0" presId="urn:microsoft.com/office/officeart/2017/3/layout/HorizontalLabelsTimeline"/>
    <dgm:cxn modelId="{DD74A792-7FCD-094C-B0E0-A67167904294}" type="presParOf" srcId="{673B6B0C-DF61-8245-925A-0EC2598BE20E}" destId="{D9CB28A0-5390-CD47-A088-8D75A604891A}" srcOrd="5" destOrd="0" presId="urn:microsoft.com/office/officeart/2017/3/layout/HorizontalLabelsTimeline"/>
    <dgm:cxn modelId="{5209FB3D-BF59-3A42-9945-FEE98AFD4691}" type="presParOf" srcId="{673B6B0C-DF61-8245-925A-0EC2598BE20E}" destId="{A8D81D05-7539-754A-8E16-1E6F5A54DD42}" srcOrd="6" destOrd="0" presId="urn:microsoft.com/office/officeart/2017/3/layout/HorizontalLabelsTimeline"/>
    <dgm:cxn modelId="{131BFBC7-BE87-4141-B95E-CE3697DC1E72}" type="presParOf" srcId="{A8D81D05-7539-754A-8E16-1E6F5A54DD42}" destId="{51D2696A-101C-1243-A5F6-B3E7E0A24696}" srcOrd="0" destOrd="0" presId="urn:microsoft.com/office/officeart/2017/3/layout/HorizontalLabelsTimeline"/>
    <dgm:cxn modelId="{206E5157-33A2-B844-AC6B-AFCEA31B25D1}" type="presParOf" srcId="{A8D81D05-7539-754A-8E16-1E6F5A54DD42}" destId="{A00228B2-1EF8-0D40-87DA-0ABD3935A141}" srcOrd="1" destOrd="0" presId="urn:microsoft.com/office/officeart/2017/3/layout/HorizontalLabelsTimeline"/>
    <dgm:cxn modelId="{59FBAE26-1E41-2941-9EBD-977ACBD25653}" type="presParOf" srcId="{A00228B2-1EF8-0D40-87DA-0ABD3935A141}" destId="{22EA924A-B4E2-9B4F-8BE7-EA03704FEE2C}" srcOrd="0" destOrd="0" presId="urn:microsoft.com/office/officeart/2017/3/layout/HorizontalLabelsTimeline"/>
    <dgm:cxn modelId="{79D2834A-5A6E-D140-9071-F59B6EAD7E67}" type="presParOf" srcId="{A00228B2-1EF8-0D40-87DA-0ABD3935A141}" destId="{39603A8A-F042-694E-9E83-5137356C1C19}" srcOrd="1" destOrd="0" presId="urn:microsoft.com/office/officeart/2017/3/layout/HorizontalLabelsTimeline"/>
    <dgm:cxn modelId="{96B96423-0F3F-5545-8958-06855CF5B10E}" type="presParOf" srcId="{A8D81D05-7539-754A-8E16-1E6F5A54DD42}" destId="{392845BF-A946-5C46-928C-4C3FCEF88CEB}" srcOrd="2" destOrd="0" presId="urn:microsoft.com/office/officeart/2017/3/layout/HorizontalLabelsTimeline"/>
    <dgm:cxn modelId="{F3A46AF1-DBC0-774E-A631-19743F6479C1}" type="presParOf" srcId="{A8D81D05-7539-754A-8E16-1E6F5A54DD42}" destId="{50C16897-8CA7-9C42-9D50-32E920820A61}" srcOrd="3" destOrd="0" presId="urn:microsoft.com/office/officeart/2017/3/layout/HorizontalLabelsTimeline"/>
    <dgm:cxn modelId="{618D4479-015A-B141-B139-00B5E11C6CF0}" type="presParOf" srcId="{A8D81D05-7539-754A-8E16-1E6F5A54DD42}" destId="{D65D5FDD-7007-4047-8335-4970756514F7}" srcOrd="4" destOrd="0" presId="urn:microsoft.com/office/officeart/2017/3/layout/HorizontalLabelsTimeline"/>
    <dgm:cxn modelId="{542CE890-1E9B-5E4F-9DC3-E7BD9D8E79D8}" type="presParOf" srcId="{673B6B0C-DF61-8245-925A-0EC2598BE20E}" destId="{A8B3D4F5-2E81-8B4B-BFB2-5510B1214138}" srcOrd="7" destOrd="0" presId="urn:microsoft.com/office/officeart/2017/3/layout/HorizontalLabelsTimeline"/>
    <dgm:cxn modelId="{A31C3C30-6E23-7747-82EF-3B7876864537}" type="presParOf" srcId="{673B6B0C-DF61-8245-925A-0EC2598BE20E}" destId="{7AA8C079-A37C-5740-8856-B5D26A9BA9F0}" srcOrd="8" destOrd="0" presId="urn:microsoft.com/office/officeart/2017/3/layout/HorizontalLabelsTimeline"/>
    <dgm:cxn modelId="{521F270D-40B9-FE4F-9B9D-6552C5E048E9}" type="presParOf" srcId="{7AA8C079-A37C-5740-8856-B5D26A9BA9F0}" destId="{B9EA2162-9E46-0D48-B447-93D57BC502B7}" srcOrd="0" destOrd="0" presId="urn:microsoft.com/office/officeart/2017/3/layout/HorizontalLabelsTimeline"/>
    <dgm:cxn modelId="{A3C4FB51-CE91-B542-8188-CAAB6DD68D99}" type="presParOf" srcId="{7AA8C079-A37C-5740-8856-B5D26A9BA9F0}" destId="{7631F54E-25A9-7E4C-B619-F97F9B079D04}" srcOrd="1" destOrd="0" presId="urn:microsoft.com/office/officeart/2017/3/layout/HorizontalLabelsTimeline"/>
    <dgm:cxn modelId="{D7E29916-945F-2C48-96C3-D70076A90151}" type="presParOf" srcId="{7631F54E-25A9-7E4C-B619-F97F9B079D04}" destId="{E88749A4-0C83-7C48-9E1B-9B78F1362865}" srcOrd="0" destOrd="0" presId="urn:microsoft.com/office/officeart/2017/3/layout/HorizontalLabelsTimeline"/>
    <dgm:cxn modelId="{EDC10AE6-685B-4A4A-BF9C-E9843B48EE5A}" type="presParOf" srcId="{7631F54E-25A9-7E4C-B619-F97F9B079D04}" destId="{FEBDFD56-0179-8D49-BB25-8CD23D436897}" srcOrd="1" destOrd="0" presId="urn:microsoft.com/office/officeart/2017/3/layout/HorizontalLabelsTimeline"/>
    <dgm:cxn modelId="{C3FE7496-0272-7D47-9E20-989B272B19BE}" type="presParOf" srcId="{7AA8C079-A37C-5740-8856-B5D26A9BA9F0}" destId="{B04A3000-C8A1-BF49-8847-CACD846B1E73}" srcOrd="2" destOrd="0" presId="urn:microsoft.com/office/officeart/2017/3/layout/HorizontalLabelsTimeline"/>
    <dgm:cxn modelId="{B1E6A536-49AE-1F48-BDB4-78DDFFD7638B}" type="presParOf" srcId="{7AA8C079-A37C-5740-8856-B5D26A9BA9F0}" destId="{1DFE92F2-235B-E242-A61E-FC8FB36DFFB9}" srcOrd="3" destOrd="0" presId="urn:microsoft.com/office/officeart/2017/3/layout/HorizontalLabelsTimeline"/>
    <dgm:cxn modelId="{4F136311-918E-7D4D-9268-D79E50142326}" type="presParOf" srcId="{7AA8C079-A37C-5740-8856-B5D26A9BA9F0}" destId="{EF556A66-1069-3A46-86AD-D62C5CFCF804}" srcOrd="4" destOrd="0" presId="urn:microsoft.com/office/officeart/2017/3/layout/HorizontalLabelsTimeline"/>
    <dgm:cxn modelId="{ABD23449-C05C-924A-B886-AD6F90716E30}" type="presParOf" srcId="{673B6B0C-DF61-8245-925A-0EC2598BE20E}" destId="{603C3AD2-EEBD-5D4B-9B69-7C46680AE25D}" srcOrd="9" destOrd="0" presId="urn:microsoft.com/office/officeart/2017/3/layout/HorizontalLabelsTimeline"/>
    <dgm:cxn modelId="{A2178120-0F9A-3442-81DD-5F6D3EE132A2}" type="presParOf" srcId="{673B6B0C-DF61-8245-925A-0EC2598BE20E}" destId="{793742FD-5593-B240-BE39-BB72F9C49799}" srcOrd="10" destOrd="0" presId="urn:microsoft.com/office/officeart/2017/3/layout/HorizontalLabelsTimeline"/>
    <dgm:cxn modelId="{12B6936E-85E6-E74D-AA01-9E49FE005103}" type="presParOf" srcId="{793742FD-5593-B240-BE39-BB72F9C49799}" destId="{8D486391-8D7C-D24D-942C-F8A4C6C6A8F7}" srcOrd="0" destOrd="0" presId="urn:microsoft.com/office/officeart/2017/3/layout/HorizontalLabelsTimeline"/>
    <dgm:cxn modelId="{0BE13FFF-FA04-C044-9381-461DD943C87B}" type="presParOf" srcId="{793742FD-5593-B240-BE39-BB72F9C49799}" destId="{3DEF41FC-923C-0A41-B361-1B60B5449428}" srcOrd="1" destOrd="0" presId="urn:microsoft.com/office/officeart/2017/3/layout/HorizontalLabelsTimeline"/>
    <dgm:cxn modelId="{F52C07A9-575C-9C49-A6A4-B027D2B0ED03}" type="presParOf" srcId="{3DEF41FC-923C-0A41-B361-1B60B5449428}" destId="{0D1C558B-5F4E-8444-A242-C461D466270D}" srcOrd="0" destOrd="0" presId="urn:microsoft.com/office/officeart/2017/3/layout/HorizontalLabelsTimeline"/>
    <dgm:cxn modelId="{6635DDD4-D1AD-BB40-846A-7FC4EFD00918}" type="presParOf" srcId="{3DEF41FC-923C-0A41-B361-1B60B5449428}" destId="{BE401FFC-30C4-9D49-873F-701C0694E8BD}" srcOrd="1" destOrd="0" presId="urn:microsoft.com/office/officeart/2017/3/layout/HorizontalLabelsTimeline"/>
    <dgm:cxn modelId="{71429B0C-EEBB-7049-8E28-910B728665CB}" type="presParOf" srcId="{793742FD-5593-B240-BE39-BB72F9C49799}" destId="{46F17928-96AA-9B4F-8B81-40D01042D762}" srcOrd="2" destOrd="0" presId="urn:microsoft.com/office/officeart/2017/3/layout/HorizontalLabelsTimeline"/>
    <dgm:cxn modelId="{6E243A16-8253-B643-98BA-306D803A5AA6}" type="presParOf" srcId="{793742FD-5593-B240-BE39-BB72F9C49799}" destId="{9E63DA7D-D29F-0F43-98D1-25F0935BE502}" srcOrd="3" destOrd="0" presId="urn:microsoft.com/office/officeart/2017/3/layout/HorizontalLabelsTimeline"/>
    <dgm:cxn modelId="{84B636EB-8958-CD41-B810-F553BA63521E}" type="presParOf" srcId="{793742FD-5593-B240-BE39-BB72F9C49799}" destId="{35A352D3-4DE5-F648-8FD5-21FB5AA54E8D}" srcOrd="4" destOrd="0" presId="urn:microsoft.com/office/officeart/2017/3/layout/HorizontalLabelsTimeline"/>
    <dgm:cxn modelId="{EF3DDBE3-8EDF-2747-9ECB-5BCA2E2028D5}" type="presParOf" srcId="{673B6B0C-DF61-8245-925A-0EC2598BE20E}" destId="{ABF2398B-B420-DE4A-95E5-53156340BFD9}" srcOrd="11" destOrd="0" presId="urn:microsoft.com/office/officeart/2017/3/layout/HorizontalLabelsTimeline"/>
    <dgm:cxn modelId="{30AAC09C-22C3-F14C-83D0-A753F48D7470}" type="presParOf" srcId="{673B6B0C-DF61-8245-925A-0EC2598BE20E}" destId="{E4D0349E-E02D-BE45-A963-9A95D27BED89}" srcOrd="12" destOrd="0" presId="urn:microsoft.com/office/officeart/2017/3/layout/HorizontalLabelsTimeline"/>
    <dgm:cxn modelId="{1585AB15-CCDE-F644-903F-8F91819B4F5D}" type="presParOf" srcId="{E4D0349E-E02D-BE45-A963-9A95D27BED89}" destId="{A845466A-F2E1-DD4E-862B-B1F89C8F978B}" srcOrd="0" destOrd="0" presId="urn:microsoft.com/office/officeart/2017/3/layout/HorizontalLabelsTimeline"/>
    <dgm:cxn modelId="{0DF349E3-1E4E-BA40-8E8C-1DE3AB64C78B}" type="presParOf" srcId="{E4D0349E-E02D-BE45-A963-9A95D27BED89}" destId="{64047094-A82A-C74F-8373-1B0538EBD322}" srcOrd="1" destOrd="0" presId="urn:microsoft.com/office/officeart/2017/3/layout/HorizontalLabelsTimeline"/>
    <dgm:cxn modelId="{D136A824-2A49-7843-8CFD-28DCE4020E14}" type="presParOf" srcId="{64047094-A82A-C74F-8373-1B0538EBD322}" destId="{50669BC2-F89F-3641-8563-9D7053FE2C68}" srcOrd="0" destOrd="0" presId="urn:microsoft.com/office/officeart/2017/3/layout/HorizontalLabelsTimeline"/>
    <dgm:cxn modelId="{393737CF-F325-A74C-ADE1-DDAC2F829E8A}" type="presParOf" srcId="{64047094-A82A-C74F-8373-1B0538EBD322}" destId="{3F0BA7A9-482C-2248-9DB5-B445F5CBBC77}" srcOrd="1" destOrd="0" presId="urn:microsoft.com/office/officeart/2017/3/layout/HorizontalLabelsTimeline"/>
    <dgm:cxn modelId="{5B2DF7CE-5C16-F044-9BA3-96B05B051B3B}" type="presParOf" srcId="{E4D0349E-E02D-BE45-A963-9A95D27BED89}" destId="{18361F91-76BE-C54F-A484-2DED74C0AA79}" srcOrd="2" destOrd="0" presId="urn:microsoft.com/office/officeart/2017/3/layout/HorizontalLabelsTimeline"/>
    <dgm:cxn modelId="{416E59F8-2DE7-0C4F-932B-45C2C09668FA}" type="presParOf" srcId="{E4D0349E-E02D-BE45-A963-9A95D27BED89}" destId="{164F9766-A7A4-6941-825C-B98E2FDFDC15}" srcOrd="3" destOrd="0" presId="urn:microsoft.com/office/officeart/2017/3/layout/HorizontalLabelsTimeline"/>
    <dgm:cxn modelId="{3E82EC36-6569-0440-8510-EF06673BCA78}" type="presParOf" srcId="{E4D0349E-E02D-BE45-A963-9A95D27BED89}" destId="{46833EAB-647E-0E47-B2F8-86A17DF83AC1}" srcOrd="4" destOrd="0" presId="urn:microsoft.com/office/officeart/2017/3/layout/HorizontalLabels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9185B0-DA11-4817-A078-A489DBEFF4C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60BEA383-3792-463A-8BE0-8520799D3892}">
      <dgm:prSet/>
      <dgm:spPr/>
      <dgm:t>
        <a:bodyPr/>
        <a:lstStyle/>
        <a:p>
          <a:pPr>
            <a:defRPr cap="all"/>
          </a:pPr>
          <a:r>
            <a:rPr lang="en-US"/>
            <a:t>openscience101.org</a:t>
          </a:r>
        </a:p>
      </dgm:t>
    </dgm:pt>
    <dgm:pt modelId="{E0107344-AD67-4F48-ADC6-B51621E91D94}" type="parTrans" cxnId="{0CBD17B1-F4AE-481E-953F-E405EE6BF961}">
      <dgm:prSet/>
      <dgm:spPr/>
      <dgm:t>
        <a:bodyPr/>
        <a:lstStyle/>
        <a:p>
          <a:endParaRPr lang="en-US"/>
        </a:p>
      </dgm:t>
    </dgm:pt>
    <dgm:pt modelId="{150CD94D-8E27-4212-A829-4E2E7B0ACF17}" type="sibTrans" cxnId="{0CBD17B1-F4AE-481E-953F-E405EE6BF961}">
      <dgm:prSet/>
      <dgm:spPr/>
      <dgm:t>
        <a:bodyPr/>
        <a:lstStyle/>
        <a:p>
          <a:endParaRPr lang="en-US"/>
        </a:p>
      </dgm:t>
    </dgm:pt>
    <dgm:pt modelId="{A13D34BF-9BB9-4267-9736-9B5015644F4F}">
      <dgm:prSet/>
      <dgm:spPr/>
      <dgm:t>
        <a:bodyPr/>
        <a:lstStyle/>
        <a:p>
          <a:pPr>
            <a:defRPr cap="all"/>
          </a:pPr>
          <a:r>
            <a:rPr lang="en-US"/>
            <a:t>ORCHID</a:t>
          </a:r>
        </a:p>
      </dgm:t>
    </dgm:pt>
    <dgm:pt modelId="{94EE3577-AE16-475A-8530-AAA5DED3BBD2}" type="parTrans" cxnId="{4257F666-8CBF-42EE-88ED-4BEFCAC007F5}">
      <dgm:prSet/>
      <dgm:spPr/>
      <dgm:t>
        <a:bodyPr/>
        <a:lstStyle/>
        <a:p>
          <a:endParaRPr lang="en-US"/>
        </a:p>
      </dgm:t>
    </dgm:pt>
    <dgm:pt modelId="{3E2D837B-DB53-4A11-B6EC-144F228C7D0C}" type="sibTrans" cxnId="{4257F666-8CBF-42EE-88ED-4BEFCAC007F5}">
      <dgm:prSet/>
      <dgm:spPr/>
      <dgm:t>
        <a:bodyPr/>
        <a:lstStyle/>
        <a:p>
          <a:endParaRPr lang="en-US"/>
        </a:p>
      </dgm:t>
    </dgm:pt>
    <dgm:pt modelId="{93780BA0-2B1F-4C4E-A036-299C611B1A16}">
      <dgm:prSet/>
      <dgm:spPr/>
      <dgm:t>
        <a:bodyPr/>
        <a:lstStyle/>
        <a:p>
          <a:pPr>
            <a:defRPr cap="all"/>
          </a:pPr>
          <a:r>
            <a:rPr lang="en-US"/>
            <a:t>progress through modules?</a:t>
          </a:r>
        </a:p>
      </dgm:t>
    </dgm:pt>
    <dgm:pt modelId="{CDD3F142-3D3F-4EDB-92AA-D8CCD3E78667}" type="parTrans" cxnId="{E51A7374-5C60-4656-B639-6C68FDA37E72}">
      <dgm:prSet/>
      <dgm:spPr/>
      <dgm:t>
        <a:bodyPr/>
        <a:lstStyle/>
        <a:p>
          <a:endParaRPr lang="en-US"/>
        </a:p>
      </dgm:t>
    </dgm:pt>
    <dgm:pt modelId="{A578B4C6-9796-4225-9F80-C8991D03A0CA}" type="sibTrans" cxnId="{E51A7374-5C60-4656-B639-6C68FDA37E72}">
      <dgm:prSet/>
      <dgm:spPr/>
      <dgm:t>
        <a:bodyPr/>
        <a:lstStyle/>
        <a:p>
          <a:endParaRPr lang="en-US"/>
        </a:p>
      </dgm:t>
    </dgm:pt>
    <dgm:pt modelId="{300D1F98-4F5F-44AC-9075-27B6DD8F6C62}" type="pres">
      <dgm:prSet presAssocID="{CE9185B0-DA11-4817-A078-A489DBEFF4C0}" presName="root" presStyleCnt="0">
        <dgm:presLayoutVars>
          <dgm:dir/>
          <dgm:resizeHandles val="exact"/>
        </dgm:presLayoutVars>
      </dgm:prSet>
      <dgm:spPr/>
    </dgm:pt>
    <dgm:pt modelId="{F9B97A02-EB14-49A9-9528-C4313C615327}" type="pres">
      <dgm:prSet presAssocID="{60BEA383-3792-463A-8BE0-8520799D3892}" presName="compNode" presStyleCnt="0"/>
      <dgm:spPr/>
    </dgm:pt>
    <dgm:pt modelId="{4FFB963C-4043-4A97-8172-906F351DBD73}" type="pres">
      <dgm:prSet presAssocID="{60BEA383-3792-463A-8BE0-8520799D3892}" presName="iconBgRect" presStyleLbl="bgShp" presStyleIdx="0" presStyleCnt="3"/>
      <dgm:spPr/>
    </dgm:pt>
    <dgm:pt modelId="{98BA7CAB-2914-4F7C-82CD-4C01BC57DEE7}" type="pres">
      <dgm:prSet presAssocID="{60BEA383-3792-463A-8BE0-8520799D389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B1041074-3531-450A-9116-58EE227F352C}" type="pres">
      <dgm:prSet presAssocID="{60BEA383-3792-463A-8BE0-8520799D3892}" presName="spaceRect" presStyleCnt="0"/>
      <dgm:spPr/>
    </dgm:pt>
    <dgm:pt modelId="{A18FEFFD-2FFD-4F1D-BFBA-B907E5B0BA7A}" type="pres">
      <dgm:prSet presAssocID="{60BEA383-3792-463A-8BE0-8520799D3892}" presName="textRect" presStyleLbl="revTx" presStyleIdx="0" presStyleCnt="3">
        <dgm:presLayoutVars>
          <dgm:chMax val="1"/>
          <dgm:chPref val="1"/>
        </dgm:presLayoutVars>
      </dgm:prSet>
      <dgm:spPr/>
    </dgm:pt>
    <dgm:pt modelId="{C974F83E-5FC6-42A8-AA51-7F9875EAAA6F}" type="pres">
      <dgm:prSet presAssocID="{150CD94D-8E27-4212-A829-4E2E7B0ACF17}" presName="sibTrans" presStyleCnt="0"/>
      <dgm:spPr/>
    </dgm:pt>
    <dgm:pt modelId="{FF20CB47-32DE-46F7-B5F7-B556A67AE142}" type="pres">
      <dgm:prSet presAssocID="{A13D34BF-9BB9-4267-9736-9B5015644F4F}" presName="compNode" presStyleCnt="0"/>
      <dgm:spPr/>
    </dgm:pt>
    <dgm:pt modelId="{81A852CA-585E-4B63-BE86-68E7381D78DF}" type="pres">
      <dgm:prSet presAssocID="{A13D34BF-9BB9-4267-9736-9B5015644F4F}" presName="iconBgRect" presStyleLbl="bgShp" presStyleIdx="1" presStyleCnt="3"/>
      <dgm:spPr/>
    </dgm:pt>
    <dgm:pt modelId="{C39CAFDC-E674-4B5F-9F39-7D9253C6EDB4}" type="pres">
      <dgm:prSet presAssocID="{A13D34BF-9BB9-4267-9736-9B5015644F4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er"/>
        </a:ext>
      </dgm:extLst>
    </dgm:pt>
    <dgm:pt modelId="{C8661F5E-D827-4FCE-A872-7FD829E0BD11}" type="pres">
      <dgm:prSet presAssocID="{A13D34BF-9BB9-4267-9736-9B5015644F4F}" presName="spaceRect" presStyleCnt="0"/>
      <dgm:spPr/>
    </dgm:pt>
    <dgm:pt modelId="{C3D006E4-6898-4996-8277-703B1C5F87C5}" type="pres">
      <dgm:prSet presAssocID="{A13D34BF-9BB9-4267-9736-9B5015644F4F}" presName="textRect" presStyleLbl="revTx" presStyleIdx="1" presStyleCnt="3">
        <dgm:presLayoutVars>
          <dgm:chMax val="1"/>
          <dgm:chPref val="1"/>
        </dgm:presLayoutVars>
      </dgm:prSet>
      <dgm:spPr/>
    </dgm:pt>
    <dgm:pt modelId="{083E0422-C6EB-4B36-88A3-C838D66A3449}" type="pres">
      <dgm:prSet presAssocID="{3E2D837B-DB53-4A11-B6EC-144F228C7D0C}" presName="sibTrans" presStyleCnt="0"/>
      <dgm:spPr/>
    </dgm:pt>
    <dgm:pt modelId="{044C3927-3B7C-492B-B5B0-EAC9481FAB1A}" type="pres">
      <dgm:prSet presAssocID="{93780BA0-2B1F-4C4E-A036-299C611B1A16}" presName="compNode" presStyleCnt="0"/>
      <dgm:spPr/>
    </dgm:pt>
    <dgm:pt modelId="{F6EB5393-4DB6-492C-B3D1-78320C33BA36}" type="pres">
      <dgm:prSet presAssocID="{93780BA0-2B1F-4C4E-A036-299C611B1A16}" presName="iconBgRect" presStyleLbl="bgShp" presStyleIdx="2" presStyleCnt="3"/>
      <dgm:spPr/>
    </dgm:pt>
    <dgm:pt modelId="{746421CD-23D0-4919-97B5-665068E2D531}" type="pres">
      <dgm:prSet presAssocID="{93780BA0-2B1F-4C4E-A036-299C611B1A1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FCF21E56-6457-4328-A598-A86F97660014}" type="pres">
      <dgm:prSet presAssocID="{93780BA0-2B1F-4C4E-A036-299C611B1A16}" presName="spaceRect" presStyleCnt="0"/>
      <dgm:spPr/>
    </dgm:pt>
    <dgm:pt modelId="{E95D61BE-2194-4D41-BB85-B523E8E24D4B}" type="pres">
      <dgm:prSet presAssocID="{93780BA0-2B1F-4C4E-A036-299C611B1A1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98BCB3D-6517-4ACC-98C6-F044FF8B4414}" type="presOf" srcId="{93780BA0-2B1F-4C4E-A036-299C611B1A16}" destId="{E95D61BE-2194-4D41-BB85-B523E8E24D4B}" srcOrd="0" destOrd="0" presId="urn:microsoft.com/office/officeart/2018/5/layout/IconCircleLabelList"/>
    <dgm:cxn modelId="{4257F666-8CBF-42EE-88ED-4BEFCAC007F5}" srcId="{CE9185B0-DA11-4817-A078-A489DBEFF4C0}" destId="{A13D34BF-9BB9-4267-9736-9B5015644F4F}" srcOrd="1" destOrd="0" parTransId="{94EE3577-AE16-475A-8530-AAA5DED3BBD2}" sibTransId="{3E2D837B-DB53-4A11-B6EC-144F228C7D0C}"/>
    <dgm:cxn modelId="{E51A7374-5C60-4656-B639-6C68FDA37E72}" srcId="{CE9185B0-DA11-4817-A078-A489DBEFF4C0}" destId="{93780BA0-2B1F-4C4E-A036-299C611B1A16}" srcOrd="2" destOrd="0" parTransId="{CDD3F142-3D3F-4EDB-92AA-D8CCD3E78667}" sibTransId="{A578B4C6-9796-4225-9F80-C8991D03A0CA}"/>
    <dgm:cxn modelId="{B20313AD-9BC4-4B5C-B8C8-4A659DF0C082}" type="presOf" srcId="{CE9185B0-DA11-4817-A078-A489DBEFF4C0}" destId="{300D1F98-4F5F-44AC-9075-27B6DD8F6C62}" srcOrd="0" destOrd="0" presId="urn:microsoft.com/office/officeart/2018/5/layout/IconCircleLabelList"/>
    <dgm:cxn modelId="{0CBD17B1-F4AE-481E-953F-E405EE6BF961}" srcId="{CE9185B0-DA11-4817-A078-A489DBEFF4C0}" destId="{60BEA383-3792-463A-8BE0-8520799D3892}" srcOrd="0" destOrd="0" parTransId="{E0107344-AD67-4F48-ADC6-B51621E91D94}" sibTransId="{150CD94D-8E27-4212-A829-4E2E7B0ACF17}"/>
    <dgm:cxn modelId="{60777BD9-D285-424C-8495-92B147E43886}" type="presOf" srcId="{A13D34BF-9BB9-4267-9736-9B5015644F4F}" destId="{C3D006E4-6898-4996-8277-703B1C5F87C5}" srcOrd="0" destOrd="0" presId="urn:microsoft.com/office/officeart/2018/5/layout/IconCircleLabelList"/>
    <dgm:cxn modelId="{23E6F0E1-D9C3-464F-A619-EF11F044D724}" type="presOf" srcId="{60BEA383-3792-463A-8BE0-8520799D3892}" destId="{A18FEFFD-2FFD-4F1D-BFBA-B907E5B0BA7A}" srcOrd="0" destOrd="0" presId="urn:microsoft.com/office/officeart/2018/5/layout/IconCircleLabelList"/>
    <dgm:cxn modelId="{053235C2-946E-4606-9A40-EB06DA24B622}" type="presParOf" srcId="{300D1F98-4F5F-44AC-9075-27B6DD8F6C62}" destId="{F9B97A02-EB14-49A9-9528-C4313C615327}" srcOrd="0" destOrd="0" presId="urn:microsoft.com/office/officeart/2018/5/layout/IconCircleLabelList"/>
    <dgm:cxn modelId="{63C1FCDB-CD33-49CC-8DAB-E182BB89E230}" type="presParOf" srcId="{F9B97A02-EB14-49A9-9528-C4313C615327}" destId="{4FFB963C-4043-4A97-8172-906F351DBD73}" srcOrd="0" destOrd="0" presId="urn:microsoft.com/office/officeart/2018/5/layout/IconCircleLabelList"/>
    <dgm:cxn modelId="{B1285C83-6FBA-40A9-810C-ADFC5785639A}" type="presParOf" srcId="{F9B97A02-EB14-49A9-9528-C4313C615327}" destId="{98BA7CAB-2914-4F7C-82CD-4C01BC57DEE7}" srcOrd="1" destOrd="0" presId="urn:microsoft.com/office/officeart/2018/5/layout/IconCircleLabelList"/>
    <dgm:cxn modelId="{9E08FEE4-E253-46C0-81BF-B971EBCD0123}" type="presParOf" srcId="{F9B97A02-EB14-49A9-9528-C4313C615327}" destId="{B1041074-3531-450A-9116-58EE227F352C}" srcOrd="2" destOrd="0" presId="urn:microsoft.com/office/officeart/2018/5/layout/IconCircleLabelList"/>
    <dgm:cxn modelId="{0710D454-575F-4023-A6BD-BA2EEA3115CD}" type="presParOf" srcId="{F9B97A02-EB14-49A9-9528-C4313C615327}" destId="{A18FEFFD-2FFD-4F1D-BFBA-B907E5B0BA7A}" srcOrd="3" destOrd="0" presId="urn:microsoft.com/office/officeart/2018/5/layout/IconCircleLabelList"/>
    <dgm:cxn modelId="{E8C80EA6-2F44-4FB2-AE47-06CA9BFE4A25}" type="presParOf" srcId="{300D1F98-4F5F-44AC-9075-27B6DD8F6C62}" destId="{C974F83E-5FC6-42A8-AA51-7F9875EAAA6F}" srcOrd="1" destOrd="0" presId="urn:microsoft.com/office/officeart/2018/5/layout/IconCircleLabelList"/>
    <dgm:cxn modelId="{D3A75588-E04A-4471-98B7-90D70023D497}" type="presParOf" srcId="{300D1F98-4F5F-44AC-9075-27B6DD8F6C62}" destId="{FF20CB47-32DE-46F7-B5F7-B556A67AE142}" srcOrd="2" destOrd="0" presId="urn:microsoft.com/office/officeart/2018/5/layout/IconCircleLabelList"/>
    <dgm:cxn modelId="{C0773D4C-17C4-4852-8ABD-1AD4F1C2F62C}" type="presParOf" srcId="{FF20CB47-32DE-46F7-B5F7-B556A67AE142}" destId="{81A852CA-585E-4B63-BE86-68E7381D78DF}" srcOrd="0" destOrd="0" presId="urn:microsoft.com/office/officeart/2018/5/layout/IconCircleLabelList"/>
    <dgm:cxn modelId="{5D506DC0-6A6B-4232-9965-E63D262000F8}" type="presParOf" srcId="{FF20CB47-32DE-46F7-B5F7-B556A67AE142}" destId="{C39CAFDC-E674-4B5F-9F39-7D9253C6EDB4}" srcOrd="1" destOrd="0" presId="urn:microsoft.com/office/officeart/2018/5/layout/IconCircleLabelList"/>
    <dgm:cxn modelId="{CC826609-B84D-4F6B-B772-38451F635ADB}" type="presParOf" srcId="{FF20CB47-32DE-46F7-B5F7-B556A67AE142}" destId="{C8661F5E-D827-4FCE-A872-7FD829E0BD11}" srcOrd="2" destOrd="0" presId="urn:microsoft.com/office/officeart/2018/5/layout/IconCircleLabelList"/>
    <dgm:cxn modelId="{13DBC247-7866-4B5B-A402-D168C3903D61}" type="presParOf" srcId="{FF20CB47-32DE-46F7-B5F7-B556A67AE142}" destId="{C3D006E4-6898-4996-8277-703B1C5F87C5}" srcOrd="3" destOrd="0" presId="urn:microsoft.com/office/officeart/2018/5/layout/IconCircleLabelList"/>
    <dgm:cxn modelId="{017E3CF2-BD18-45FD-B903-714E24710660}" type="presParOf" srcId="{300D1F98-4F5F-44AC-9075-27B6DD8F6C62}" destId="{083E0422-C6EB-4B36-88A3-C838D66A3449}" srcOrd="3" destOrd="0" presId="urn:microsoft.com/office/officeart/2018/5/layout/IconCircleLabelList"/>
    <dgm:cxn modelId="{83BF8998-A025-4E22-B8DD-1651BA6EB0A9}" type="presParOf" srcId="{300D1F98-4F5F-44AC-9075-27B6DD8F6C62}" destId="{044C3927-3B7C-492B-B5B0-EAC9481FAB1A}" srcOrd="4" destOrd="0" presId="urn:microsoft.com/office/officeart/2018/5/layout/IconCircleLabelList"/>
    <dgm:cxn modelId="{7BF8FA87-EC09-446C-B544-52D81E13CD5B}" type="presParOf" srcId="{044C3927-3B7C-492B-B5B0-EAC9481FAB1A}" destId="{F6EB5393-4DB6-492C-B3D1-78320C33BA36}" srcOrd="0" destOrd="0" presId="urn:microsoft.com/office/officeart/2018/5/layout/IconCircleLabelList"/>
    <dgm:cxn modelId="{03F24469-E35A-4820-BF25-F792720BAC4D}" type="presParOf" srcId="{044C3927-3B7C-492B-B5B0-EAC9481FAB1A}" destId="{746421CD-23D0-4919-97B5-665068E2D531}" srcOrd="1" destOrd="0" presId="urn:microsoft.com/office/officeart/2018/5/layout/IconCircleLabelList"/>
    <dgm:cxn modelId="{453EC379-72D0-4CB2-9DA0-0A5154156887}" type="presParOf" srcId="{044C3927-3B7C-492B-B5B0-EAC9481FAB1A}" destId="{FCF21E56-6457-4328-A598-A86F97660014}" srcOrd="2" destOrd="0" presId="urn:microsoft.com/office/officeart/2018/5/layout/IconCircleLabelList"/>
    <dgm:cxn modelId="{B71E9CE3-C5D9-474A-8496-ED8024E51CFB}" type="presParOf" srcId="{044C3927-3B7C-492B-B5B0-EAC9481FAB1A}" destId="{E95D61BE-2194-4D41-BB85-B523E8E24D4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A539B50-584B-1B47-9ECD-9CC703196C76}" type="doc">
      <dgm:prSet loTypeId="urn:microsoft.com/office/officeart/2009/3/layout/PhasedProces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2712C4C-1B08-F949-B106-5EF0AA52CD99}">
      <dgm:prSet phldrT="[Text]"/>
      <dgm:spPr/>
      <dgm:t>
        <a:bodyPr/>
        <a:lstStyle/>
        <a:p>
          <a:r>
            <a:rPr lang="en-GB" dirty="0"/>
            <a:t>IDE</a:t>
          </a:r>
        </a:p>
      </dgm:t>
    </dgm:pt>
    <dgm:pt modelId="{E475DBB7-1FCC-7345-9069-F3BBCFA9A612}" type="parTrans" cxnId="{E7EB460B-5E30-8149-A549-E2F8C3C8240D}">
      <dgm:prSet/>
      <dgm:spPr/>
      <dgm:t>
        <a:bodyPr/>
        <a:lstStyle/>
        <a:p>
          <a:endParaRPr lang="en-GB"/>
        </a:p>
      </dgm:t>
    </dgm:pt>
    <dgm:pt modelId="{4BEDB648-BAD6-3943-932A-8F67C1C4D4AC}" type="sibTrans" cxnId="{E7EB460B-5E30-8149-A549-E2F8C3C8240D}">
      <dgm:prSet/>
      <dgm:spPr/>
      <dgm:t>
        <a:bodyPr/>
        <a:lstStyle/>
        <a:p>
          <a:endParaRPr lang="en-GB"/>
        </a:p>
      </dgm:t>
    </dgm:pt>
    <dgm:pt modelId="{2D38B11D-8E58-BD4E-A7D5-E79E42570099}">
      <dgm:prSet phldrT="[Text]"/>
      <dgm:spPr/>
      <dgm:t>
        <a:bodyPr/>
        <a:lstStyle/>
        <a:p>
          <a:r>
            <a:rPr lang="en-GB" dirty="0"/>
            <a:t>Visual Studio</a:t>
          </a:r>
        </a:p>
      </dgm:t>
    </dgm:pt>
    <dgm:pt modelId="{5573EE22-C1D1-DC44-9735-D7C8B6D7B902}" type="parTrans" cxnId="{41A539CA-CA29-4048-853A-F213425E1463}">
      <dgm:prSet/>
      <dgm:spPr/>
      <dgm:t>
        <a:bodyPr/>
        <a:lstStyle/>
        <a:p>
          <a:endParaRPr lang="en-GB"/>
        </a:p>
      </dgm:t>
    </dgm:pt>
    <dgm:pt modelId="{992CC09B-22D1-7443-960D-82481F44724E}" type="sibTrans" cxnId="{41A539CA-CA29-4048-853A-F213425E1463}">
      <dgm:prSet/>
      <dgm:spPr/>
      <dgm:t>
        <a:bodyPr/>
        <a:lstStyle/>
        <a:p>
          <a:endParaRPr lang="en-GB"/>
        </a:p>
      </dgm:t>
    </dgm:pt>
    <dgm:pt modelId="{47AC5EA5-3580-DA4C-8A2D-EBA8AEB9D00B}">
      <dgm:prSet phldrT="[Text]"/>
      <dgm:spPr/>
      <dgm:t>
        <a:bodyPr/>
        <a:lstStyle/>
        <a:p>
          <a:r>
            <a:rPr lang="en-GB" dirty="0"/>
            <a:t>Software Repository</a:t>
          </a:r>
        </a:p>
      </dgm:t>
    </dgm:pt>
    <dgm:pt modelId="{39E29ED6-BC35-9444-BCEE-CE6EEF138D96}" type="parTrans" cxnId="{2382B75E-BB8A-BF4C-AA73-4373FC3AC23B}">
      <dgm:prSet/>
      <dgm:spPr/>
      <dgm:t>
        <a:bodyPr/>
        <a:lstStyle/>
        <a:p>
          <a:endParaRPr lang="en-GB"/>
        </a:p>
      </dgm:t>
    </dgm:pt>
    <dgm:pt modelId="{62EC8E90-5541-FD42-9F0B-1D438B09BE54}" type="sibTrans" cxnId="{2382B75E-BB8A-BF4C-AA73-4373FC3AC23B}">
      <dgm:prSet/>
      <dgm:spPr/>
      <dgm:t>
        <a:bodyPr/>
        <a:lstStyle/>
        <a:p>
          <a:endParaRPr lang="en-GB"/>
        </a:p>
      </dgm:t>
    </dgm:pt>
    <dgm:pt modelId="{694397F7-00FB-8C4C-9554-11234E5DBDEE}">
      <dgm:prSet phldrT="[Text]"/>
      <dgm:spPr/>
      <dgm:t>
        <a:bodyPr/>
        <a:lstStyle/>
        <a:p>
          <a:r>
            <a:rPr lang="en-GB" dirty="0"/>
            <a:t>GIT</a:t>
          </a:r>
        </a:p>
        <a:p>
          <a:r>
            <a:rPr lang="en-GB" dirty="0"/>
            <a:t>(version control)</a:t>
          </a:r>
        </a:p>
      </dgm:t>
    </dgm:pt>
    <dgm:pt modelId="{A13425C9-C91F-8249-8AF2-2C6429463AB0}" type="parTrans" cxnId="{B588AC23-7FF7-AD49-8CEA-1515CF648B2F}">
      <dgm:prSet/>
      <dgm:spPr/>
      <dgm:t>
        <a:bodyPr/>
        <a:lstStyle/>
        <a:p>
          <a:endParaRPr lang="en-GB"/>
        </a:p>
      </dgm:t>
    </dgm:pt>
    <dgm:pt modelId="{58614F39-DCC3-0F40-B173-B77AFD480C8A}" type="sibTrans" cxnId="{B588AC23-7FF7-AD49-8CEA-1515CF648B2F}">
      <dgm:prSet/>
      <dgm:spPr/>
      <dgm:t>
        <a:bodyPr/>
        <a:lstStyle/>
        <a:p>
          <a:endParaRPr lang="en-GB"/>
        </a:p>
      </dgm:t>
    </dgm:pt>
    <dgm:pt modelId="{0D58C9B7-D0E1-084B-BEEC-EB8347B4E9A5}">
      <dgm:prSet phldrT="[Text]"/>
      <dgm:spPr/>
      <dgm:t>
        <a:bodyPr/>
        <a:lstStyle/>
        <a:p>
          <a:endParaRPr lang="en-GB" dirty="0"/>
        </a:p>
      </dgm:t>
    </dgm:pt>
    <dgm:pt modelId="{BD605738-3122-9E4E-B5F7-581B8D75073B}" type="parTrans" cxnId="{F3F4A017-081A-574E-BFF8-81DBD1B2B47B}">
      <dgm:prSet/>
      <dgm:spPr/>
      <dgm:t>
        <a:bodyPr/>
        <a:lstStyle/>
        <a:p>
          <a:endParaRPr lang="en-GB"/>
        </a:p>
      </dgm:t>
    </dgm:pt>
    <dgm:pt modelId="{97FBEC6F-39FC-4549-8135-F01BA25AEB08}" type="sibTrans" cxnId="{F3F4A017-081A-574E-BFF8-81DBD1B2B47B}">
      <dgm:prSet/>
      <dgm:spPr/>
      <dgm:t>
        <a:bodyPr/>
        <a:lstStyle/>
        <a:p>
          <a:endParaRPr lang="en-GB"/>
        </a:p>
      </dgm:t>
    </dgm:pt>
    <dgm:pt modelId="{2F9B9D00-A079-B743-B54E-B3D2F13B9387}">
      <dgm:prSet phldrT="[Text]"/>
      <dgm:spPr/>
      <dgm:t>
        <a:bodyPr/>
        <a:lstStyle/>
        <a:p>
          <a:r>
            <a:rPr lang="en-GB" dirty="0"/>
            <a:t>Software Archive </a:t>
          </a:r>
        </a:p>
      </dgm:t>
    </dgm:pt>
    <dgm:pt modelId="{3605E6EF-F791-3B4E-86D5-27395459333D}" type="parTrans" cxnId="{F7492466-0705-1442-BBD9-C5156CAD679D}">
      <dgm:prSet/>
      <dgm:spPr/>
      <dgm:t>
        <a:bodyPr/>
        <a:lstStyle/>
        <a:p>
          <a:endParaRPr lang="en-GB"/>
        </a:p>
      </dgm:t>
    </dgm:pt>
    <dgm:pt modelId="{B584A009-55A8-AE41-BC13-CC0FE2E5F952}" type="sibTrans" cxnId="{F7492466-0705-1442-BBD9-C5156CAD679D}">
      <dgm:prSet/>
      <dgm:spPr/>
      <dgm:t>
        <a:bodyPr/>
        <a:lstStyle/>
        <a:p>
          <a:endParaRPr lang="en-GB"/>
        </a:p>
      </dgm:t>
    </dgm:pt>
    <dgm:pt modelId="{3D09B5F0-637E-074A-8A9A-7A4C44F97DA2}" type="pres">
      <dgm:prSet presAssocID="{AA539B50-584B-1B47-9ECD-9CC703196C76}" presName="Name0" presStyleCnt="0">
        <dgm:presLayoutVars>
          <dgm:chMax val="3"/>
          <dgm:chPref val="3"/>
          <dgm:bulletEnabled val="1"/>
          <dgm:dir/>
          <dgm:animLvl val="lvl"/>
        </dgm:presLayoutVars>
      </dgm:prSet>
      <dgm:spPr/>
    </dgm:pt>
    <dgm:pt modelId="{439168D7-281A-A340-8644-D7F2063D1391}" type="pres">
      <dgm:prSet presAssocID="{AA539B50-584B-1B47-9ECD-9CC703196C76}" presName="arc1" presStyleLbl="node1" presStyleIdx="0" presStyleCnt="4"/>
      <dgm:spPr/>
    </dgm:pt>
    <dgm:pt modelId="{D0785F11-B282-F34C-934F-12211D0334A6}" type="pres">
      <dgm:prSet presAssocID="{AA539B50-584B-1B47-9ECD-9CC703196C76}" presName="arc3" presStyleLbl="node1" presStyleIdx="1" presStyleCnt="4"/>
      <dgm:spPr/>
    </dgm:pt>
    <dgm:pt modelId="{1E1B0F0A-49F0-5E46-B2B2-9E8CDB2C5C27}" type="pres">
      <dgm:prSet presAssocID="{AA539B50-584B-1B47-9ECD-9CC703196C76}" presName="parentText2" presStyleLbl="revTx" presStyleIdx="0" presStyleCnt="3">
        <dgm:presLayoutVars>
          <dgm:chMax val="4"/>
          <dgm:chPref val="3"/>
          <dgm:bulletEnabled val="1"/>
        </dgm:presLayoutVars>
      </dgm:prSet>
      <dgm:spPr/>
    </dgm:pt>
    <dgm:pt modelId="{E2AE2867-A9AD-4941-AD85-045A88DB82E4}" type="pres">
      <dgm:prSet presAssocID="{AA539B50-584B-1B47-9ECD-9CC703196C76}" presName="arc2" presStyleLbl="node1" presStyleIdx="2" presStyleCnt="4"/>
      <dgm:spPr/>
    </dgm:pt>
    <dgm:pt modelId="{90D910A8-B3DD-BD46-B96E-E45A8065A0D7}" type="pres">
      <dgm:prSet presAssocID="{AA539B50-584B-1B47-9ECD-9CC703196C76}" presName="arc4" presStyleLbl="node1" presStyleIdx="3" presStyleCnt="4"/>
      <dgm:spPr/>
    </dgm:pt>
    <dgm:pt modelId="{8397021D-838B-0247-BCE6-83472B41AC2A}" type="pres">
      <dgm:prSet presAssocID="{AA539B50-584B-1B47-9ECD-9CC703196C76}" presName="parentText3" presStyleLbl="revTx" presStyleIdx="1" presStyleCnt="3" custLinFactNeighborX="21443">
        <dgm:presLayoutVars>
          <dgm:chMax val="1"/>
          <dgm:chPref val="1"/>
          <dgm:bulletEnabled val="1"/>
        </dgm:presLayoutVars>
      </dgm:prSet>
      <dgm:spPr/>
    </dgm:pt>
    <dgm:pt modelId="{195FAE4E-C6DA-074F-B056-FCAEEA1F47B4}" type="pres">
      <dgm:prSet presAssocID="{AA539B50-584B-1B47-9ECD-9CC703196C76}" presName="middleComposite" presStyleCnt="0"/>
      <dgm:spPr/>
    </dgm:pt>
    <dgm:pt modelId="{6D559316-A20C-754C-8BDD-12B583973ED7}" type="pres">
      <dgm:prSet presAssocID="{694397F7-00FB-8C4C-9554-11234E5DBDEE}" presName="circ1" presStyleLbl="vennNode1" presStyleIdx="0" presStyleCnt="4"/>
      <dgm:spPr/>
    </dgm:pt>
    <dgm:pt modelId="{8D14A42E-2764-CA49-BD24-366EF4DE0EA0}" type="pres">
      <dgm:prSet presAssocID="{694397F7-00FB-8C4C-9554-11234E5DBDEE}" presName="circ1Tx" presStyleLbl="revTx" presStyleIdx="1" presStyleCnt="3">
        <dgm:presLayoutVars>
          <dgm:chMax val="0"/>
          <dgm:chPref val="0"/>
        </dgm:presLayoutVars>
      </dgm:prSet>
      <dgm:spPr/>
    </dgm:pt>
    <dgm:pt modelId="{103FCCCA-188B-C849-A1F8-A229398827B3}" type="pres">
      <dgm:prSet presAssocID="{AA539B50-584B-1B47-9ECD-9CC703196C76}" presName="leftComposite" presStyleCnt="0"/>
      <dgm:spPr/>
    </dgm:pt>
    <dgm:pt modelId="{F10FE1E1-BDE8-F943-93E4-765D69518565}" type="pres">
      <dgm:prSet presAssocID="{2D38B11D-8E58-BD4E-A7D5-E79E42570099}" presName="childText1_1" presStyleLbl="vennNode1" presStyleIdx="1" presStyleCnt="4">
        <dgm:presLayoutVars>
          <dgm:chMax val="0"/>
          <dgm:chPref val="0"/>
        </dgm:presLayoutVars>
      </dgm:prSet>
      <dgm:spPr/>
    </dgm:pt>
    <dgm:pt modelId="{97C14B40-143B-F04C-97A1-02FCC0352D42}" type="pres">
      <dgm:prSet presAssocID="{2D38B11D-8E58-BD4E-A7D5-E79E42570099}" presName="ellipse1" presStyleLbl="vennNode1" presStyleIdx="2" presStyleCnt="4"/>
      <dgm:spPr/>
    </dgm:pt>
    <dgm:pt modelId="{B09569C2-0104-6E45-AD29-89277E42B0C6}" type="pres">
      <dgm:prSet presAssocID="{2D38B11D-8E58-BD4E-A7D5-E79E42570099}" presName="ellipse2" presStyleLbl="vennNode1" presStyleIdx="3" presStyleCnt="4"/>
      <dgm:spPr/>
    </dgm:pt>
    <dgm:pt modelId="{E757FC11-8605-FE4E-8895-346D95891CC9}" type="pres">
      <dgm:prSet presAssocID="{AA539B50-584B-1B47-9ECD-9CC703196C76}" presName="parentText1" presStyleLbl="revTx" presStyleIdx="2" presStyleCnt="3">
        <dgm:presLayoutVars>
          <dgm:chMax val="4"/>
          <dgm:chPref val="3"/>
          <dgm:bulletEnabled val="1"/>
        </dgm:presLayoutVars>
      </dgm:prSet>
      <dgm:spPr/>
    </dgm:pt>
  </dgm:ptLst>
  <dgm:cxnLst>
    <dgm:cxn modelId="{E7EB460B-5E30-8149-A549-E2F8C3C8240D}" srcId="{AA539B50-584B-1B47-9ECD-9CC703196C76}" destId="{92712C4C-1B08-F949-B106-5EF0AA52CD99}" srcOrd="0" destOrd="0" parTransId="{E475DBB7-1FCC-7345-9069-F3BBCFA9A612}" sibTransId="{4BEDB648-BAD6-3943-932A-8F67C1C4D4AC}"/>
    <dgm:cxn modelId="{E1AE3D0C-D402-324F-9AA5-CF6B1FB04809}" type="presOf" srcId="{694397F7-00FB-8C4C-9554-11234E5DBDEE}" destId="{6D559316-A20C-754C-8BDD-12B583973ED7}" srcOrd="0" destOrd="0" presId="urn:microsoft.com/office/officeart/2009/3/layout/PhasedProcess"/>
    <dgm:cxn modelId="{F3F4A017-081A-574E-BFF8-81DBD1B2B47B}" srcId="{AA539B50-584B-1B47-9ECD-9CC703196C76}" destId="{0D58C9B7-D0E1-084B-BEEC-EB8347B4E9A5}" srcOrd="3" destOrd="0" parTransId="{BD605738-3122-9E4E-B5F7-581B8D75073B}" sibTransId="{97FBEC6F-39FC-4549-8135-F01BA25AEB08}"/>
    <dgm:cxn modelId="{B588AC23-7FF7-AD49-8CEA-1515CF648B2F}" srcId="{47AC5EA5-3580-DA4C-8A2D-EBA8AEB9D00B}" destId="{694397F7-00FB-8C4C-9554-11234E5DBDEE}" srcOrd="0" destOrd="0" parTransId="{A13425C9-C91F-8249-8AF2-2C6429463AB0}" sibTransId="{58614F39-DCC3-0F40-B173-B77AFD480C8A}"/>
    <dgm:cxn modelId="{A9898B3D-678C-3442-B941-354D3477D690}" type="presOf" srcId="{2F9B9D00-A079-B743-B54E-B3D2F13B9387}" destId="{8397021D-838B-0247-BCE6-83472B41AC2A}" srcOrd="0" destOrd="0" presId="urn:microsoft.com/office/officeart/2009/3/layout/PhasedProcess"/>
    <dgm:cxn modelId="{2382B75E-BB8A-BF4C-AA73-4373FC3AC23B}" srcId="{AA539B50-584B-1B47-9ECD-9CC703196C76}" destId="{47AC5EA5-3580-DA4C-8A2D-EBA8AEB9D00B}" srcOrd="1" destOrd="0" parTransId="{39E29ED6-BC35-9444-BCEE-CE6EEF138D96}" sibTransId="{62EC8E90-5541-FD42-9F0B-1D438B09BE54}"/>
    <dgm:cxn modelId="{E73B4662-83A9-DC4D-8FD4-62D07053658C}" type="presOf" srcId="{AA539B50-584B-1B47-9ECD-9CC703196C76}" destId="{3D09B5F0-637E-074A-8A9A-7A4C44F97DA2}" srcOrd="0" destOrd="0" presId="urn:microsoft.com/office/officeart/2009/3/layout/PhasedProcess"/>
    <dgm:cxn modelId="{F7492466-0705-1442-BBD9-C5156CAD679D}" srcId="{AA539B50-584B-1B47-9ECD-9CC703196C76}" destId="{2F9B9D00-A079-B743-B54E-B3D2F13B9387}" srcOrd="2" destOrd="0" parTransId="{3605E6EF-F791-3B4E-86D5-27395459333D}" sibTransId="{B584A009-55A8-AE41-BC13-CC0FE2E5F952}"/>
    <dgm:cxn modelId="{31EF927C-9F29-F24C-A046-C918E58CDB2E}" type="presOf" srcId="{2D38B11D-8E58-BD4E-A7D5-E79E42570099}" destId="{F10FE1E1-BDE8-F943-93E4-765D69518565}" srcOrd="0" destOrd="0" presId="urn:microsoft.com/office/officeart/2009/3/layout/PhasedProcess"/>
    <dgm:cxn modelId="{7A40C5B3-9581-4448-B7E3-7D01411E976B}" type="presOf" srcId="{92712C4C-1B08-F949-B106-5EF0AA52CD99}" destId="{E757FC11-8605-FE4E-8895-346D95891CC9}" srcOrd="0" destOrd="0" presId="urn:microsoft.com/office/officeart/2009/3/layout/PhasedProcess"/>
    <dgm:cxn modelId="{01EE89BA-9397-DA40-9CB8-EDFE3CBF71F1}" type="presOf" srcId="{47AC5EA5-3580-DA4C-8A2D-EBA8AEB9D00B}" destId="{1E1B0F0A-49F0-5E46-B2B2-9E8CDB2C5C27}" srcOrd="0" destOrd="0" presId="urn:microsoft.com/office/officeart/2009/3/layout/PhasedProcess"/>
    <dgm:cxn modelId="{41A539CA-CA29-4048-853A-F213425E1463}" srcId="{92712C4C-1B08-F949-B106-5EF0AA52CD99}" destId="{2D38B11D-8E58-BD4E-A7D5-E79E42570099}" srcOrd="0" destOrd="0" parTransId="{5573EE22-C1D1-DC44-9735-D7C8B6D7B902}" sibTransId="{992CC09B-22D1-7443-960D-82481F44724E}"/>
    <dgm:cxn modelId="{327BA9EA-06CD-2543-B807-9A20766CB651}" type="presOf" srcId="{694397F7-00FB-8C4C-9554-11234E5DBDEE}" destId="{8D14A42E-2764-CA49-BD24-366EF4DE0EA0}" srcOrd="1" destOrd="0" presId="urn:microsoft.com/office/officeart/2009/3/layout/PhasedProcess"/>
    <dgm:cxn modelId="{DC2EDE06-B4D8-FB4E-99F1-5F9645B03DAD}" type="presParOf" srcId="{3D09B5F0-637E-074A-8A9A-7A4C44F97DA2}" destId="{439168D7-281A-A340-8644-D7F2063D1391}" srcOrd="0" destOrd="0" presId="urn:microsoft.com/office/officeart/2009/3/layout/PhasedProcess"/>
    <dgm:cxn modelId="{3B103ECA-3A4D-8D44-AA7B-3AE4B023228A}" type="presParOf" srcId="{3D09B5F0-637E-074A-8A9A-7A4C44F97DA2}" destId="{D0785F11-B282-F34C-934F-12211D0334A6}" srcOrd="1" destOrd="0" presId="urn:microsoft.com/office/officeart/2009/3/layout/PhasedProcess"/>
    <dgm:cxn modelId="{BAC33059-A36A-E849-BDCB-857FD1A12A57}" type="presParOf" srcId="{3D09B5F0-637E-074A-8A9A-7A4C44F97DA2}" destId="{1E1B0F0A-49F0-5E46-B2B2-9E8CDB2C5C27}" srcOrd="2" destOrd="0" presId="urn:microsoft.com/office/officeart/2009/3/layout/PhasedProcess"/>
    <dgm:cxn modelId="{DEDFC2D2-239D-7741-BF78-EC57C8D5476F}" type="presParOf" srcId="{3D09B5F0-637E-074A-8A9A-7A4C44F97DA2}" destId="{E2AE2867-A9AD-4941-AD85-045A88DB82E4}" srcOrd="3" destOrd="0" presId="urn:microsoft.com/office/officeart/2009/3/layout/PhasedProcess"/>
    <dgm:cxn modelId="{ECCE541A-3CE1-2D4B-B6CD-427E680FAF7A}" type="presParOf" srcId="{3D09B5F0-637E-074A-8A9A-7A4C44F97DA2}" destId="{90D910A8-B3DD-BD46-B96E-E45A8065A0D7}" srcOrd="4" destOrd="0" presId="urn:microsoft.com/office/officeart/2009/3/layout/PhasedProcess"/>
    <dgm:cxn modelId="{F86A0242-0539-2A4E-8326-B83E9E8FBEEF}" type="presParOf" srcId="{3D09B5F0-637E-074A-8A9A-7A4C44F97DA2}" destId="{8397021D-838B-0247-BCE6-83472B41AC2A}" srcOrd="5" destOrd="0" presId="urn:microsoft.com/office/officeart/2009/3/layout/PhasedProcess"/>
    <dgm:cxn modelId="{3B6311E8-E193-5845-8131-E92B962B172B}" type="presParOf" srcId="{3D09B5F0-637E-074A-8A9A-7A4C44F97DA2}" destId="{195FAE4E-C6DA-074F-B056-FCAEEA1F47B4}" srcOrd="6" destOrd="0" presId="urn:microsoft.com/office/officeart/2009/3/layout/PhasedProcess"/>
    <dgm:cxn modelId="{2D20CA59-51E0-004C-867C-B84AAB3DBEE9}" type="presParOf" srcId="{195FAE4E-C6DA-074F-B056-FCAEEA1F47B4}" destId="{6D559316-A20C-754C-8BDD-12B583973ED7}" srcOrd="0" destOrd="0" presId="urn:microsoft.com/office/officeart/2009/3/layout/PhasedProcess"/>
    <dgm:cxn modelId="{8CB4D69F-D4EA-AC44-ACC2-B5542FBCFBE4}" type="presParOf" srcId="{195FAE4E-C6DA-074F-B056-FCAEEA1F47B4}" destId="{8D14A42E-2764-CA49-BD24-366EF4DE0EA0}" srcOrd="1" destOrd="0" presId="urn:microsoft.com/office/officeart/2009/3/layout/PhasedProcess"/>
    <dgm:cxn modelId="{CEA9DD23-8FE8-C94D-B9AA-3D69BB5F45DC}" type="presParOf" srcId="{3D09B5F0-637E-074A-8A9A-7A4C44F97DA2}" destId="{103FCCCA-188B-C849-A1F8-A229398827B3}" srcOrd="7" destOrd="0" presId="urn:microsoft.com/office/officeart/2009/3/layout/PhasedProcess"/>
    <dgm:cxn modelId="{DB3352E5-6F7B-9D4A-BBA8-96E75E895619}" type="presParOf" srcId="{103FCCCA-188B-C849-A1F8-A229398827B3}" destId="{F10FE1E1-BDE8-F943-93E4-765D69518565}" srcOrd="0" destOrd="0" presId="urn:microsoft.com/office/officeart/2009/3/layout/PhasedProcess"/>
    <dgm:cxn modelId="{60F8B18E-4401-EA40-95BC-F2CD16E03F28}" type="presParOf" srcId="{103FCCCA-188B-C849-A1F8-A229398827B3}" destId="{97C14B40-143B-F04C-97A1-02FCC0352D42}" srcOrd="1" destOrd="0" presId="urn:microsoft.com/office/officeart/2009/3/layout/PhasedProcess"/>
    <dgm:cxn modelId="{D666A51B-3CE9-754E-ACC3-2E5332099FC8}" type="presParOf" srcId="{103FCCCA-188B-C849-A1F8-A229398827B3}" destId="{B09569C2-0104-6E45-AD29-89277E42B0C6}" srcOrd="2" destOrd="0" presId="urn:microsoft.com/office/officeart/2009/3/layout/PhasedProcess"/>
    <dgm:cxn modelId="{50F0371B-4E45-DF45-83D8-7B7D53CFAF7A}" type="presParOf" srcId="{3D09B5F0-637E-074A-8A9A-7A4C44F97DA2}" destId="{E757FC11-8605-FE4E-8895-346D95891CC9}" srcOrd="8" destOrd="0" presId="urn:microsoft.com/office/officeart/2009/3/layout/Phased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A4CAE55-AEA0-4E3B-9D6A-212246E465A5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6E71C9F-209C-4B82-A6D0-C82FF543F5DC}">
      <dgm:prSet/>
      <dgm:spPr/>
      <dgm:t>
        <a:bodyPr/>
        <a:lstStyle/>
        <a:p>
          <a:r>
            <a:rPr lang="en-US"/>
            <a:t>Project registry</a:t>
          </a:r>
        </a:p>
      </dgm:t>
    </dgm:pt>
    <dgm:pt modelId="{31A77D73-CF74-4B50-B3A8-2F8190F8A705}" type="parTrans" cxnId="{A277FDDC-06DE-48D3-AFB2-6C11F73AC737}">
      <dgm:prSet/>
      <dgm:spPr/>
      <dgm:t>
        <a:bodyPr/>
        <a:lstStyle/>
        <a:p>
          <a:endParaRPr lang="en-US"/>
        </a:p>
      </dgm:t>
    </dgm:pt>
    <dgm:pt modelId="{A8923156-C341-4BC5-BEA9-5C2A445AF4D0}" type="sibTrans" cxnId="{A277FDDC-06DE-48D3-AFB2-6C11F73AC737}">
      <dgm:prSet/>
      <dgm:spPr/>
      <dgm:t>
        <a:bodyPr/>
        <a:lstStyle/>
        <a:p>
          <a:endParaRPr lang="en-US"/>
        </a:p>
      </dgm:t>
    </dgm:pt>
    <dgm:pt modelId="{E86C0326-575F-4435-A8D9-2545E9C0047C}">
      <dgm:prSet custT="1"/>
      <dgm:spPr/>
      <dgm:t>
        <a:bodyPr/>
        <a:lstStyle/>
        <a:p>
          <a:r>
            <a:rPr lang="en-GB" sz="2000" dirty="0"/>
            <a:t>Create and update a Project Registry in conjunction with preserving outputs in the form of a spreadsheet or other type of list. </a:t>
          </a:r>
          <a:endParaRPr lang="en-US" sz="2000" dirty="0"/>
        </a:p>
      </dgm:t>
    </dgm:pt>
    <dgm:pt modelId="{DB64DE0F-B945-4B30-ABDF-C6DAA3D9692C}" type="parTrans" cxnId="{6AB07F2F-E5DC-43DF-A5B7-B503BDD8B189}">
      <dgm:prSet/>
      <dgm:spPr/>
      <dgm:t>
        <a:bodyPr/>
        <a:lstStyle/>
        <a:p>
          <a:endParaRPr lang="en-US"/>
        </a:p>
      </dgm:t>
    </dgm:pt>
    <dgm:pt modelId="{831581E4-7D66-439F-B07F-1A5FC2E0D500}" type="sibTrans" cxnId="{6AB07F2F-E5DC-43DF-A5B7-B503BDD8B189}">
      <dgm:prSet/>
      <dgm:spPr/>
      <dgm:t>
        <a:bodyPr/>
        <a:lstStyle/>
        <a:p>
          <a:endParaRPr lang="en-US"/>
        </a:p>
      </dgm:t>
    </dgm:pt>
    <dgm:pt modelId="{E719031C-7D76-4A7E-A801-D8858BE75678}">
      <dgm:prSet custT="1"/>
      <dgm:spPr/>
      <dgm:t>
        <a:bodyPr/>
        <a:lstStyle/>
        <a:p>
          <a:r>
            <a:rPr lang="en-GB" sz="2000" dirty="0"/>
            <a:t>Preserve the Project Registry as a project component. </a:t>
          </a:r>
          <a:endParaRPr lang="en-US" sz="2000" dirty="0"/>
        </a:p>
      </dgm:t>
    </dgm:pt>
    <dgm:pt modelId="{A14F5A8B-1C2B-49A9-A365-B3473098E2B0}" type="parTrans" cxnId="{0A9224A4-2DBB-4511-82A0-354A97E0952F}">
      <dgm:prSet/>
      <dgm:spPr/>
      <dgm:t>
        <a:bodyPr/>
        <a:lstStyle/>
        <a:p>
          <a:endParaRPr lang="en-US"/>
        </a:p>
      </dgm:t>
    </dgm:pt>
    <dgm:pt modelId="{B4BA2C4F-B4DD-45C0-9349-177B0B067A9A}" type="sibTrans" cxnId="{0A9224A4-2DBB-4511-82A0-354A97E0952F}">
      <dgm:prSet/>
      <dgm:spPr/>
      <dgm:t>
        <a:bodyPr/>
        <a:lstStyle/>
        <a:p>
          <a:endParaRPr lang="en-US"/>
        </a:p>
      </dgm:t>
    </dgm:pt>
    <dgm:pt modelId="{2D8EEF4D-63AF-4576-B308-4FA2965B8CDF}">
      <dgm:prSet custT="1"/>
      <dgm:spPr/>
      <dgm:t>
        <a:bodyPr/>
        <a:lstStyle/>
        <a:p>
          <a:r>
            <a:rPr lang="en-GB" sz="2000" dirty="0"/>
            <a:t>Include in each registry entry a description of the object, preferred citation, and the persistent identifier, and any other useful information supporting the project</a:t>
          </a:r>
          <a:endParaRPr lang="en-US" sz="2000" dirty="0"/>
        </a:p>
      </dgm:t>
    </dgm:pt>
    <dgm:pt modelId="{70EB43FC-F318-4658-9A99-BE54E25E3475}" type="parTrans" cxnId="{E57962AF-A75F-4152-AFE5-D5EE76AF62E8}">
      <dgm:prSet/>
      <dgm:spPr/>
      <dgm:t>
        <a:bodyPr/>
        <a:lstStyle/>
        <a:p>
          <a:endParaRPr lang="en-US"/>
        </a:p>
      </dgm:t>
    </dgm:pt>
    <dgm:pt modelId="{4F9F4AF1-BB94-48BB-949E-F2953482A9AE}" type="sibTrans" cxnId="{E57962AF-A75F-4152-AFE5-D5EE76AF62E8}">
      <dgm:prSet/>
      <dgm:spPr/>
      <dgm:t>
        <a:bodyPr/>
        <a:lstStyle/>
        <a:p>
          <a:endParaRPr lang="en-US"/>
        </a:p>
      </dgm:t>
    </dgm:pt>
    <dgm:pt modelId="{F9CECE05-8620-4839-B84B-CD09CA9A3936}">
      <dgm:prSet/>
      <dgm:spPr/>
      <dgm:t>
        <a:bodyPr/>
        <a:lstStyle/>
        <a:p>
          <a:r>
            <a:rPr lang="en-US"/>
            <a:t>Reference Management systems</a:t>
          </a:r>
        </a:p>
      </dgm:t>
    </dgm:pt>
    <dgm:pt modelId="{7E416B53-A93C-435C-A3EF-8406EDF2E9A1}" type="parTrans" cxnId="{9447EFB4-3CB1-448E-BA33-CF73889676CA}">
      <dgm:prSet/>
      <dgm:spPr/>
      <dgm:t>
        <a:bodyPr/>
        <a:lstStyle/>
        <a:p>
          <a:endParaRPr lang="en-US"/>
        </a:p>
      </dgm:t>
    </dgm:pt>
    <dgm:pt modelId="{0DEC9350-8DB1-472D-8BFC-D0042FCD6F52}" type="sibTrans" cxnId="{9447EFB4-3CB1-448E-BA33-CF73889676CA}">
      <dgm:prSet/>
      <dgm:spPr/>
      <dgm:t>
        <a:bodyPr/>
        <a:lstStyle/>
        <a:p>
          <a:endParaRPr lang="en-US"/>
        </a:p>
      </dgm:t>
    </dgm:pt>
    <dgm:pt modelId="{6D43FAF2-50EF-48E3-AB1B-AFADEDE41ACC}">
      <dgm:prSet/>
      <dgm:spPr/>
      <dgm:t>
        <a:bodyPr/>
        <a:lstStyle/>
        <a:p>
          <a:r>
            <a:rPr lang="en-US" dirty="0"/>
            <a:t>What do you use?</a:t>
          </a:r>
        </a:p>
      </dgm:t>
    </dgm:pt>
    <dgm:pt modelId="{368C6299-A03B-43C0-8DBA-C6678B0E2CFE}" type="parTrans" cxnId="{7AC2949C-C589-45D9-A651-30A32B760DE6}">
      <dgm:prSet/>
      <dgm:spPr/>
      <dgm:t>
        <a:bodyPr/>
        <a:lstStyle/>
        <a:p>
          <a:endParaRPr lang="en-US"/>
        </a:p>
      </dgm:t>
    </dgm:pt>
    <dgm:pt modelId="{98798305-8D65-4177-940E-7AF08EA192F9}" type="sibTrans" cxnId="{7AC2949C-C589-45D9-A651-30A32B760DE6}">
      <dgm:prSet/>
      <dgm:spPr/>
      <dgm:t>
        <a:bodyPr/>
        <a:lstStyle/>
        <a:p>
          <a:endParaRPr lang="en-US"/>
        </a:p>
      </dgm:t>
    </dgm:pt>
    <dgm:pt modelId="{00CAB32C-912D-4625-B98E-2A3FD25B99F6}">
      <dgm:prSet/>
      <dgm:spPr/>
      <dgm:t>
        <a:bodyPr/>
        <a:lstStyle/>
        <a:p>
          <a:r>
            <a:rPr lang="en-US" dirty="0" err="1"/>
            <a:t>zotero</a:t>
          </a:r>
          <a:r>
            <a:rPr lang="en-US" dirty="0"/>
            <a:t> demo</a:t>
          </a:r>
        </a:p>
      </dgm:t>
    </dgm:pt>
    <dgm:pt modelId="{8F93A019-A4B6-4755-BFB8-B0F641D5B4F5}" type="parTrans" cxnId="{86354F73-40E6-4BDB-BBF4-3925B4076255}">
      <dgm:prSet/>
      <dgm:spPr/>
      <dgm:t>
        <a:bodyPr/>
        <a:lstStyle/>
        <a:p>
          <a:endParaRPr lang="en-US"/>
        </a:p>
      </dgm:t>
    </dgm:pt>
    <dgm:pt modelId="{F1D64812-8DBE-4410-A285-82C9AEEE5365}" type="sibTrans" cxnId="{86354F73-40E6-4BDB-BBF4-3925B4076255}">
      <dgm:prSet/>
      <dgm:spPr/>
      <dgm:t>
        <a:bodyPr/>
        <a:lstStyle/>
        <a:p>
          <a:endParaRPr lang="en-US"/>
        </a:p>
      </dgm:t>
    </dgm:pt>
    <dgm:pt modelId="{444076D6-C578-494D-A6FE-11092910AD94}" type="pres">
      <dgm:prSet presAssocID="{EA4CAE55-AEA0-4E3B-9D6A-212246E465A5}" presName="Name0" presStyleCnt="0">
        <dgm:presLayoutVars>
          <dgm:dir/>
          <dgm:animLvl val="lvl"/>
          <dgm:resizeHandles val="exact"/>
        </dgm:presLayoutVars>
      </dgm:prSet>
      <dgm:spPr/>
    </dgm:pt>
    <dgm:pt modelId="{1525E8E5-F7D2-BB4F-9A56-C4BB119877A6}" type="pres">
      <dgm:prSet presAssocID="{06E71C9F-209C-4B82-A6D0-C82FF543F5DC}" presName="linNode" presStyleCnt="0"/>
      <dgm:spPr/>
    </dgm:pt>
    <dgm:pt modelId="{1E1D6BF3-7F35-E14D-BC4D-75B746AD252F}" type="pres">
      <dgm:prSet presAssocID="{06E71C9F-209C-4B82-A6D0-C82FF543F5DC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EC0638D1-A2AB-264D-B4D8-84DA5233F667}" type="pres">
      <dgm:prSet presAssocID="{06E71C9F-209C-4B82-A6D0-C82FF543F5DC}" presName="descendantText" presStyleLbl="alignAccFollowNode1" presStyleIdx="0" presStyleCnt="2">
        <dgm:presLayoutVars>
          <dgm:bulletEnabled val="1"/>
        </dgm:presLayoutVars>
      </dgm:prSet>
      <dgm:spPr/>
    </dgm:pt>
    <dgm:pt modelId="{E613B217-E8D5-FD49-9129-CD1C3A8B196C}" type="pres">
      <dgm:prSet presAssocID="{A8923156-C341-4BC5-BEA9-5C2A445AF4D0}" presName="sp" presStyleCnt="0"/>
      <dgm:spPr/>
    </dgm:pt>
    <dgm:pt modelId="{0DF8D952-F0F4-E749-8D78-CC274203D2A6}" type="pres">
      <dgm:prSet presAssocID="{F9CECE05-8620-4839-B84B-CD09CA9A3936}" presName="linNode" presStyleCnt="0"/>
      <dgm:spPr/>
    </dgm:pt>
    <dgm:pt modelId="{07485DD7-FD93-2A4F-B5DC-3A9867E8433F}" type="pres">
      <dgm:prSet presAssocID="{F9CECE05-8620-4839-B84B-CD09CA9A3936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8CB37AA4-9D30-664C-BD24-8073D56BF452}" type="pres">
      <dgm:prSet presAssocID="{F9CECE05-8620-4839-B84B-CD09CA9A3936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0756980A-6D54-F643-AED7-75EBD8C26E21}" type="presOf" srcId="{2D8EEF4D-63AF-4576-B308-4FA2965B8CDF}" destId="{EC0638D1-A2AB-264D-B4D8-84DA5233F667}" srcOrd="0" destOrd="2" presId="urn:microsoft.com/office/officeart/2005/8/layout/vList5"/>
    <dgm:cxn modelId="{6AB07F2F-E5DC-43DF-A5B7-B503BDD8B189}" srcId="{06E71C9F-209C-4B82-A6D0-C82FF543F5DC}" destId="{E86C0326-575F-4435-A8D9-2545E9C0047C}" srcOrd="0" destOrd="0" parTransId="{DB64DE0F-B945-4B30-ABDF-C6DAA3D9692C}" sibTransId="{831581E4-7D66-439F-B07F-1A5FC2E0D500}"/>
    <dgm:cxn modelId="{E3EDC772-814B-0248-A7FA-BE6482CF000F}" type="presOf" srcId="{E719031C-7D76-4A7E-A801-D8858BE75678}" destId="{EC0638D1-A2AB-264D-B4D8-84DA5233F667}" srcOrd="0" destOrd="1" presId="urn:microsoft.com/office/officeart/2005/8/layout/vList5"/>
    <dgm:cxn modelId="{86354F73-40E6-4BDB-BBF4-3925B4076255}" srcId="{F9CECE05-8620-4839-B84B-CD09CA9A3936}" destId="{00CAB32C-912D-4625-B98E-2A3FD25B99F6}" srcOrd="1" destOrd="0" parTransId="{8F93A019-A4B6-4755-BFB8-B0F641D5B4F5}" sibTransId="{F1D64812-8DBE-4410-A285-82C9AEEE5365}"/>
    <dgm:cxn modelId="{B0A2B97F-A5A2-AE41-8731-25EE68E9BC22}" type="presOf" srcId="{EA4CAE55-AEA0-4E3B-9D6A-212246E465A5}" destId="{444076D6-C578-494D-A6FE-11092910AD94}" srcOrd="0" destOrd="0" presId="urn:microsoft.com/office/officeart/2005/8/layout/vList5"/>
    <dgm:cxn modelId="{7AC2949C-C589-45D9-A651-30A32B760DE6}" srcId="{F9CECE05-8620-4839-B84B-CD09CA9A3936}" destId="{6D43FAF2-50EF-48E3-AB1B-AFADEDE41ACC}" srcOrd="0" destOrd="0" parTransId="{368C6299-A03B-43C0-8DBA-C6678B0E2CFE}" sibTransId="{98798305-8D65-4177-940E-7AF08EA192F9}"/>
    <dgm:cxn modelId="{0A9224A4-2DBB-4511-82A0-354A97E0952F}" srcId="{06E71C9F-209C-4B82-A6D0-C82FF543F5DC}" destId="{E719031C-7D76-4A7E-A801-D8858BE75678}" srcOrd="1" destOrd="0" parTransId="{A14F5A8B-1C2B-49A9-A365-B3473098E2B0}" sibTransId="{B4BA2C4F-B4DD-45C0-9349-177B0B067A9A}"/>
    <dgm:cxn modelId="{E57962AF-A75F-4152-AFE5-D5EE76AF62E8}" srcId="{06E71C9F-209C-4B82-A6D0-C82FF543F5DC}" destId="{2D8EEF4D-63AF-4576-B308-4FA2965B8CDF}" srcOrd="2" destOrd="0" parTransId="{70EB43FC-F318-4658-9A99-BE54E25E3475}" sibTransId="{4F9F4AF1-BB94-48BB-949E-F2953482A9AE}"/>
    <dgm:cxn modelId="{536028B0-0336-B940-8CB9-788A27BC5DE4}" type="presOf" srcId="{06E71C9F-209C-4B82-A6D0-C82FF543F5DC}" destId="{1E1D6BF3-7F35-E14D-BC4D-75B746AD252F}" srcOrd="0" destOrd="0" presId="urn:microsoft.com/office/officeart/2005/8/layout/vList5"/>
    <dgm:cxn modelId="{9447EFB4-3CB1-448E-BA33-CF73889676CA}" srcId="{EA4CAE55-AEA0-4E3B-9D6A-212246E465A5}" destId="{F9CECE05-8620-4839-B84B-CD09CA9A3936}" srcOrd="1" destOrd="0" parTransId="{7E416B53-A93C-435C-A3EF-8406EDF2E9A1}" sibTransId="{0DEC9350-8DB1-472D-8BFC-D0042FCD6F52}"/>
    <dgm:cxn modelId="{13024DB8-2D09-B54A-BDCD-73F881F90C9C}" type="presOf" srcId="{F9CECE05-8620-4839-B84B-CD09CA9A3936}" destId="{07485DD7-FD93-2A4F-B5DC-3A9867E8433F}" srcOrd="0" destOrd="0" presId="urn:microsoft.com/office/officeart/2005/8/layout/vList5"/>
    <dgm:cxn modelId="{890F1FC9-1901-8843-8761-87BAE8A736D0}" type="presOf" srcId="{6D43FAF2-50EF-48E3-AB1B-AFADEDE41ACC}" destId="{8CB37AA4-9D30-664C-BD24-8073D56BF452}" srcOrd="0" destOrd="0" presId="urn:microsoft.com/office/officeart/2005/8/layout/vList5"/>
    <dgm:cxn modelId="{133A02CC-27A6-124E-B118-A68BAD18D19D}" type="presOf" srcId="{00CAB32C-912D-4625-B98E-2A3FD25B99F6}" destId="{8CB37AA4-9D30-664C-BD24-8073D56BF452}" srcOrd="0" destOrd="1" presId="urn:microsoft.com/office/officeart/2005/8/layout/vList5"/>
    <dgm:cxn modelId="{A277FDDC-06DE-48D3-AFB2-6C11F73AC737}" srcId="{EA4CAE55-AEA0-4E3B-9D6A-212246E465A5}" destId="{06E71C9F-209C-4B82-A6D0-C82FF543F5DC}" srcOrd="0" destOrd="0" parTransId="{31A77D73-CF74-4B50-B3A8-2F8190F8A705}" sibTransId="{A8923156-C341-4BC5-BEA9-5C2A445AF4D0}"/>
    <dgm:cxn modelId="{6C1A90FD-58FA-AE4C-9F37-E0BA0B03CA09}" type="presOf" srcId="{E86C0326-575F-4435-A8D9-2545E9C0047C}" destId="{EC0638D1-A2AB-264D-B4D8-84DA5233F667}" srcOrd="0" destOrd="0" presId="urn:microsoft.com/office/officeart/2005/8/layout/vList5"/>
    <dgm:cxn modelId="{65B07162-AA73-9641-8D12-5AA0A916C27C}" type="presParOf" srcId="{444076D6-C578-494D-A6FE-11092910AD94}" destId="{1525E8E5-F7D2-BB4F-9A56-C4BB119877A6}" srcOrd="0" destOrd="0" presId="urn:microsoft.com/office/officeart/2005/8/layout/vList5"/>
    <dgm:cxn modelId="{2176444D-0AC2-E84D-AED4-EAE5342337F6}" type="presParOf" srcId="{1525E8E5-F7D2-BB4F-9A56-C4BB119877A6}" destId="{1E1D6BF3-7F35-E14D-BC4D-75B746AD252F}" srcOrd="0" destOrd="0" presId="urn:microsoft.com/office/officeart/2005/8/layout/vList5"/>
    <dgm:cxn modelId="{553332F6-5E96-AD40-8B02-18993A7A69C2}" type="presParOf" srcId="{1525E8E5-F7D2-BB4F-9A56-C4BB119877A6}" destId="{EC0638D1-A2AB-264D-B4D8-84DA5233F667}" srcOrd="1" destOrd="0" presId="urn:microsoft.com/office/officeart/2005/8/layout/vList5"/>
    <dgm:cxn modelId="{8A363B02-23CF-D947-8AED-DD7D98B9C7EE}" type="presParOf" srcId="{444076D6-C578-494D-A6FE-11092910AD94}" destId="{E613B217-E8D5-FD49-9129-CD1C3A8B196C}" srcOrd="1" destOrd="0" presId="urn:microsoft.com/office/officeart/2005/8/layout/vList5"/>
    <dgm:cxn modelId="{977B3462-A3E9-D042-AFFD-0D98411911B7}" type="presParOf" srcId="{444076D6-C578-494D-A6FE-11092910AD94}" destId="{0DF8D952-F0F4-E749-8D78-CC274203D2A6}" srcOrd="2" destOrd="0" presId="urn:microsoft.com/office/officeart/2005/8/layout/vList5"/>
    <dgm:cxn modelId="{5831FF65-EC1C-404B-941D-1B8681C2C87D}" type="presParOf" srcId="{0DF8D952-F0F4-E749-8D78-CC274203D2A6}" destId="{07485DD7-FD93-2A4F-B5DC-3A9867E8433F}" srcOrd="0" destOrd="0" presId="urn:microsoft.com/office/officeart/2005/8/layout/vList5"/>
    <dgm:cxn modelId="{7434C915-DCBF-D948-96F9-BA24DF97C6F1}" type="presParOf" srcId="{0DF8D952-F0F4-E749-8D78-CC274203D2A6}" destId="{8CB37AA4-9D30-664C-BD24-8073D56BF45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7BA1AF-AEAE-3940-BB86-C5FE9D81C1DC}">
      <dsp:nvSpPr>
        <dsp:cNvPr id="0" name=""/>
        <dsp:cNvSpPr/>
      </dsp:nvSpPr>
      <dsp:spPr>
        <a:xfrm>
          <a:off x="0" y="1974438"/>
          <a:ext cx="10515600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CBB265-FCEB-1942-9695-A94B176B07CA}">
      <dsp:nvSpPr>
        <dsp:cNvPr id="0" name=""/>
        <dsp:cNvSpPr/>
      </dsp:nvSpPr>
      <dsp:spPr>
        <a:xfrm>
          <a:off x="157734" y="1224151"/>
          <a:ext cx="2313431" cy="47386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520" tIns="96520" rIns="96520" bIns="9652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10:00 – 10:30</a:t>
          </a:r>
        </a:p>
      </dsp:txBody>
      <dsp:txXfrm>
        <a:off x="157734" y="1224151"/>
        <a:ext cx="2313431" cy="473865"/>
      </dsp:txXfrm>
    </dsp:sp>
    <dsp:sp modelId="{7B054D2B-FE68-5541-BFD0-FC57E324313A}">
      <dsp:nvSpPr>
        <dsp:cNvPr id="0" name=""/>
        <dsp:cNvSpPr/>
      </dsp:nvSpPr>
      <dsp:spPr>
        <a:xfrm>
          <a:off x="157734" y="239474"/>
          <a:ext cx="2313431" cy="98467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Congratulations! Review Mod 1 and challenges</a:t>
          </a:r>
        </a:p>
      </dsp:txBody>
      <dsp:txXfrm>
        <a:off x="157734" y="239474"/>
        <a:ext cx="2313431" cy="984676"/>
      </dsp:txXfrm>
    </dsp:sp>
    <dsp:sp modelId="{1B737233-B5E6-624A-A2FA-9C5D9ED78B60}">
      <dsp:nvSpPr>
        <dsp:cNvPr id="0" name=""/>
        <dsp:cNvSpPr/>
      </dsp:nvSpPr>
      <dsp:spPr>
        <a:xfrm>
          <a:off x="1314450" y="1698016"/>
          <a:ext cx="0" cy="276421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40AE3B-FAC9-AF48-9E26-06F61EB2598B}">
      <dsp:nvSpPr>
        <dsp:cNvPr id="0" name=""/>
        <dsp:cNvSpPr/>
      </dsp:nvSpPr>
      <dsp:spPr>
        <a:xfrm>
          <a:off x="1472184" y="2250859"/>
          <a:ext cx="2313431" cy="473865"/>
        </a:xfrm>
        <a:prstGeom prst="rect">
          <a:avLst/>
        </a:prstGeom>
        <a:solidFill>
          <a:schemeClr val="accent2">
            <a:hueOff val="1073936"/>
            <a:satOff val="-3082"/>
            <a:lumOff val="-4935"/>
            <a:alphaOff val="0"/>
          </a:schemeClr>
        </a:solidFill>
        <a:ln w="19050" cap="flat" cmpd="sng" algn="ctr">
          <a:solidFill>
            <a:schemeClr val="accent2">
              <a:hueOff val="1073936"/>
              <a:satOff val="-3082"/>
              <a:lumOff val="-49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520" tIns="96520" rIns="96520" bIns="9652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10:30 – 11:00</a:t>
          </a:r>
        </a:p>
      </dsp:txBody>
      <dsp:txXfrm>
        <a:off x="1472184" y="2250859"/>
        <a:ext cx="2313431" cy="473865"/>
      </dsp:txXfrm>
    </dsp:sp>
    <dsp:sp modelId="{DC2115CC-F3C8-E34D-A427-2B517BE062F5}">
      <dsp:nvSpPr>
        <dsp:cNvPr id="0" name=""/>
        <dsp:cNvSpPr/>
      </dsp:nvSpPr>
      <dsp:spPr>
        <a:xfrm>
          <a:off x="1472184" y="2724724"/>
          <a:ext cx="2313431" cy="984676"/>
        </a:xfrm>
        <a:prstGeom prst="rect">
          <a:avLst/>
        </a:prstGeom>
        <a:solidFill>
          <a:schemeClr val="accent2">
            <a:tint val="40000"/>
            <a:alpha val="90000"/>
            <a:hueOff val="1122453"/>
            <a:satOff val="-10372"/>
            <a:lumOff val="-1169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122453"/>
              <a:satOff val="-10372"/>
              <a:lumOff val="-11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Review convening purpose and plan for sessions</a:t>
          </a:r>
        </a:p>
      </dsp:txBody>
      <dsp:txXfrm>
        <a:off x="1472184" y="2724724"/>
        <a:ext cx="2313431" cy="984676"/>
      </dsp:txXfrm>
    </dsp:sp>
    <dsp:sp modelId="{3ABD5DD3-7EB5-3C48-91B4-C71F7FE25D7B}">
      <dsp:nvSpPr>
        <dsp:cNvPr id="0" name=""/>
        <dsp:cNvSpPr/>
      </dsp:nvSpPr>
      <dsp:spPr>
        <a:xfrm>
          <a:off x="2628900" y="1974438"/>
          <a:ext cx="0" cy="276421"/>
        </a:xfrm>
        <a:prstGeom prst="line">
          <a:avLst/>
        </a:prstGeom>
        <a:noFill/>
        <a:ln w="12700" cap="flat" cmpd="sng" algn="ctr">
          <a:solidFill>
            <a:schemeClr val="accent2">
              <a:hueOff val="1073936"/>
              <a:satOff val="-3082"/>
              <a:lumOff val="-493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55A2C7-7749-014F-8857-579D79605E72}">
      <dsp:nvSpPr>
        <dsp:cNvPr id="0" name=""/>
        <dsp:cNvSpPr/>
      </dsp:nvSpPr>
      <dsp:spPr>
        <a:xfrm rot="2700000">
          <a:off x="1283734" y="1943722"/>
          <a:ext cx="61430" cy="6143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A6AB1D-2450-A640-9946-DD6BAE30AC08}">
      <dsp:nvSpPr>
        <dsp:cNvPr id="0" name=""/>
        <dsp:cNvSpPr/>
      </dsp:nvSpPr>
      <dsp:spPr>
        <a:xfrm rot="2700000">
          <a:off x="2598184" y="1943722"/>
          <a:ext cx="61430" cy="61430"/>
        </a:xfrm>
        <a:prstGeom prst="rect">
          <a:avLst/>
        </a:prstGeom>
        <a:solidFill>
          <a:schemeClr val="accent2">
            <a:hueOff val="1073936"/>
            <a:satOff val="-3082"/>
            <a:lumOff val="-4935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804134-2F94-4B46-8CAC-216D8B71D9D5}">
      <dsp:nvSpPr>
        <dsp:cNvPr id="0" name=""/>
        <dsp:cNvSpPr/>
      </dsp:nvSpPr>
      <dsp:spPr>
        <a:xfrm>
          <a:off x="2786634" y="1224151"/>
          <a:ext cx="2313431" cy="473865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520" tIns="96520" rIns="96520" bIns="9652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11:00 – 12:00</a:t>
          </a:r>
        </a:p>
      </dsp:txBody>
      <dsp:txXfrm>
        <a:off x="2786634" y="1224151"/>
        <a:ext cx="2313431" cy="473865"/>
      </dsp:txXfrm>
    </dsp:sp>
    <dsp:sp modelId="{218342E6-AEB1-6B4C-B01C-AD743DFF656C}">
      <dsp:nvSpPr>
        <dsp:cNvPr id="0" name=""/>
        <dsp:cNvSpPr/>
      </dsp:nvSpPr>
      <dsp:spPr>
        <a:xfrm>
          <a:off x="2786634" y="239474"/>
          <a:ext cx="2313431" cy="984676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FAIR data, Open Science Data Management Plans</a:t>
          </a:r>
        </a:p>
      </dsp:txBody>
      <dsp:txXfrm>
        <a:off x="2786634" y="239474"/>
        <a:ext cx="2313431" cy="984676"/>
      </dsp:txXfrm>
    </dsp:sp>
    <dsp:sp modelId="{48229A2C-2A2B-5E42-8A55-32813F74F878}">
      <dsp:nvSpPr>
        <dsp:cNvPr id="0" name=""/>
        <dsp:cNvSpPr/>
      </dsp:nvSpPr>
      <dsp:spPr>
        <a:xfrm>
          <a:off x="3943350" y="1698016"/>
          <a:ext cx="0" cy="276421"/>
        </a:xfrm>
        <a:prstGeom prst="line">
          <a:avLst/>
        </a:prstGeom>
        <a:noFill/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D2696A-101C-1243-A5F6-B3E7E0A24696}">
      <dsp:nvSpPr>
        <dsp:cNvPr id="0" name=""/>
        <dsp:cNvSpPr/>
      </dsp:nvSpPr>
      <dsp:spPr>
        <a:xfrm>
          <a:off x="4101084" y="2250859"/>
          <a:ext cx="2313431" cy="473865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520" tIns="96520" rIns="96520" bIns="9652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12:00 – 12:30</a:t>
          </a:r>
        </a:p>
      </dsp:txBody>
      <dsp:txXfrm>
        <a:off x="4101084" y="2250859"/>
        <a:ext cx="2313431" cy="473865"/>
      </dsp:txXfrm>
    </dsp:sp>
    <dsp:sp modelId="{22EA924A-B4E2-9B4F-8BE7-EA03704FEE2C}">
      <dsp:nvSpPr>
        <dsp:cNvPr id="0" name=""/>
        <dsp:cNvSpPr/>
      </dsp:nvSpPr>
      <dsp:spPr>
        <a:xfrm>
          <a:off x="4101084" y="2724724"/>
          <a:ext cx="2313431" cy="760886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Open Software, assessment</a:t>
          </a:r>
        </a:p>
      </dsp:txBody>
      <dsp:txXfrm>
        <a:off x="4101084" y="2724724"/>
        <a:ext cx="2313431" cy="760886"/>
      </dsp:txXfrm>
    </dsp:sp>
    <dsp:sp modelId="{392845BF-A946-5C46-928C-4C3FCEF88CEB}">
      <dsp:nvSpPr>
        <dsp:cNvPr id="0" name=""/>
        <dsp:cNvSpPr/>
      </dsp:nvSpPr>
      <dsp:spPr>
        <a:xfrm>
          <a:off x="5257800" y="1974438"/>
          <a:ext cx="0" cy="276421"/>
        </a:xfrm>
        <a:prstGeom prst="line">
          <a:avLst/>
        </a:prstGeom>
        <a:noFill/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612DB9-DE24-494B-961D-60998C0D80D8}">
      <dsp:nvSpPr>
        <dsp:cNvPr id="0" name=""/>
        <dsp:cNvSpPr/>
      </dsp:nvSpPr>
      <dsp:spPr>
        <a:xfrm rot="2700000">
          <a:off x="3912634" y="1943722"/>
          <a:ext cx="61430" cy="61430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C16897-8CA7-9C42-9D50-32E920820A61}">
      <dsp:nvSpPr>
        <dsp:cNvPr id="0" name=""/>
        <dsp:cNvSpPr/>
      </dsp:nvSpPr>
      <dsp:spPr>
        <a:xfrm rot="2700000">
          <a:off x="5227084" y="1943722"/>
          <a:ext cx="61430" cy="61430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EA2162-9E46-0D48-B447-93D57BC502B7}">
      <dsp:nvSpPr>
        <dsp:cNvPr id="0" name=""/>
        <dsp:cNvSpPr/>
      </dsp:nvSpPr>
      <dsp:spPr>
        <a:xfrm>
          <a:off x="5415534" y="1224151"/>
          <a:ext cx="2313431" cy="473865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520" tIns="96520" rIns="96520" bIns="9652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12:45 – 1:45</a:t>
          </a:r>
        </a:p>
      </dsp:txBody>
      <dsp:txXfrm>
        <a:off x="5415534" y="1224151"/>
        <a:ext cx="2313431" cy="473865"/>
      </dsp:txXfrm>
    </dsp:sp>
    <dsp:sp modelId="{E88749A4-0C83-7C48-9E1B-9B78F1362865}">
      <dsp:nvSpPr>
        <dsp:cNvPr id="0" name=""/>
        <dsp:cNvSpPr/>
      </dsp:nvSpPr>
      <dsp:spPr>
        <a:xfrm>
          <a:off x="5415534" y="687055"/>
          <a:ext cx="2313431" cy="537096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Lunch (Chapter IV)</a:t>
          </a:r>
        </a:p>
      </dsp:txBody>
      <dsp:txXfrm>
        <a:off x="5415534" y="687055"/>
        <a:ext cx="2313431" cy="537096"/>
      </dsp:txXfrm>
    </dsp:sp>
    <dsp:sp modelId="{B04A3000-C8A1-BF49-8847-CACD846B1E73}">
      <dsp:nvSpPr>
        <dsp:cNvPr id="0" name=""/>
        <dsp:cNvSpPr/>
      </dsp:nvSpPr>
      <dsp:spPr>
        <a:xfrm>
          <a:off x="6572250" y="1698016"/>
          <a:ext cx="0" cy="276421"/>
        </a:xfrm>
        <a:prstGeom prst="line">
          <a:avLst/>
        </a:prstGeom>
        <a:noFill/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486391-8D7C-D24D-942C-F8A4C6C6A8F7}">
      <dsp:nvSpPr>
        <dsp:cNvPr id="0" name=""/>
        <dsp:cNvSpPr/>
      </dsp:nvSpPr>
      <dsp:spPr>
        <a:xfrm>
          <a:off x="6729984" y="2250859"/>
          <a:ext cx="2313431" cy="473865"/>
        </a:xfrm>
        <a:prstGeom prst="rect">
          <a:avLst/>
        </a:prstGeom>
        <a:solidFill>
          <a:schemeClr val="accent2">
            <a:hueOff val="5369678"/>
            <a:satOff val="-15411"/>
            <a:lumOff val="-24674"/>
            <a:alphaOff val="0"/>
          </a:schemeClr>
        </a:solidFill>
        <a:ln w="19050" cap="flat" cmpd="sng" algn="ctr">
          <a:solidFill>
            <a:schemeClr val="accent2">
              <a:hueOff val="5369678"/>
              <a:satOff val="-15411"/>
              <a:lumOff val="-2467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520" tIns="96520" rIns="96520" bIns="9652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2:00 PM – 3:45 PM</a:t>
          </a:r>
        </a:p>
      </dsp:txBody>
      <dsp:txXfrm>
        <a:off x="6729984" y="2250859"/>
        <a:ext cx="2313431" cy="473865"/>
      </dsp:txXfrm>
    </dsp:sp>
    <dsp:sp modelId="{0D1C558B-5F4E-8444-A242-C461D466270D}">
      <dsp:nvSpPr>
        <dsp:cNvPr id="0" name=""/>
        <dsp:cNvSpPr/>
      </dsp:nvSpPr>
      <dsp:spPr>
        <a:xfrm>
          <a:off x="6729984" y="2724724"/>
          <a:ext cx="2313431" cy="537096"/>
        </a:xfrm>
        <a:prstGeom prst="rect">
          <a:avLst/>
        </a:prstGeom>
        <a:solidFill>
          <a:schemeClr val="accent2">
            <a:tint val="40000"/>
            <a:alpha val="90000"/>
            <a:hueOff val="5612265"/>
            <a:satOff val="-51860"/>
            <a:lumOff val="-584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612265"/>
              <a:satOff val="-51860"/>
              <a:lumOff val="-58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Module 3, Open Data</a:t>
          </a:r>
        </a:p>
      </dsp:txBody>
      <dsp:txXfrm>
        <a:off x="6729984" y="2724724"/>
        <a:ext cx="2313431" cy="537096"/>
      </dsp:txXfrm>
    </dsp:sp>
    <dsp:sp modelId="{46F17928-96AA-9B4F-8B81-40D01042D762}">
      <dsp:nvSpPr>
        <dsp:cNvPr id="0" name=""/>
        <dsp:cNvSpPr/>
      </dsp:nvSpPr>
      <dsp:spPr>
        <a:xfrm>
          <a:off x="7886700" y="1974438"/>
          <a:ext cx="0" cy="276421"/>
        </a:xfrm>
        <a:prstGeom prst="line">
          <a:avLst/>
        </a:prstGeom>
        <a:noFill/>
        <a:ln w="12700" cap="flat" cmpd="sng" algn="ctr">
          <a:solidFill>
            <a:schemeClr val="accent2">
              <a:hueOff val="5369678"/>
              <a:satOff val="-15411"/>
              <a:lumOff val="-2467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FE92F2-235B-E242-A61E-FC8FB36DFFB9}">
      <dsp:nvSpPr>
        <dsp:cNvPr id="0" name=""/>
        <dsp:cNvSpPr/>
      </dsp:nvSpPr>
      <dsp:spPr>
        <a:xfrm rot="2700000">
          <a:off x="6541534" y="1943722"/>
          <a:ext cx="61430" cy="61430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63DA7D-D29F-0F43-98D1-25F0935BE502}">
      <dsp:nvSpPr>
        <dsp:cNvPr id="0" name=""/>
        <dsp:cNvSpPr/>
      </dsp:nvSpPr>
      <dsp:spPr>
        <a:xfrm rot="2700000">
          <a:off x="7855984" y="1943722"/>
          <a:ext cx="61430" cy="61430"/>
        </a:xfrm>
        <a:prstGeom prst="rect">
          <a:avLst/>
        </a:prstGeom>
        <a:solidFill>
          <a:schemeClr val="accent2">
            <a:hueOff val="5369678"/>
            <a:satOff val="-15411"/>
            <a:lumOff val="-24674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45466A-F2E1-DD4E-862B-B1F89C8F978B}">
      <dsp:nvSpPr>
        <dsp:cNvPr id="0" name=""/>
        <dsp:cNvSpPr/>
      </dsp:nvSpPr>
      <dsp:spPr>
        <a:xfrm>
          <a:off x="8044434" y="1224151"/>
          <a:ext cx="2313431" cy="473865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520" tIns="96520" rIns="96520" bIns="9652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3:45 PM – 4:00 PM</a:t>
          </a:r>
        </a:p>
      </dsp:txBody>
      <dsp:txXfrm>
        <a:off x="8044434" y="1224151"/>
        <a:ext cx="2313431" cy="473865"/>
      </dsp:txXfrm>
    </dsp:sp>
    <dsp:sp modelId="{50669BC2-F89F-3641-8563-9D7053FE2C68}">
      <dsp:nvSpPr>
        <dsp:cNvPr id="0" name=""/>
        <dsp:cNvSpPr/>
      </dsp:nvSpPr>
      <dsp:spPr>
        <a:xfrm>
          <a:off x="8044434" y="687055"/>
          <a:ext cx="2313431" cy="537096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Closing and next steps</a:t>
          </a:r>
        </a:p>
      </dsp:txBody>
      <dsp:txXfrm>
        <a:off x="8044434" y="687055"/>
        <a:ext cx="2313431" cy="537096"/>
      </dsp:txXfrm>
    </dsp:sp>
    <dsp:sp modelId="{18361F91-76BE-C54F-A484-2DED74C0AA79}">
      <dsp:nvSpPr>
        <dsp:cNvPr id="0" name=""/>
        <dsp:cNvSpPr/>
      </dsp:nvSpPr>
      <dsp:spPr>
        <a:xfrm>
          <a:off x="9201150" y="1698016"/>
          <a:ext cx="0" cy="276421"/>
        </a:xfrm>
        <a:prstGeom prst="line">
          <a:avLst/>
        </a:pr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4F9766-A7A4-6941-825C-B98E2FDFDC15}">
      <dsp:nvSpPr>
        <dsp:cNvPr id="0" name=""/>
        <dsp:cNvSpPr/>
      </dsp:nvSpPr>
      <dsp:spPr>
        <a:xfrm rot="2700000">
          <a:off x="9170434" y="1943722"/>
          <a:ext cx="61430" cy="6143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FB963C-4043-4A97-8172-906F351DBD73}">
      <dsp:nvSpPr>
        <dsp:cNvPr id="0" name=""/>
        <dsp:cNvSpPr/>
      </dsp:nvSpPr>
      <dsp:spPr>
        <a:xfrm>
          <a:off x="679050" y="376938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BA7CAB-2914-4F7C-82CD-4C01BC57DEE7}">
      <dsp:nvSpPr>
        <dsp:cNvPr id="0" name=""/>
        <dsp:cNvSpPr/>
      </dsp:nvSpPr>
      <dsp:spPr>
        <a:xfrm>
          <a:off x="1081237" y="779125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8FEFFD-2FFD-4F1D-BFBA-B907E5B0BA7A}">
      <dsp:nvSpPr>
        <dsp:cNvPr id="0" name=""/>
        <dsp:cNvSpPr/>
      </dsp:nvSpPr>
      <dsp:spPr>
        <a:xfrm>
          <a:off x="75768" y="285193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openscience101.org</a:t>
          </a:r>
        </a:p>
      </dsp:txBody>
      <dsp:txXfrm>
        <a:off x="75768" y="2851938"/>
        <a:ext cx="3093750" cy="720000"/>
      </dsp:txXfrm>
    </dsp:sp>
    <dsp:sp modelId="{81A852CA-585E-4B63-BE86-68E7381D78DF}">
      <dsp:nvSpPr>
        <dsp:cNvPr id="0" name=""/>
        <dsp:cNvSpPr/>
      </dsp:nvSpPr>
      <dsp:spPr>
        <a:xfrm>
          <a:off x="4314206" y="376938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9CAFDC-E674-4B5F-9F39-7D9253C6EDB4}">
      <dsp:nvSpPr>
        <dsp:cNvPr id="0" name=""/>
        <dsp:cNvSpPr/>
      </dsp:nvSpPr>
      <dsp:spPr>
        <a:xfrm>
          <a:off x="4716393" y="779125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D006E4-6898-4996-8277-703B1C5F87C5}">
      <dsp:nvSpPr>
        <dsp:cNvPr id="0" name=""/>
        <dsp:cNvSpPr/>
      </dsp:nvSpPr>
      <dsp:spPr>
        <a:xfrm>
          <a:off x="3710925" y="285193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ORCHID</a:t>
          </a:r>
        </a:p>
      </dsp:txBody>
      <dsp:txXfrm>
        <a:off x="3710925" y="2851938"/>
        <a:ext cx="3093750" cy="720000"/>
      </dsp:txXfrm>
    </dsp:sp>
    <dsp:sp modelId="{F6EB5393-4DB6-492C-B3D1-78320C33BA36}">
      <dsp:nvSpPr>
        <dsp:cNvPr id="0" name=""/>
        <dsp:cNvSpPr/>
      </dsp:nvSpPr>
      <dsp:spPr>
        <a:xfrm>
          <a:off x="7949362" y="376938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6421CD-23D0-4919-97B5-665068E2D531}">
      <dsp:nvSpPr>
        <dsp:cNvPr id="0" name=""/>
        <dsp:cNvSpPr/>
      </dsp:nvSpPr>
      <dsp:spPr>
        <a:xfrm>
          <a:off x="8351550" y="779125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5D61BE-2194-4D41-BB85-B523E8E24D4B}">
      <dsp:nvSpPr>
        <dsp:cNvPr id="0" name=""/>
        <dsp:cNvSpPr/>
      </dsp:nvSpPr>
      <dsp:spPr>
        <a:xfrm>
          <a:off x="7346081" y="2851938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progress through modules?</a:t>
          </a:r>
        </a:p>
      </dsp:txBody>
      <dsp:txXfrm>
        <a:off x="7346081" y="2851938"/>
        <a:ext cx="3093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9168D7-281A-A340-8644-D7F2063D1391}">
      <dsp:nvSpPr>
        <dsp:cNvPr id="0" name=""/>
        <dsp:cNvSpPr/>
      </dsp:nvSpPr>
      <dsp:spPr>
        <a:xfrm rot="5400000">
          <a:off x="206" y="1273896"/>
          <a:ext cx="2685891" cy="2686303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785F11-B282-F34C-934F-12211D0334A6}">
      <dsp:nvSpPr>
        <dsp:cNvPr id="0" name=""/>
        <dsp:cNvSpPr/>
      </dsp:nvSpPr>
      <dsp:spPr>
        <a:xfrm rot="16200000">
          <a:off x="2764539" y="1273896"/>
          <a:ext cx="2685891" cy="2686303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1B0F0A-49F0-5E46-B2B2-9E8CDB2C5C27}">
      <dsp:nvSpPr>
        <dsp:cNvPr id="0" name=""/>
        <dsp:cNvSpPr/>
      </dsp:nvSpPr>
      <dsp:spPr>
        <a:xfrm>
          <a:off x="3082137" y="3607213"/>
          <a:ext cx="2039315" cy="537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Software Repository</a:t>
          </a:r>
        </a:p>
      </dsp:txBody>
      <dsp:txXfrm>
        <a:off x="3082137" y="3607213"/>
        <a:ext cx="2039315" cy="537350"/>
      </dsp:txXfrm>
    </dsp:sp>
    <dsp:sp modelId="{E2AE2867-A9AD-4941-AD85-045A88DB82E4}">
      <dsp:nvSpPr>
        <dsp:cNvPr id="0" name=""/>
        <dsp:cNvSpPr/>
      </dsp:nvSpPr>
      <dsp:spPr>
        <a:xfrm rot="5400000">
          <a:off x="2678382" y="1273896"/>
          <a:ext cx="2685891" cy="2686303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D910A8-B3DD-BD46-B96E-E45A8065A0D7}">
      <dsp:nvSpPr>
        <dsp:cNvPr id="0" name=""/>
        <dsp:cNvSpPr/>
      </dsp:nvSpPr>
      <dsp:spPr>
        <a:xfrm rot="16200000">
          <a:off x="5441902" y="1273896"/>
          <a:ext cx="2685891" cy="2686303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97021D-838B-0247-BCE6-83472B41AC2A}">
      <dsp:nvSpPr>
        <dsp:cNvPr id="0" name=""/>
        <dsp:cNvSpPr/>
      </dsp:nvSpPr>
      <dsp:spPr>
        <a:xfrm>
          <a:off x="6000906" y="3607213"/>
          <a:ext cx="2039315" cy="537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Software Archive </a:t>
          </a:r>
        </a:p>
      </dsp:txBody>
      <dsp:txXfrm>
        <a:off x="6000906" y="3607213"/>
        <a:ext cx="2039315" cy="537350"/>
      </dsp:txXfrm>
    </dsp:sp>
    <dsp:sp modelId="{6D559316-A20C-754C-8BDD-12B583973ED7}">
      <dsp:nvSpPr>
        <dsp:cNvPr id="0" name=""/>
        <dsp:cNvSpPr/>
      </dsp:nvSpPr>
      <dsp:spPr>
        <a:xfrm>
          <a:off x="3132863" y="1717588"/>
          <a:ext cx="1885032" cy="188503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GIT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(version control)</a:t>
          </a:r>
        </a:p>
      </dsp:txBody>
      <dsp:txXfrm>
        <a:off x="3509869" y="1906092"/>
        <a:ext cx="1131019" cy="1508025"/>
      </dsp:txXfrm>
    </dsp:sp>
    <dsp:sp modelId="{F10FE1E1-BDE8-F943-93E4-765D69518565}">
      <dsp:nvSpPr>
        <dsp:cNvPr id="0" name=""/>
        <dsp:cNvSpPr/>
      </dsp:nvSpPr>
      <dsp:spPr>
        <a:xfrm>
          <a:off x="900150" y="1842219"/>
          <a:ext cx="1149164" cy="114906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Visual Studio</a:t>
          </a:r>
        </a:p>
      </dsp:txBody>
      <dsp:txXfrm>
        <a:off x="1068441" y="2010496"/>
        <a:ext cx="812582" cy="812511"/>
      </dsp:txXfrm>
    </dsp:sp>
    <dsp:sp modelId="{97C14B40-143B-F04C-97A1-02FCC0352D42}">
      <dsp:nvSpPr>
        <dsp:cNvPr id="0" name=""/>
        <dsp:cNvSpPr/>
      </dsp:nvSpPr>
      <dsp:spPr>
        <a:xfrm>
          <a:off x="476322" y="2802951"/>
          <a:ext cx="564305" cy="56423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09569C2-0104-6E45-AD29-89277E42B0C6}">
      <dsp:nvSpPr>
        <dsp:cNvPr id="0" name=""/>
        <dsp:cNvSpPr/>
      </dsp:nvSpPr>
      <dsp:spPr>
        <a:xfrm>
          <a:off x="2112569" y="2101464"/>
          <a:ext cx="328247" cy="32832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757FC11-8605-FE4E-8895-346D95891CC9}">
      <dsp:nvSpPr>
        <dsp:cNvPr id="0" name=""/>
        <dsp:cNvSpPr/>
      </dsp:nvSpPr>
      <dsp:spPr>
        <a:xfrm>
          <a:off x="504748" y="3607213"/>
          <a:ext cx="2039315" cy="537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IDE</a:t>
          </a:r>
        </a:p>
      </dsp:txBody>
      <dsp:txXfrm>
        <a:off x="504748" y="3607213"/>
        <a:ext cx="2039315" cy="5373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0638D1-A2AB-264D-B4D8-84DA5233F667}">
      <dsp:nvSpPr>
        <dsp:cNvPr id="0" name=""/>
        <dsp:cNvSpPr/>
      </dsp:nvSpPr>
      <dsp:spPr>
        <a:xfrm rot="5400000">
          <a:off x="6396276" y="-2180680"/>
          <a:ext cx="2127926" cy="7021402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Create and update a Project Registry in conjunction with preserving outputs in the form of a spreadsheet or other type of list. 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Preserve the Project Registry as a project component. 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Include in each registry entry a description of the object, preferred citation, and the persistent identifier, and any other useful information supporting the project</a:t>
          </a:r>
          <a:endParaRPr lang="en-US" sz="2000" kern="1200" dirty="0"/>
        </a:p>
      </dsp:txBody>
      <dsp:txXfrm rot="-5400000">
        <a:off x="3949539" y="369934"/>
        <a:ext cx="6917525" cy="1920172"/>
      </dsp:txXfrm>
    </dsp:sp>
    <dsp:sp modelId="{1E1D6BF3-7F35-E14D-BC4D-75B746AD252F}">
      <dsp:nvSpPr>
        <dsp:cNvPr id="0" name=""/>
        <dsp:cNvSpPr/>
      </dsp:nvSpPr>
      <dsp:spPr>
        <a:xfrm>
          <a:off x="0" y="66"/>
          <a:ext cx="3949538" cy="265990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Project registry</a:t>
          </a:r>
        </a:p>
      </dsp:txBody>
      <dsp:txXfrm>
        <a:off x="129846" y="129912"/>
        <a:ext cx="3689846" cy="2400216"/>
      </dsp:txXfrm>
    </dsp:sp>
    <dsp:sp modelId="{8CB37AA4-9D30-664C-BD24-8073D56BF452}">
      <dsp:nvSpPr>
        <dsp:cNvPr id="0" name=""/>
        <dsp:cNvSpPr/>
      </dsp:nvSpPr>
      <dsp:spPr>
        <a:xfrm rot="5400000">
          <a:off x="6396276" y="612223"/>
          <a:ext cx="2127926" cy="7021402"/>
        </a:xfrm>
        <a:prstGeom prst="round2Same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106680" rIns="213360" bIns="106680" numCol="1" spcCol="1270" anchor="ctr" anchorCtr="0">
          <a:noAutofit/>
        </a:bodyPr>
        <a:lstStyle/>
        <a:p>
          <a:pPr marL="285750" lvl="1" indent="-285750" algn="l" defTabSz="2489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600" kern="1200" dirty="0"/>
            <a:t>What do you use?</a:t>
          </a:r>
        </a:p>
        <a:p>
          <a:pPr marL="285750" lvl="1" indent="-285750" algn="l" defTabSz="2489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600" kern="1200" dirty="0" err="1"/>
            <a:t>zotero</a:t>
          </a:r>
          <a:r>
            <a:rPr lang="en-US" sz="5600" kern="1200" dirty="0"/>
            <a:t> demo</a:t>
          </a:r>
        </a:p>
      </dsp:txBody>
      <dsp:txXfrm rot="-5400000">
        <a:off x="3949539" y="3162838"/>
        <a:ext cx="6917525" cy="1920172"/>
      </dsp:txXfrm>
    </dsp:sp>
    <dsp:sp modelId="{07485DD7-FD93-2A4F-B5DC-3A9867E8433F}">
      <dsp:nvSpPr>
        <dsp:cNvPr id="0" name=""/>
        <dsp:cNvSpPr/>
      </dsp:nvSpPr>
      <dsp:spPr>
        <a:xfrm>
          <a:off x="0" y="2792970"/>
          <a:ext cx="3949538" cy="2659908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Reference Management systems</a:t>
          </a:r>
        </a:p>
      </dsp:txBody>
      <dsp:txXfrm>
        <a:off x="129846" y="2922816"/>
        <a:ext cx="3689846" cy="24002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HorizontalLabelsTimeline">
  <dgm:title val="Horizontal Labels Timeline"/>
  <dgm:desc val="Use to show a list of events in chronological order. The rectangular shape contains the description while the date is shown immediately below. It can display a large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/>
    </dgm:constrLst>
    <dgm:layoutNode name="divider" styleLbl="fgAcc1">
      <dgm:alg type="sp"/>
      <dgm:shape xmlns:r="http://schemas.openxmlformats.org/officeDocument/2006/relationships" type="line" r:blip="" zOrderOff="-1">
        <dgm:adjLst/>
      </dgm:shap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hoose name="constrBasedOnChildrenCount">
        <dgm:if name="constrForTwoChildren" axis="ch" ptType="node" func="cnt" op="lte" val="2">
          <dgm:constrLst>
            <dgm:constr type="primFontSz" for="des" forName="L1TextContainer" val="20"/>
            <dgm:constr type="primFontSz" for="des" forName="L2TextContainer" refType="primFontSz" refFor="des" refForName="L1TextContainer" op="equ" fact="0.85"/>
            <dgm:constr type="w" for="ch" forName="composite" refType="w"/>
            <dgm:constr type="h" for="ch" forName="composite" refType="h"/>
            <dgm:constr type="w" for="ch" forName="spaceBetweenRectangles" refType="w" refFor="ch" refForName="composite" fact="0"/>
            <dgm:constr type="w" for="ch" ptType="sibTrans" op="equ"/>
            <dgm:constr type="primFontSz" for="des" forName="L1TextContainer" op="equ"/>
            <dgm:constr type="primFontSz" for="des" forName="L2TextContainer" op="equ"/>
          </dgm:constrLst>
        </dgm:if>
        <dgm:else name="constrForRest">
          <dgm:constrLst>
            <dgm:constr type="primFontSz" for="des" forName="L1TextContainer" val="20"/>
            <dgm:constr type="primFontSz" for="des" forName="L2TextContainer" refType="primFontSz" refFor="des" refForName="L1TextContainer" op="equ" fact="0.85"/>
            <dgm:constr type="w" for="ch" forName="composite" refType="w"/>
            <dgm:constr type="h" for="ch" forName="composite" refType="h"/>
            <dgm:constr type="w" for="ch" forName="spaceBetweenRectangles" refType="w" refFor="ch" refForName="composite" fact="-0.5"/>
            <dgm:constr type="w" for="ch" ptType="sibTrans" op="equ"/>
            <dgm:constr type="primFontSz" for="des" forName="L1TextContainer" op="equ"/>
            <dgm:constr type="primFontSz" for="des" forName="L2TextContainer" op="equ"/>
          </dgm:constrLst>
        </dgm:else>
      </dgm:choose>
      <dgm:forEach name="nodesForEach" axis="ch" ptType="node">
        <dgm:layoutNode name="composite">
          <dgm:alg type="composite"/>
          <dgm:shape xmlns:r="http://schemas.openxmlformats.org/officeDocument/2006/relationships" r:blip="">
            <dgm:adjLst/>
          </dgm:shape>
          <dgm:choose name="CaseForPlacingNodesAboveAndBelowDivider">
            <dgm:if name="CaseForPlacingNodeAboveDivider" axis="self" ptType="node" func="posOdd" op="equ" val="1">
              <dgm:constrLst>
                <dgm:constr type="w" for="ch" forName="L1TextContainer" refType="w" fact="0.88"/>
                <dgm:constr type="l" for="ch" forName="L1TextContainer" refType="w" fact="0.06"/>
                <dgm:constr type="h" for="ch" forName="L1TextContainer" refType="h" fact="0.12"/>
                <dgm:constr type="t" for="ch" forName="L1TextContainer" refType="h" fact="0.31"/>
                <dgm:constr type="w" for="ch" forName="L2TextContainerWrapper" refType="w" fact="0.88"/>
                <dgm:constr type="l" for="ch" forName="L2TextContainerWrapper" refType="w" fact="0.06"/>
                <dgm:constr type="h" for="ch" forName="L2TextContainerWrapper" refType="h" fact="0.31"/>
                <dgm:constr type="b" for="ch" forName="L2TextContainerWrapper" refType="h" fact="0.31"/>
                <dgm:constr type="w" for="ch" forName="ConnectLine"/>
                <dgm:constr type="ctrX" for="ch" forName="ConnectLine" refType="w" fact="0.5"/>
                <dgm:constr type="h" for="ch" forName="ConnectLine" refType="h" fact="0.07"/>
                <dgm:constr type="t" for="ch" forName="ConnectLine" refType="h" fact="0.43"/>
                <dgm:constr type="w" for="ch" forName="ConnectorPoint" refType="h" fact="0.022"/>
                <dgm:constr type="h" for="ch" forName="ConnectorPoint" refType="h" fact="0.022"/>
                <dgm:constr type="ctrX" for="ch" forName="ConnectorPoint" refType="w" fact="0.5"/>
                <dgm:constr type="ctrY" for="ch" forName="ConnectorPoint" refType="h" fact="0.5"/>
                <dgm:constr type="w" for="ch" forName="EmptyPlaceHolder" refType="w"/>
                <dgm:constr type="h" for="ch" forName="EmptyPlaceHolder" refType="h" fact="0.5"/>
                <dgm:constr type="t" for="ch" forName="EmptyPlaceHolder" refType="h" fact="0.5"/>
              </dgm:constrLst>
            </dgm:if>
            <dgm:else name="CaseForPlacingNodeBelowDivider">
              <dgm:constrLst>
                <dgm:constr type="w" for="ch" forName="L1TextContainer" refType="w" fact="0.88"/>
                <dgm:constr type="l" for="ch" forName="L1TextContainer" refType="w" fact="0.06"/>
                <dgm:constr type="h" for="ch" forName="L1TextContainer" refType="h" fact="0.12"/>
                <dgm:constr type="t" for="ch" forName="L1TextContainer" refType="h" fact="0.57"/>
                <dgm:constr type="w" for="ch" forName="L2TextContainerWrapper" refType="w" fact="0.88"/>
                <dgm:constr type="l" for="ch" forName="L2TextContainerWrapper" refType="w" fact="0.06"/>
                <dgm:constr type="h" for="ch" forName="L2TextContainerWrapper" refType="h" fact="0.31"/>
                <dgm:constr type="t" for="ch" forName="L2TextContainerWrapper" refType="h" fact="0.69"/>
                <dgm:constr type="w" for="ch" forName="ConnectLine"/>
                <dgm:constr type="ctrX" for="ch" forName="ConnectLine" refType="w" fact="0.5"/>
                <dgm:constr type="h" for="ch" forName="ConnectLine" refType="h" fact="0.07"/>
                <dgm:constr type="t" for="ch" forName="ConnectLine" refType="h" fact="0.5"/>
                <dgm:constr type="w" for="ch" forName="ConnectorPoint" refType="h" fact="0.022"/>
                <dgm:constr type="h" for="ch" forName="ConnectorPoint" refType="h" fact="0.022"/>
                <dgm:constr type="ctrX" for="ch" forName="ConnectorPoint" refType="w" fact="0.5"/>
                <dgm:constr type="ctrY" for="ch" forName="ConnectorPoint" refType="h" fact="0.5"/>
                <dgm:constr type="w" for="ch" forName="EmptyPlaceHolder" refType="w"/>
                <dgm:constr type="h" for="ch" forName="EmptyPlaceHolder" refType="h" fact="0.5"/>
                <dgm:constr type="t" for="ch" forName="EmptyPlaceHolder" refType="h" fact="0"/>
              </dgm:constrLst>
            </dgm:else>
          </dgm:choose>
          <dgm:layoutNode name="L1TextContainer" styleLbl="alignNode1">
            <dgm:varLst>
              <dgm:chMax val="1"/>
              <dgm:chPref val="1"/>
              <dgm:bulletEnabled val="1"/>
            </dgm:varLst>
            <dgm:alg type="tx">
              <dgm:param type="txAnchorVert" val="mid"/>
              <dgm:param type="parTxLTRAlign" val="ctr"/>
              <dgm:param type="parTxRTLAlign" val="ctr"/>
            </dgm:alg>
            <dgm:shape xmlns:r="http://schemas.openxmlformats.org/officeDocument/2006/relationships" type="rect" r:blip="">
              <dgm:adjLst/>
            </dgm:shape>
            <dgm:presOf axis="self"/>
            <dgm:constrLst>
              <dgm:constr type="tMarg" refType="primFontSz" fact="0.4"/>
              <dgm:constr type="bMarg" refType="primFontSz" fact="0.4"/>
              <dgm:constr type="lMarg" refType="primFontSz" fact="0.4"/>
              <dgm:constr type="rMarg" refType="primFontSz" fact="0.4"/>
            </dgm:constrLst>
            <dgm:ruleLst>
              <dgm:rule type="primFontSz" val="14" fact="NaN" max="NaN"/>
            </dgm:ruleLst>
          </dgm:layoutNode>
          <dgm:layoutNode name="L2TextContainerWrapper">
            <dgm:varLst>
              <dgm:bulletEnabled val="1"/>
            </dgm:varLst>
            <dgm:alg type="composite"/>
            <dgm:choose name="L2TextContainerConstr">
              <dgm:if name="CaseForPlacingL2TextContaineAboveDivider" axis="self" ptType="node" func="posOdd" op="equ" val="1">
                <dgm:constrLst>
                  <dgm:constr type="h" for="ch" forName="L2TextContainer" refType="h" fact="0.39"/>
                  <dgm:constr type="b" for="ch" forName="L2TextContainer" refType="h"/>
                  <dgm:constr type="h" for="ch" forName="FlexibleEmptyPlaceHolder" refType="h" fact="0.61"/>
                </dgm:constrLst>
              </dgm:if>
              <dgm:else name="CaseForPlacingL2TextContaineBelowDivider">
                <dgm:constrLst>
                  <dgm:constr type="h" for="ch" forName="L2TextContainer" refType="h" fact="0.39"/>
                  <dgm:constr type="h" for="ch" forName="FlexibleEmptyPlaceHolder" refType="h" fact="0.61"/>
                  <dgm:constr type="b" for="ch" forName="FlexibleEmptyPlaceHolder" refType="h"/>
                </dgm:constrLst>
              </dgm:else>
            </dgm:choose>
            <dgm:layoutNode name="L2TextContainer" styleLbl="bgAccFollowNode1" moveWith="L1TextContainer">
              <dgm:choose name="L2TextContainerAlgo">
                <dgm:if name="L2TextContainerAlgoLTR" func="var" arg="dir" op="equ" val="norm">
                  <dgm:alg type="tx">
                    <dgm:param type="txAnchorVert" val="mid"/>
                    <dgm:param type="parTxRTLAlign" val="l"/>
                    <dgm:param type="parTxLTRAlign" val="l"/>
                    <dgm:param type="txAnchorVertCh" val="mid"/>
                    <dgm:param type="shpTxRTLAlignCh" val="l"/>
                    <dgm:param type="shpTxLTRAlignCh" val="l"/>
                  </dgm:alg>
                </dgm:if>
                <dgm:else name="L2TextContainerAlgoRTL">
                  <dgm:alg type="tx">
                    <dgm:param type="txAnchorVert" val="mid"/>
                    <dgm:param type="parTxRTLAlign" val="r"/>
                    <dgm:param type="parTxLTRAlign" val="r"/>
                    <dgm:param type="txAnchorVertCh" val="mid"/>
                    <dgm:param type="shpTxRTLAlignCh" val="r"/>
                    <dgm:param type="shpTxLTRAlignCh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 fact="0.75"/>
                <dgm:constr type="bMarg" refType="primFontSz" fact="0.75"/>
                <dgm:constr type="lMarg" refType="primFontSz" fact="0.75"/>
                <dgm:constr type="rMarg" refType="primFontSz" fact="0.75"/>
              </dgm:constrLst>
              <dgm:ruleLst>
                <dgm:rule type="h" val="INF" fact="NaN" max="NaN"/>
                <dgm:rule type="primFontSz" val="12" fact="NaN" max="NaN"/>
                <dgm:rule type="secFontSz" val="10" fact="NaN" max="NaN"/>
              </dgm:ruleLst>
            </dgm:layoutNode>
            <dgm:layoutNode name="FlexibleEmptyPlaceHolder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</dgm:layoutNode>
          </dgm:layoutNode>
          <dgm:layoutNode name="ConnectLine" styleLbl="sibTrans1D1" moveWith="L1TextContainer">
            <dgm:alg type="sp"/>
            <dgm:shape xmlns:r="http://schemas.openxmlformats.org/officeDocument/2006/relationships" type="line" r:blip="">
              <dgm:adjLst/>
            </dgm:shape>
            <dgm:presOf/>
            <dgm:constrLst/>
          </dgm:layoutNode>
          <dgm:layoutNode name="ConnectorPoint" styleLbl="node1" moveWith="L1TextContainer">
            <dgm:alg type="sp"/>
            <dgm:shape xmlns:r="http://schemas.openxmlformats.org/officeDocument/2006/relationships" rot="45" type="rect" r:blip="" zOrderOff="10">
              <dgm:adjLst/>
              <dgm:extLst>
                <a:ext uri="{B698B0E9-8C71-41B9-8309-B3DCBF30829C}">
                  <dgm1612:spPr xmlns:dgm1612="http://schemas.microsoft.com/office/drawing/2016/12/diagram">
                    <a:ln w="6350"/>
                  </dgm1612:spPr>
                </a:ext>
              </dgm:extLst>
            </dgm:shape>
            <dgm:presOf/>
            <dgm:constrLst/>
          </dgm:layoutNode>
          <dgm:layoutNode name="EmptyPlaceHolder">
            <dgm:alg type="sp"/>
            <dgm:shape xmlns:r="http://schemas.openxmlformats.org/officeDocument/2006/relationships" r:blip="">
              <dgm:adjLst/>
            </dgm:shape>
            <dgm:presOf/>
            <dgm:constrLst/>
          </dgm:layoutNode>
        </dgm:layoutNode>
        <dgm:forEach name="Name28" axis="followSib" ptType="sibTrans" cnt="1">
          <dgm:layoutNode name="spaceBetweenRectangle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PhasedProcess">
  <dgm:title val=""/>
  <dgm:desc val=""/>
  <dgm:catLst>
    <dgm:cat type="process" pri="1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clrData>
  <dgm:layoutNode name="Name0">
    <dgm:varLst>
      <dgm:chMax val="3"/>
      <dgm:chPref val="3"/>
      <dgm:bulletEnabled val="1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gte" val="3">
        <dgm:alg type="composite">
          <dgm:param type="ar" val="2.8316"/>
        </dgm:alg>
        <dgm:choose name="Name3">
          <dgm:if name="Name4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567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rightChild" refType="w" fact="0.713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parentText1" refType="w" fact="0.0621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6845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if>
          <dgm:else name="Name5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72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rightChild" refType="w" fact="0.09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parentText1" refType="w" fact="0.7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062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else>
        </dgm:choose>
      </dgm:if>
      <dgm:if name="Name6" axis="ch" ptType="node" func="cnt" op="gte" val="2">
        <dgm:alg type="composite">
          <dgm:param type="ar" val="1.8986"/>
        </dgm:alg>
        <dgm:choose name="Name7">
          <dgm:if name="Name8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941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5782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1" refType="w" fact="0.0926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  <dgm:constr type="l" for="ch" forName="parentText2" refType="w" fact="0.5655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</dgm:constrLst>
          </dgm:if>
          <dgm:else name="Name9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592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0941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2" refType="w" fact="0.0926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  <dgm:constr type="l" for="ch" forName="parentText1" refType="w" fact="0.5655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</dgm:constrLst>
          </dgm:else>
        </dgm:choose>
      </dgm:if>
      <dgm:else name="Name10">
        <dgm:alg type="composite">
          <dgm:param type="ar" val="0.8036"/>
        </dgm:alg>
        <dgm:constrLst>
          <dgm:constr type="primFontSz" for="des" forName="parentText1" val="65"/>
          <dgm:constr type="primFontSz" for="des" forName="childText1_1" val="65"/>
          <dgm:constr type="primFontSz" for="des" forName="childText1_1" refType="primFontSz" refFor="des" refForName="parentText1" op="lte"/>
          <dgm:constr type="primFontSz" for="des" forName="childText1_2" refType="primFontSz" refFor="des" refForName="parentText1" op="lte"/>
          <dgm:constr type="primFontSz" for="des" forName="childText1_3" refType="primFontSz" refFor="des" refForName="parentText1" op="lte"/>
          <dgm:constr type="primFontSz" for="des" forName="childText1_4" refType="primFontSz" refFor="des" refForName="parentText1" op="lte"/>
          <dgm:constr type="primFontSz" for="des" forName="childText1_1" refType="primFontSz" refFor="des" refForName="parentText2" op="lte"/>
          <dgm:constr type="primFontSz" for="des" forName="childText1_2" refType="primFontSz" refFor="des" refForName="parentText2" op="lte"/>
          <dgm:constr type="primFontSz" for="des" forName="childText1_3" refType="primFontSz" refFor="des" refForName="parentText2" op="lte"/>
          <dgm:constr type="primFontSz" for="des" forName="childText1_4" refType="primFontSz" refFor="des" refForName="parentText2" op="lte"/>
          <dgm:constr type="primFontSz" for="des" forName="childText1_1" refType="primFontSz" refFor="des" refForName="parentText3" op="lte"/>
          <dgm:constr type="primFontSz" for="des" forName="childText1_2" refType="primFontSz" refFor="des" refForName="parentText3" op="lte"/>
          <dgm:constr type="primFontSz" for="des" forName="childText1_3" refType="primFontSz" refFor="des" refForName="parentText3" op="lte"/>
          <dgm:constr type="primFontSz" for="des" forName="childText1_4" refType="primFontSz" refFor="des" refForName="parentText3" op="lte"/>
          <dgm:constr type="primFontSz" for="des" forName="childText1_2" refType="primFontSz" refFor="des" refForName="childText1_1" op="equ"/>
          <dgm:constr type="primFontSz" for="des" forName="childText1_3" refType="primFontSz" refFor="des" refForName="childText1_1" op="equ"/>
          <dgm:constr type="primFontSz" for="des" forName="childText1_4" refType="primFontSz" refFor="des" refForName="childText1_1" op="equ"/>
          <dgm:constr type="l" for="ch" forName="leftComposite" refType="w" fact="0"/>
          <dgm:constr type="t" for="ch" forName="leftComposite" refType="h" fact="0.1159"/>
          <dgm:constr type="w" for="ch" forName="leftComposite" refType="w"/>
          <dgm:constr type="h" for="ch" forName="leftComposite" refType="h" fact="0.6953"/>
          <dgm:constr type="l" for="ch" forName="parentText1" refType="w" fact="0"/>
          <dgm:constr type="t" for="ch" forName="parentText1" refType="h" fact="0.8128"/>
          <dgm:constr type="w" for="ch" forName="parentText1" refType="w"/>
          <dgm:constr type="h" for="ch" forName="parentText1" refType="h" fact="0.1872"/>
        </dgm:constrLst>
      </dgm:else>
    </dgm:choose>
    <dgm:choose name="Name11">
      <dgm:if name="Name12" axis="ch" ptType="node" func="cnt" op="gte" val="1">
        <dgm:choose name="Name13">
          <dgm:if name="Name14" axis="ch" ptType="node" func="cnt" op="gte" val="2">
            <dgm:layoutNode name="arc1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3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2" styleLbl="revTx">
              <dgm:varLst>
                <dgm:chMax val="4"/>
                <dgm:chPref val="3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5"/>
        </dgm:choose>
        <dgm:choose name="Name16">
          <dgm:if name="Name17" axis="ch" ptType="node" func="cnt" op="gte" val="3">
            <dgm:layoutNode name="arc2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4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3" styleLbl="revTx">
              <dgm:varLst>
                <dgm:chMax val="1"/>
                <dgm:chPref val="1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3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8"/>
        </dgm:choose>
      </dgm:if>
      <dgm:else name="Name19"/>
    </dgm:choose>
    <dgm:layoutNode name="middleComposite">
      <dgm:choose name="Name20">
        <dgm:if name="Name21" axis="ch ch" ptType="node node" st="2 1" cnt="1 0" func="cnt" op="lte" val="1">
          <dgm:alg type="composite">
            <dgm:param type="ar" val="1"/>
          </dgm:alg>
        </dgm:if>
        <dgm:if name="Name22" axis="ch ch" ptType="node node" st="2 1" cnt="1 0" func="cnt" op="equ" val="2">
          <dgm:alg type="composite">
            <dgm:param type="ar" val="1.792"/>
          </dgm:alg>
        </dgm:if>
        <dgm:if name="Name23" axis="ch ch" ptType="node node" st="2 1" cnt="1 0" func="cnt" op="equ" val="3">
          <dgm:alg type="composite">
            <dgm:param type="ar" val="1"/>
          </dgm:alg>
        </dgm:if>
        <dgm:else name="Name24">
          <dgm:alg type="composite">
            <dgm:param type="ar" val="1"/>
          </dgm:alg>
        </dgm:else>
      </dgm:choose>
      <dgm:shape xmlns:r="http://schemas.openxmlformats.org/officeDocument/2006/relationships" r:blip="">
        <dgm:adjLst/>
      </dgm:shape>
      <dgm:presOf/>
      <dgm:choose name="Name25">
        <dgm:if name="Name26" axis="ch ch" ptType="node node" st="2 1" cnt="1 0" func="cnt" op="lte" val="1">
          <dgm:constrLst>
            <dgm:constr type="ctrX" for="ch" forName="circ1" refType="w" fact="0.5"/>
            <dgm:constr type="ctrY" for="ch" forName="circ1" refType="h" fact="0.5"/>
            <dgm:constr type="w" for="ch" forName="circ1" refType="w"/>
            <dgm:constr type="h" for="ch" forName="circ1" refType="h"/>
            <dgm:constr type="l" for="ch" forName="circ1Tx" refType="w" fact="0.2"/>
            <dgm:constr type="t" for="ch" forName="circ1Tx" refType="h" fact="0.1"/>
            <dgm:constr type="w" for="ch" forName="circ1Tx" refType="w" fact="0.6"/>
            <dgm:constr type="h" for="ch" forName="circ1Tx" refType="h" fact="0.8"/>
          </dgm:constrLst>
        </dgm:if>
        <dgm:if name="Name27" axis="ch ch" ptType="node node" st="2 1" cnt="1 0" func="cnt" op="equ" val="2">
          <dgm:constrLst>
            <dgm:constr type="ctrX" for="ch" forName="circ1" refType="w" fact="0.3"/>
            <dgm:constr type="ctrY" for="ch" forName="circ1" refType="h" fact="0.5"/>
            <dgm:constr type="w" for="ch" forName="circ1" refType="w" fact="0.555"/>
            <dgm:constr type="h" for="ch" forName="circ1" refType="h" fact="0.99456"/>
            <dgm:constr type="l" for="ch" forName="circ1Tx" refType="w" fact="0.1"/>
            <dgm:constr type="t" for="ch" forName="circ1Tx" refType="h" fact="0.12"/>
            <dgm:constr type="w" for="ch" forName="circ1Tx" refType="w" fact="0.32"/>
            <dgm:constr type="h" for="ch" forName="circ1Tx" refType="h" fact="0.76"/>
            <dgm:constr type="ctrX" for="ch" forName="circ2" refType="w" fact="0.7"/>
            <dgm:constr type="ctrY" for="ch" forName="circ2" refType="h" fact="0.5"/>
            <dgm:constr type="w" for="ch" forName="circ2" refType="w" fact="0.555"/>
            <dgm:constr type="h" for="ch" forName="circ2" refType="h" fact="0.99456"/>
            <dgm:constr type="l" for="ch" forName="circ2Tx" refType="w" fact="0.58"/>
            <dgm:constr type="t" for="ch" forName="circ2Tx" refType="h" fact="0.12"/>
            <dgm:constr type="w" for="ch" forName="circ2Tx" refType="w" fact="0.32"/>
            <dgm:constr type="h" for="ch" forName="circ2Tx" refType="h" fact="0.76"/>
          </dgm:constrLst>
        </dgm:if>
        <dgm:if name="Name28" axis="ch ch" ptType="node node" st="2 1" cnt="1 0" func="cnt" op="equ" val="3">
          <dgm:constrLst>
            <dgm:constr type="ctrX" for="ch" forName="circ1" refType="w" fact="0.5"/>
            <dgm:constr type="ctrY" for="ch" forName="circ1" refType="w" fact="0.25"/>
            <dgm:constr type="w" for="ch" forName="circ1" refType="w" fact="0.6"/>
            <dgm:constr type="h" for="ch" forName="circ1" refType="h" fact="0.6"/>
            <dgm:constr type="l" for="ch" forName="circ1Tx" refType="w" fact="0.28"/>
            <dgm:constr type="t" for="ch" forName="circ1Tx" refType="h" fact="0.055"/>
            <dgm:constr type="w" for="ch" forName="circ1Tx" refType="w" fact="0.44"/>
            <dgm:constr type="h" for="ch" forName="circ1Tx" refType="h" fact="0.27"/>
            <dgm:constr type="ctrX" for="ch" forName="circ2" refType="w" fact="0.7165"/>
            <dgm:constr type="ctrY" for="ch" forName="circ2" refType="w" fact="0.625"/>
            <dgm:constr type="w" for="ch" forName="circ2" refType="w" fact="0.6"/>
            <dgm:constr type="h" for="ch" forName="circ2" refType="h" fact="0.6"/>
            <dgm:constr type="l" for="ch" forName="circ2Tx" refType="w" fact="0.6"/>
            <dgm:constr type="t" for="ch" forName="circ2Tx" refType="h" fact="0.48"/>
            <dgm:constr type="w" for="ch" forName="circ2Tx" refType="w" fact="0.36"/>
            <dgm:constr type="h" for="ch" forName="circ2Tx" refType="h" fact="0.33"/>
            <dgm:constr type="ctrX" for="ch" forName="circ3" refType="w" fact="0.2835"/>
            <dgm:constr type="ctrY" for="ch" forName="circ3" refType="w" fact="0.625"/>
            <dgm:constr type="w" for="ch" forName="circ3" refType="w" fact="0.6"/>
            <dgm:constr type="h" for="ch" forName="circ3" refType="h" fact="0.6"/>
            <dgm:constr type="l" for="ch" forName="circ3Tx" refType="w" fact="0.04"/>
            <dgm:constr type="t" for="ch" forName="circ3Tx" refType="h" fact="0.48"/>
            <dgm:constr type="w" for="ch" forName="circ3Tx" refType="w" fact="0.36"/>
            <dgm:constr type="h" for="ch" forName="circ3Tx" refType="h" fact="0.33"/>
          </dgm:constrLst>
        </dgm:if>
        <dgm:else name="Name29">
          <dgm:constrLst>
            <dgm:constr type="ctrX" for="ch" forName="circ1" refType="w" fact="0.5"/>
            <dgm:constr type="ctrY" for="ch" forName="circ1" refType="w" fact="0.27"/>
            <dgm:constr type="w" for="ch" forName="circ1" refType="w" fact="0.52"/>
            <dgm:constr type="h" for="ch" forName="circ1" refType="h" fact="0.52"/>
            <dgm:constr type="l" for="ch" forName="circ1Tx" refType="w" fact="0.3"/>
            <dgm:constr type="t" for="ch" forName="circ1Tx" refType="h" fact="0.08"/>
            <dgm:constr type="w" for="ch" forName="circ1Tx" refType="w" fact="0.4"/>
            <dgm:constr type="h" for="ch" forName="circ1Tx" refType="h" fact="0.165"/>
            <dgm:constr type="ctrX" for="ch" forName="circ2" refType="w" fact="0.73"/>
            <dgm:constr type="ctrY" for="ch" forName="circ2" refType="w" fact="0.5"/>
            <dgm:constr type="w" for="ch" forName="circ2" refType="w" fact="0.52"/>
            <dgm:constr type="h" for="ch" forName="circ2" refType="h" fact="0.52"/>
            <dgm:constr type="r" for="ch" forName="circ2Tx" refType="w" fact="0.95"/>
            <dgm:constr type="t" for="ch" forName="circ2Tx" refType="h" fact="0.3"/>
            <dgm:constr type="w" for="ch" forName="circ2Tx" refType="w" fact="0.2"/>
            <dgm:constr type="h" for="ch" forName="circ2Tx" refType="h" fact="0.4"/>
            <dgm:constr type="ctrX" for="ch" forName="circ3" refType="w" fact="0.5"/>
            <dgm:constr type="ctrY" for="ch" forName="circ3" refType="w" fact="0.73"/>
            <dgm:constr type="w" for="ch" forName="circ3" refType="w" fact="0.52"/>
            <dgm:constr type="h" for="ch" forName="circ3" refType="h" fact="0.52"/>
            <dgm:constr type="l" for="ch" forName="circ3Tx" refType="w" fact="0.3"/>
            <dgm:constr type="b" for="ch" forName="circ3Tx" refType="h" fact="0.92"/>
            <dgm:constr type="w" for="ch" forName="circ3Tx" refType="w" fact="0.4"/>
            <dgm:constr type="h" for="ch" forName="circ3Tx" refType="h" fact="0.165"/>
            <dgm:constr type="ctrX" for="ch" forName="circ4" refType="w" fact="0.27"/>
            <dgm:constr type="ctrY" for="ch" forName="circ4" refType="h" fact="0.5"/>
            <dgm:constr type="w" for="ch" forName="circ4" refType="w" fact="0.52"/>
            <dgm:constr type="h" for="ch" forName="circ4" refType="h" fact="0.52"/>
            <dgm:constr type="l" for="ch" forName="circ4Tx" refType="w" fact="0.05"/>
            <dgm:constr type="t" for="ch" forName="circ4Tx" refType="h" fact="0.3"/>
            <dgm:constr type="w" for="ch" forName="circ4Tx" refType="w" fact="0.2"/>
            <dgm:constr type="h" for="ch" forName="circ4Tx" refType="h" fact="0.4"/>
          </dgm:constrLst>
        </dgm:else>
      </dgm:choose>
      <dgm:ruleLst/>
      <dgm:forEach name="Name30" axis="ch ch" ptType="node node" st="2 1" cnt="1 1">
        <dgm:layoutNode name="circ1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1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1" axis="ch ch" ptType="node node" st="2 2" cnt="1 1">
        <dgm:layoutNode name="circ2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2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2" axis="ch ch" ptType="node node" st="2 3" cnt="1 1">
        <dgm:layoutNode name="circ3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3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3" axis="ch ch" ptType="node node" st="2 4" cnt="1 1">
        <dgm:layoutNode name="circ4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4Tx" styleLbl="revTx">
          <dgm:varLst>
            <dgm:chMax val="0"/>
            <dgm:chPref val="0"/>
            <dgm:bulletEnabled val="1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</dgm:layoutNode>
    <dgm:layoutNode name="leftComposite">
      <dgm:choose name="Name34">
        <dgm:if name="Name35" axis="ch ch" ptType="node node" st="1 1" cnt="1 0" func="cnt" op="lte" val="1">
          <dgm:alg type="composite">
            <dgm:param type="ar" val="1.3085"/>
          </dgm:alg>
          <dgm:constrLst>
            <dgm:constr type="l" for="ch" forName="childText1_1" refType="w" fact="0.2124"/>
            <dgm:constr type="t" for="ch" forName="childText1_1" refType="h" fact="0"/>
            <dgm:constr type="w" for="ch" forName="childText1_1" refType="w" fact="0.5759"/>
            <dgm:constr type="h" for="ch" forName="childText1_1" refType="h" fact="0.7535"/>
            <dgm:constr type="l" for="ch" forName="ellipse1" refType="w" fact="0"/>
            <dgm:constr type="t" for="ch" forName="ellipse1" refType="h" fact="0.63"/>
            <dgm:constr type="w" for="ch" forName="ellipse1" refType="w" fact="0.2828"/>
            <dgm:constr type="h" for="ch" forName="ellipse1" refType="h" fact="0.37"/>
            <dgm:constr type="l" for="ch" forName="ellipse2" refType="w" fact="0.82"/>
            <dgm:constr type="t" for="ch" forName="ellipse2" refType="h" fact="0.17"/>
            <dgm:constr type="w" for="ch" forName="ellipse2" refType="w" fact="0.1645"/>
            <dgm:constr type="h" for="ch" forName="ellipse2" refType="h" fact="0.2153"/>
          </dgm:constrLst>
        </dgm:if>
        <dgm:if name="Name36" axis="ch ch" ptType="node node" st="1 1" cnt="1 0" func="cnt" op="equ" val="2">
          <dgm:alg type="composite">
            <dgm:param type="ar" val="0.8917"/>
          </dgm:alg>
          <dgm:constrLst>
            <dgm:constr type="l" for="ch" forName="childText1_1" refType="w" fact="0.1864"/>
            <dgm:constr type="t" for="ch" forName="childText1_1" refType="h" fact="0"/>
            <dgm:constr type="w" for="ch" forName="childText1_1" refType="w" fact="0.5055"/>
            <dgm:constr type="h" for="ch" forName="childText1_1" refType="h" fact="0.4507"/>
            <dgm:constr type="l" for="ch" forName="childText1_2" refType="w" fact="0.4945"/>
            <dgm:constr type="t" for="ch" forName="childText1_2" refType="h" fact="0.3929"/>
            <dgm:constr type="w" for="ch" forName="childText1_2" refType="w" fact="0.5055"/>
            <dgm:constr type="h" for="ch" forName="childText1_2" refType="h" fact="0.4507"/>
            <dgm:constr type="l" for="ch" forName="ellipse1" refType="w" fact="0"/>
            <dgm:constr type="t" for="ch" forName="ellipse1" refType="h" fact="0.3768"/>
            <dgm:constr type="w" for="ch" forName="ellipse1" refType="w" fact="0.2482"/>
            <dgm:constr type="h" for="ch" forName="ellipse1" refType="h" fact="0.2213"/>
            <dgm:constr type="l" for="ch" forName="ellipse3" refType="w" fact="0.5474"/>
            <dgm:constr type="t" for="ch" forName="ellipse3" refType="h" fact="0.8712"/>
            <dgm:constr type="w" for="ch" forName="ellipse3" refType="w" fact="0.1444"/>
            <dgm:constr type="h" for="ch" forName="ellipse3" refType="h" fact="0.1288"/>
            <dgm:constr type="l" for="ch" forName="ellipse2" refType="w" fact="0.7333"/>
            <dgm:constr type="t" for="ch" forName="ellipse2" refType="h" fact="0.0887"/>
            <dgm:constr type="w" for="ch" forName="ellipse2" refType="w" fact="0.1444"/>
            <dgm:constr type="h" for="ch" forName="ellipse2" refType="h" fact="0.1288"/>
          </dgm:constrLst>
        </dgm:if>
        <dgm:if name="Name37" axis="ch ch" ptType="node node" st="1 1" cnt="1 0" func="cnt" op="equ" val="3">
          <dgm:alg type="composite">
            <dgm:param type="ar" val="1.0811"/>
          </dgm:alg>
          <dgm:constrLst>
            <dgm:constr type="l" for="ch" forName="childText1_3" refType="w" fact="0.1649"/>
            <dgm:constr type="t" for="ch" forName="childText1_3" refType="h" fact="0.5389"/>
            <dgm:constr type="w" for="ch" forName="childText1_3" refType="w" fact="0.4265"/>
            <dgm:constr type="h" for="ch" forName="childText1_3" refType="h" fact="0.4611"/>
            <dgm:constr type="l" for="ch" forName="childText1_1" refType="w" fact="0.1573"/>
            <dgm:constr type="t" for="ch" forName="childText1_1" refType="h" fact="0"/>
            <dgm:constr type="w" for="ch" forName="childText1_1" refType="w" fact="0.4265"/>
            <dgm:constr type="h" for="ch" forName="childText1_1" refType="h" fact="0.4611"/>
            <dgm:constr type="l" for="ch" forName="childText1_2" refType="w" fact="0.5735"/>
            <dgm:constr type="t" for="ch" forName="childText1_2" refType="h" fact="0.2754"/>
            <dgm:constr type="w" for="ch" forName="childText1_2" refType="w" fact="0.4265"/>
            <dgm:constr type="h" for="ch" forName="childText1_2" refType="h" fact="0.4611"/>
            <dgm:constr type="l" for="ch" forName="ellipse1" refType="w" fact="0"/>
            <dgm:constr type="t" for="ch" forName="ellipse1" refType="h" fact="0.3855"/>
            <dgm:constr type="w" for="ch" forName="ellipse1" refType="w" fact="0.2095"/>
            <dgm:constr type="h" for="ch" forName="ellipse1" refType="h" fact="0.2264"/>
            <dgm:constr type="l" for="ch" forName="ellipse3" refType="w" fact="0.6181"/>
            <dgm:constr type="t" for="ch" forName="ellipse3" refType="h" fact="0.7647"/>
            <dgm:constr type="w" for="ch" forName="ellipse3" refType="w" fact="0.1219"/>
            <dgm:constr type="h" for="ch" forName="ellipse3" refType="h" fact="0.1317"/>
            <dgm:constr type="l" for="ch" forName="ellipse2" refType="w" fact="0.6188"/>
            <dgm:constr type="t" for="ch" forName="ellipse2" refType="h" fact="0.0907"/>
            <dgm:constr type="w" for="ch" forName="ellipse2" refType="w" fact="0.1219"/>
            <dgm:constr type="h" for="ch" forName="ellipse2" refType="h" fact="0.1317"/>
          </dgm:constrLst>
        </dgm:if>
        <dgm:else name="Name38">
          <dgm:alg type="composite">
            <dgm:param type="ar" val="0.9472"/>
          </dgm:alg>
          <dgm:constrLst>
            <dgm:constr type="l" for="ch" forName="childText1_3" refType="w" fact="0"/>
            <dgm:constr type="t" for="ch" forName="childText1_3" refType="h" fact="0.6035"/>
            <dgm:constr type="w" for="ch" forName="childText1_3" refType="w" fact="0.4186"/>
            <dgm:constr type="h" for="ch" forName="childText1_3" refType="h" fact="0.3965"/>
            <dgm:constr type="l" for="ch" forName="childText1_1" refType="w" fact="0.0981"/>
            <dgm:constr type="t" for="ch" forName="childText1_1" refType="h" fact="0"/>
            <dgm:constr type="w" for="ch" forName="childText1_1" refType="w" fact="0.4186"/>
            <dgm:constr type="h" for="ch" forName="childText1_1" refType="h" fact="0.3965"/>
            <dgm:constr type="l" for="ch" forName="childText1_2" refType="w" fact="0.5385"/>
            <dgm:constr type="t" for="ch" forName="childText1_2" refType="h" fact="0.1304"/>
            <dgm:constr type="w" for="ch" forName="childText1_2" refType="w" fact="0.4186"/>
            <dgm:constr type="h" for="ch" forName="childText1_2" refType="h" fact="0.3965"/>
            <dgm:constr type="l" for="ch" forName="ellipse4" refType="w" fact="0.3222"/>
            <dgm:constr type="t" for="ch" forName="ellipse4" refType="h" fact="0.4232"/>
            <dgm:constr type="w" for="ch" forName="ellipse4" refType="w" fact="0.2056"/>
            <dgm:constr type="h" for="ch" forName="ellipse4" refType="h" fact="0.1947"/>
            <dgm:constr type="l" for="ch" forName="ellipse1" refType="w" fact="0.1489"/>
            <dgm:constr type="t" for="ch" forName="ellipse1" refType="h" fact="0.4502"/>
            <dgm:constr type="w" for="ch" forName="ellipse1" refType="w" fact="0.1196"/>
            <dgm:constr type="h" for="ch" forName="ellipse1" refType="h" fact="0.1133"/>
            <dgm:constr type="l" for="ch" forName="ellipse2" refType="w" fact="0.5384"/>
            <dgm:constr type="t" for="ch" forName="ellipse2" refType="h" fact="0.0124"/>
            <dgm:constr type="w" for="ch" forName="ellipse2" refType="w" fact="0.1196"/>
            <dgm:constr type="h" for="ch" forName="ellipse2" refType="h" fact="0.1133"/>
            <dgm:constr type="l" for="ch" forName="childText1_4" refType="w" fact="0.4625"/>
            <dgm:constr type="t" for="ch" forName="childText1_4" refType="h" fact="0.5719"/>
            <dgm:constr type="w" for="ch" forName="childText1_4" refType="w" fact="0.4186"/>
            <dgm:constr type="h" for="ch" forName="childText1_4" refType="h" fact="0.3965"/>
            <dgm:constr type="l" for="ch" forName="ellipse3" refType="w" fact="0.8804"/>
            <dgm:constr type="t" for="ch" forName="ellipse3" refType="h" fact="0.5329"/>
            <dgm:constr type="w" for="ch" forName="ellipse3" refType="w" fact="0.1196"/>
            <dgm:constr type="h" for="ch" forName="ellipse3" refType="h" fact="0.1133"/>
            <dgm:constr type="l" for="ch" forName="ellipse5" refType="w" fact="0.0146"/>
            <dgm:constr type="t" for="ch" forName="ellipse5" refType="h" fact="0.5228"/>
            <dgm:constr type="w" for="ch" forName="ellipse5" refType="w" fact="0.0899"/>
            <dgm:constr type="h" for="ch" forName="ellipse5" refType="h" fact="0.0851"/>
          </dgm:constrLst>
        </dgm:else>
      </dgm:choose>
      <dgm:forEach name="Name39" axis="ch ch" ptType="node node" st="1 1" cnt="1 1">
        <dgm:layoutNode name="childText1_1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1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2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0" axis="ch ch" ptType="node node" st="1 2" cnt="1 1">
        <dgm:layoutNode name="childText1_2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3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1" axis="ch ch" ptType="node node" st="1 3" cnt="1 1">
        <dgm:layoutNode name="childText1_3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forEach>
      <dgm:forEach name="Name42" axis="ch ch" ptType="node node" st="1 4" cnt="1 1">
        <dgm:layoutNode name="childText1_4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4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5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layoutNode>
    <dgm:choose name="Name43">
      <dgm:if name="Name44" axis="ch ch" ptType="node node" st="3 1" cnt="1 0" func="cnt" op="gte" val="1">
        <dgm:layoutNode name="rightChild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ch des" ptType="node node" st="3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45"/>
    </dgm:choose>
    <dgm:layoutNode name="parentText1" styleLbl="revTx">
      <dgm:varLst>
        <dgm:chMax val="4"/>
        <dgm:chPref val="3"/>
        <dgm:bulletEnabled val="1"/>
      </dgm:varLst>
      <dgm:alg type="tx"/>
      <dgm:shape xmlns:r="http://schemas.openxmlformats.org/officeDocument/2006/relationships" type="rect" r:blip="">
        <dgm:adjLst/>
      </dgm:shape>
      <dgm:presOf axis="ch self" ptType="node node" st="1 1" cnt="1 0"/>
      <dgm:constrLst>
        <dgm:constr type="lMarg" refType="primFontSz" fact="0.3"/>
        <dgm:constr type="rMarg" refType="primFontSz" fact="0.3"/>
        <dgm:constr type="tMarg" refType="primFontSz" fact="0.3"/>
        <dgm:constr type="bMarg" refType="primFontSz" fact="0.3"/>
      </dgm:constrLst>
      <dgm:ruleLst>
        <dgm:rule type="primFontSz" val="5" fact="NaN" max="NaN"/>
      </dgm:ruleLst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2440B6-B00E-6944-B270-8A5ABEE4E9AA}" type="datetimeFigureOut">
              <a:rPr lang="en-IT" smtClean="0"/>
              <a:t>14/03/24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C24337-DED7-4242-B796-499A706BB38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12100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T" dirty="0"/>
              <a:t>What are the main elements? What tools might you need to do this?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C24337-DED7-4242-B796-499A706BB382}" type="slidenum">
              <a:rPr lang="en-IT" smtClean="0"/>
              <a:t>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00671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T" dirty="0"/>
              <a:t>Mod 2 lesson 1 – Research Products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C24337-DED7-4242-B796-499A706BB382}" type="slidenum">
              <a:rPr lang="en-IT" smtClean="0"/>
              <a:t>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350170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aims.fao.org</a:t>
            </a:r>
            <a:r>
              <a:rPr lang="en-GB" dirty="0"/>
              <a:t>/news/fair-principles-digital-objects-role-metadata</a:t>
            </a:r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C24337-DED7-4242-B796-499A706BB382}" type="slidenum">
              <a:rPr lang="en-IT" smtClean="0"/>
              <a:t>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349773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www.ccdc.cam.ac.uk</a:t>
            </a:r>
            <a:r>
              <a:rPr lang="en-GB" dirty="0"/>
              <a:t>/solutions/about-the-</a:t>
            </a:r>
            <a:r>
              <a:rPr lang="en-GB" dirty="0" err="1"/>
              <a:t>csd</a:t>
            </a:r>
            <a:r>
              <a:rPr lang="en-GB" dirty="0"/>
              <a:t>/fair-data-principles/</a:t>
            </a:r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C24337-DED7-4242-B796-499A706BB382}" type="slidenum">
              <a:rPr lang="en-IT" smtClean="0"/>
              <a:t>10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57851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FD25E-7B54-A292-20E1-AD973652AB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89EF2D-C31B-E1F1-7A76-5518454DD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B491C-CF54-CF6F-8E85-40ABA5D05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DB9F5-8461-8D4D-9EFB-061D00F21F9E}" type="datetimeFigureOut">
              <a:rPr lang="en-IT" smtClean="0"/>
              <a:t>14/03/24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76515-707E-5868-DF07-84AADA4E9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30CD6-6EF4-3827-C526-36743391F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30E9B-4779-AE40-AFE7-996C5F6F86CF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411115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DC713-BEE8-9A1E-180D-AF8508510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763F1-7B94-1345-3864-AE7C3A012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07B84-CF2A-2786-35EF-BBF2D68CE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DB9F5-8461-8D4D-9EFB-061D00F21F9E}" type="datetimeFigureOut">
              <a:rPr lang="en-IT" smtClean="0"/>
              <a:t>14/03/24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C544D-5449-8A3A-6F80-CB301461C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9BCA0-D18F-6B07-1DE2-AE10AA8CF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30E9B-4779-AE40-AFE7-996C5F6F86CF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61578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C7549-DE67-FB39-1EB3-2DDBF0EE3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D91E7-CF64-D7AE-2074-C24E2CD41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D14-A510-9FC5-B095-5A715D37B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DB9F5-8461-8D4D-9EFB-061D00F21F9E}" type="datetimeFigureOut">
              <a:rPr lang="en-IT" smtClean="0"/>
              <a:t>14/03/24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06FF3-C461-25EC-041E-08781CD05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4AC7C-796A-507B-4E84-013AD771A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30E9B-4779-AE40-AFE7-996C5F6F86CF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54136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A5C11-7ACC-7FFB-FA31-41DC7444B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9D556-9E7D-5230-D827-3240A9DBC5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36DC20-560E-E899-E7EC-380F77E564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7F4933-0940-4404-F347-6EF32F87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DB9F5-8461-8D4D-9EFB-061D00F21F9E}" type="datetimeFigureOut">
              <a:rPr lang="en-IT" smtClean="0"/>
              <a:t>14/03/24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EB3113-DE7E-7073-E1D9-9637B6E7E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9820F-2D3C-1287-D3D8-EA779469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30E9B-4779-AE40-AFE7-996C5F6F86CF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479299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81565-D361-8C36-67BF-418EFE4B3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A3A2E-F1B8-5905-2BF2-16B6D03A3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0732D-0B1A-1B1D-FCF9-72BC2505E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6B0E30-40F2-A683-2CCB-7E027C68F3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DB8210-1EDF-D9CD-F921-386A706A5C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E0DF4C-C260-6DCE-670B-26ACA2BDA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DB9F5-8461-8D4D-9EFB-061D00F21F9E}" type="datetimeFigureOut">
              <a:rPr lang="en-IT" smtClean="0"/>
              <a:t>14/03/24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71A340-68FA-819D-53EB-651495D8E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D0EE54-109E-2650-B2D0-D6D0130B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30E9B-4779-AE40-AFE7-996C5F6F86CF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454857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13D26-398D-23BC-5B12-A278FF416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52C160-5007-AD62-5230-EF87011D6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DB9F5-8461-8D4D-9EFB-061D00F21F9E}" type="datetimeFigureOut">
              <a:rPr lang="en-IT" smtClean="0"/>
              <a:t>14/03/24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1DC428-733D-2406-DC70-C53A88BC0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BA46D-9EE5-A07E-E97A-4738A73C1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30E9B-4779-AE40-AFE7-996C5F6F86CF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904976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6337EB-2898-4AFB-8968-374E6B35F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DB9F5-8461-8D4D-9EFB-061D00F21F9E}" type="datetimeFigureOut">
              <a:rPr lang="en-IT" smtClean="0"/>
              <a:t>14/03/24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750F71-C80C-654F-10FD-6D7E8295D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537F9-CEDC-1809-2F47-B481C8DFF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30E9B-4779-AE40-AFE7-996C5F6F86CF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683633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BDBB9-4310-5AEE-A677-AC069A1FC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6D870-25A1-8ADD-4DF1-9D2AC23E9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0310D5-16AF-0AB2-53A8-58998F3E5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DAB9F-C435-B191-7A28-63832E135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DB9F5-8461-8D4D-9EFB-061D00F21F9E}" type="datetimeFigureOut">
              <a:rPr lang="en-IT" smtClean="0"/>
              <a:t>14/03/24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232D1A-F338-F866-9F71-DD381B773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D64465-5CE0-E8A5-7478-4C88A0801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30E9B-4779-AE40-AFE7-996C5F6F86CF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723816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1D5D2-A214-707E-E68F-B09CB6022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702989-AA9B-D701-CE4D-D08F3AE4A6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D39E93-1FF3-3BE2-D0B8-3C316ADA5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2478E-1105-4FEE-BF25-B0EFB9130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DB9F5-8461-8D4D-9EFB-061D00F21F9E}" type="datetimeFigureOut">
              <a:rPr lang="en-IT" smtClean="0"/>
              <a:t>14/03/24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399A0-A32A-1BE2-F26E-50870B22D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041F3-690F-B4AA-4DA6-D3552A42D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30E9B-4779-AE40-AFE7-996C5F6F86CF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420073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5566-FCDC-2CA3-0E9E-2FD9BFB0C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DE790-21B9-2AB5-E01C-2918EA126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D150A-5444-0A04-D175-342C42A59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DB9F5-8461-8D4D-9EFB-061D00F21F9E}" type="datetimeFigureOut">
              <a:rPr lang="en-IT" smtClean="0"/>
              <a:t>14/03/24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1F3AC-EE75-5602-1C58-0A392463B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43193-7FD2-8B23-99FA-1E58336FE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30E9B-4779-AE40-AFE7-996C5F6F86CF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329726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FF2A9B-8F1A-4D3C-CC1A-73691BC56D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DBAB88-14CF-89C6-C081-8EAC63AF1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AB780-4D37-ED9A-3D73-2729281A4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DB9F5-8461-8D4D-9EFB-061D00F21F9E}" type="datetimeFigureOut">
              <a:rPr lang="en-IT" smtClean="0"/>
              <a:t>14/03/24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3A35E-FDFD-3F5F-0753-83A4C2E8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33866-FFD0-B91C-FAC7-47E19B827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30E9B-4779-AE40-AFE7-996C5F6F86CF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89225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8D53B1-9FB0-E13C-FB82-C4F4F30ED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3ADB2-1667-F15B-1D1A-BD438611E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22BCF-76AF-7A1E-06B3-B1E7706CD4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1DB9F5-8461-8D4D-9EFB-061D00F21F9E}" type="datetimeFigureOut">
              <a:rPr lang="en-IT" smtClean="0"/>
              <a:t>14/03/24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97DFB-8F97-CD87-01E9-B75D2B788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6B02A-F121-350F-981C-ABD227FCE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30E9B-4779-AE40-AFE7-996C5F6F86CF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6193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zenodo.org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icrodata.worldbank.org/index.php/catalog/4571/study-description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H9Iu49E6Mxs?si=WyDb5siKrYAQBs0f" TargetMode="External"/><Relationship Id="rId2" Type="http://schemas.openxmlformats.org/officeDocument/2006/relationships/hyperlink" Target="https://visualstudio.microsoft.com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CD22E-2269-419F-9E81-016EA035D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3A5F31-342C-6739-7A7D-024B2C91D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132" y="1295231"/>
            <a:ext cx="5895178" cy="3807446"/>
          </a:xfrm>
        </p:spPr>
        <p:txBody>
          <a:bodyPr anchor="b">
            <a:normAutofit/>
          </a:bodyPr>
          <a:lstStyle/>
          <a:p>
            <a:pPr algn="l"/>
            <a:r>
              <a:rPr lang="en-IT" sz="6600"/>
              <a:t>TOPS 101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607D34-E2A9-4595-9DB2-5472E077C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7082" y="0"/>
            <a:ext cx="4884918" cy="6858000"/>
          </a:xfrm>
          <a:custGeom>
            <a:avLst/>
            <a:gdLst>
              <a:gd name="connsiteX0" fmla="*/ 1097203 w 4884918"/>
              <a:gd name="connsiteY0" fmla="*/ 0 h 6858000"/>
              <a:gd name="connsiteX1" fmla="*/ 1154155 w 4884918"/>
              <a:gd name="connsiteY1" fmla="*/ 0 h 6858000"/>
              <a:gd name="connsiteX2" fmla="*/ 972305 w 4884918"/>
              <a:gd name="connsiteY2" fmla="*/ 343212 h 6858000"/>
              <a:gd name="connsiteX3" fmla="*/ 780524 w 4884918"/>
              <a:gd name="connsiteY3" fmla="*/ 761067 h 6858000"/>
              <a:gd name="connsiteX4" fmla="*/ 737045 w 4884918"/>
              <a:gd name="connsiteY4" fmla="*/ 865164 h 6858000"/>
              <a:gd name="connsiteX5" fmla="*/ 762322 w 4884918"/>
              <a:gd name="connsiteY5" fmla="*/ 830676 h 6858000"/>
              <a:gd name="connsiteX6" fmla="*/ 1118805 w 4884918"/>
              <a:gd name="connsiteY6" fmla="*/ 160440 h 6858000"/>
              <a:gd name="connsiteX7" fmla="*/ 1221640 w 4884918"/>
              <a:gd name="connsiteY7" fmla="*/ 0 h 6858000"/>
              <a:gd name="connsiteX8" fmla="*/ 4884918 w 4884918"/>
              <a:gd name="connsiteY8" fmla="*/ 0 h 6858000"/>
              <a:gd name="connsiteX9" fmla="*/ 4884918 w 4884918"/>
              <a:gd name="connsiteY9" fmla="*/ 6857999 h 6858000"/>
              <a:gd name="connsiteX10" fmla="*/ 4884918 w 4884918"/>
              <a:gd name="connsiteY10" fmla="*/ 6858000 h 6858000"/>
              <a:gd name="connsiteX11" fmla="*/ 704817 w 4884918"/>
              <a:gd name="connsiteY11" fmla="*/ 6858000 h 6858000"/>
              <a:gd name="connsiteX12" fmla="*/ 618717 w 4884918"/>
              <a:gd name="connsiteY12" fmla="*/ 6672538 h 6858000"/>
              <a:gd name="connsiteX13" fmla="*/ 309324 w 4884918"/>
              <a:gd name="connsiteY13" fmla="*/ 5833618 h 6858000"/>
              <a:gd name="connsiteX14" fmla="*/ 209850 w 4884918"/>
              <a:gd name="connsiteY14" fmla="*/ 5484180 h 6858000"/>
              <a:gd name="connsiteX15" fmla="*/ 211619 w 4884918"/>
              <a:gd name="connsiteY15" fmla="*/ 5517653 h 6858000"/>
              <a:gd name="connsiteX16" fmla="*/ 361778 w 4884918"/>
              <a:gd name="connsiteY16" fmla="*/ 6145524 h 6858000"/>
              <a:gd name="connsiteX17" fmla="*/ 591356 w 4884918"/>
              <a:gd name="connsiteY17" fmla="*/ 6843306 h 6858000"/>
              <a:gd name="connsiteX18" fmla="*/ 597415 w 4884918"/>
              <a:gd name="connsiteY18" fmla="*/ 6858000 h 6858000"/>
              <a:gd name="connsiteX19" fmla="*/ 545224 w 4884918"/>
              <a:gd name="connsiteY19" fmla="*/ 6858000 h 6858000"/>
              <a:gd name="connsiteX20" fmla="*/ 533604 w 4884918"/>
              <a:gd name="connsiteY20" fmla="*/ 6830072 h 6858000"/>
              <a:gd name="connsiteX21" fmla="*/ 169657 w 4884918"/>
              <a:gd name="connsiteY21" fmla="*/ 5556577 h 6858000"/>
              <a:gd name="connsiteX22" fmla="*/ 12169 w 4884918"/>
              <a:gd name="connsiteY22" fmla="*/ 4362835 h 6858000"/>
              <a:gd name="connsiteX23" fmla="*/ 46168 w 4884918"/>
              <a:gd name="connsiteY23" fmla="*/ 3338487 h 6858000"/>
              <a:gd name="connsiteX24" fmla="*/ 490574 w 4884918"/>
              <a:gd name="connsiteY24" fmla="*/ 1381078 h 6858000"/>
              <a:gd name="connsiteX25" fmla="*/ 984701 w 4884918"/>
              <a:gd name="connsiteY25" fmla="*/ 2082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884918" h="6858000">
                <a:moveTo>
                  <a:pt x="1097203" y="0"/>
                </a:moveTo>
                <a:lnTo>
                  <a:pt x="1154155" y="0"/>
                </a:lnTo>
                <a:lnTo>
                  <a:pt x="972305" y="343212"/>
                </a:lnTo>
                <a:cubicBezTo>
                  <a:pt x="904739" y="480367"/>
                  <a:pt x="840941" y="619727"/>
                  <a:pt x="780524" y="761067"/>
                </a:cubicBezTo>
                <a:cubicBezTo>
                  <a:pt x="765737" y="795681"/>
                  <a:pt x="751579" y="830550"/>
                  <a:pt x="737045" y="865164"/>
                </a:cubicBezTo>
                <a:cubicBezTo>
                  <a:pt x="748306" y="856057"/>
                  <a:pt x="757014" y="844174"/>
                  <a:pt x="762322" y="830676"/>
                </a:cubicBezTo>
                <a:cubicBezTo>
                  <a:pt x="870201" y="600612"/>
                  <a:pt x="988539" y="376889"/>
                  <a:pt x="1118805" y="160440"/>
                </a:cubicBezTo>
                <a:lnTo>
                  <a:pt x="1221640" y="0"/>
                </a:lnTo>
                <a:lnTo>
                  <a:pt x="4884918" y="0"/>
                </a:lnTo>
                <a:lnTo>
                  <a:pt x="4884918" y="6857999"/>
                </a:lnTo>
                <a:lnTo>
                  <a:pt x="4884918" y="6858000"/>
                </a:lnTo>
                <a:lnTo>
                  <a:pt x="704817" y="6858000"/>
                </a:lnTo>
                <a:lnTo>
                  <a:pt x="618717" y="6672538"/>
                </a:lnTo>
                <a:cubicBezTo>
                  <a:pt x="501618" y="6400947"/>
                  <a:pt x="398622" y="6121213"/>
                  <a:pt x="309324" y="5833618"/>
                </a:cubicBezTo>
                <a:cubicBezTo>
                  <a:pt x="275071" y="5723183"/>
                  <a:pt x="246125" y="5611225"/>
                  <a:pt x="209850" y="5484180"/>
                </a:cubicBezTo>
                <a:cubicBezTo>
                  <a:pt x="209859" y="5495363"/>
                  <a:pt x="210448" y="5506534"/>
                  <a:pt x="211619" y="5517653"/>
                </a:cubicBezTo>
                <a:cubicBezTo>
                  <a:pt x="261166" y="5727113"/>
                  <a:pt x="303888" y="5938474"/>
                  <a:pt x="361778" y="6145524"/>
                </a:cubicBezTo>
                <a:cubicBezTo>
                  <a:pt x="428356" y="6383258"/>
                  <a:pt x="504422" y="6616111"/>
                  <a:pt x="591356" y="6843306"/>
                </a:cubicBezTo>
                <a:lnTo>
                  <a:pt x="597415" y="6858000"/>
                </a:lnTo>
                <a:lnTo>
                  <a:pt x="545224" y="6858000"/>
                </a:lnTo>
                <a:lnTo>
                  <a:pt x="533604" y="6830072"/>
                </a:lnTo>
                <a:cubicBezTo>
                  <a:pt x="376384" y="6416985"/>
                  <a:pt x="257344" y="5991917"/>
                  <a:pt x="169657" y="5556577"/>
                </a:cubicBezTo>
                <a:cubicBezTo>
                  <a:pt x="90154" y="5162256"/>
                  <a:pt x="43261" y="4763750"/>
                  <a:pt x="12169" y="4362835"/>
                </a:cubicBezTo>
                <a:cubicBezTo>
                  <a:pt x="-14122" y="4019865"/>
                  <a:pt x="4458" y="3679429"/>
                  <a:pt x="46168" y="3338487"/>
                </a:cubicBezTo>
                <a:cubicBezTo>
                  <a:pt x="125796" y="2672248"/>
                  <a:pt x="274744" y="2016203"/>
                  <a:pt x="490574" y="1381078"/>
                </a:cubicBezTo>
                <a:cubicBezTo>
                  <a:pt x="629230" y="976550"/>
                  <a:pt x="791584" y="584320"/>
                  <a:pt x="984701" y="208241"/>
                </a:cubicBez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7C0BDD-EB17-6B64-8485-CD2BEF826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9872" y="1122363"/>
            <a:ext cx="3223928" cy="3980314"/>
          </a:xfrm>
        </p:spPr>
        <p:txBody>
          <a:bodyPr anchor="b">
            <a:normAutofit/>
          </a:bodyPr>
          <a:lstStyle/>
          <a:p>
            <a:pPr algn="l"/>
            <a:r>
              <a:rPr lang="en-IT">
                <a:solidFill>
                  <a:srgbClr val="FFFFFF"/>
                </a:solidFill>
              </a:rPr>
              <a:t>Module 2</a:t>
            </a:r>
          </a:p>
          <a:p>
            <a:pPr algn="l"/>
            <a:r>
              <a:rPr lang="en-IT">
                <a:solidFill>
                  <a:srgbClr val="FFFFFF"/>
                </a:solidFill>
              </a:rPr>
              <a:t>Open Tools &amp; Resources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180" y="5439978"/>
            <a:ext cx="5897880" cy="18288"/>
          </a:xfrm>
          <a:custGeom>
            <a:avLst/>
            <a:gdLst>
              <a:gd name="connsiteX0" fmla="*/ 0 w 5897880"/>
              <a:gd name="connsiteY0" fmla="*/ 0 h 18288"/>
              <a:gd name="connsiteX1" fmla="*/ 537362 w 5897880"/>
              <a:gd name="connsiteY1" fmla="*/ 0 h 18288"/>
              <a:gd name="connsiteX2" fmla="*/ 1133704 w 5897880"/>
              <a:gd name="connsiteY2" fmla="*/ 0 h 18288"/>
              <a:gd name="connsiteX3" fmla="*/ 1671066 w 5897880"/>
              <a:gd name="connsiteY3" fmla="*/ 0 h 18288"/>
              <a:gd name="connsiteX4" fmla="*/ 2385365 w 5897880"/>
              <a:gd name="connsiteY4" fmla="*/ 0 h 18288"/>
              <a:gd name="connsiteX5" fmla="*/ 3040685 w 5897880"/>
              <a:gd name="connsiteY5" fmla="*/ 0 h 18288"/>
              <a:gd name="connsiteX6" fmla="*/ 3696005 w 5897880"/>
              <a:gd name="connsiteY6" fmla="*/ 0 h 18288"/>
              <a:gd name="connsiteX7" fmla="*/ 4469282 w 5897880"/>
              <a:gd name="connsiteY7" fmla="*/ 0 h 18288"/>
              <a:gd name="connsiteX8" fmla="*/ 5183581 w 5897880"/>
              <a:gd name="connsiteY8" fmla="*/ 0 h 18288"/>
              <a:gd name="connsiteX9" fmla="*/ 5897880 w 5897880"/>
              <a:gd name="connsiteY9" fmla="*/ 0 h 18288"/>
              <a:gd name="connsiteX10" fmla="*/ 5897880 w 5897880"/>
              <a:gd name="connsiteY10" fmla="*/ 18288 h 18288"/>
              <a:gd name="connsiteX11" fmla="*/ 5419496 w 5897880"/>
              <a:gd name="connsiteY11" fmla="*/ 18288 h 18288"/>
              <a:gd name="connsiteX12" fmla="*/ 4882134 w 5897880"/>
              <a:gd name="connsiteY12" fmla="*/ 18288 h 18288"/>
              <a:gd name="connsiteX13" fmla="*/ 4167835 w 5897880"/>
              <a:gd name="connsiteY13" fmla="*/ 18288 h 18288"/>
              <a:gd name="connsiteX14" fmla="*/ 3394558 w 5897880"/>
              <a:gd name="connsiteY14" fmla="*/ 18288 h 18288"/>
              <a:gd name="connsiteX15" fmla="*/ 2798216 w 5897880"/>
              <a:gd name="connsiteY15" fmla="*/ 18288 h 18288"/>
              <a:gd name="connsiteX16" fmla="*/ 2024939 w 5897880"/>
              <a:gd name="connsiteY16" fmla="*/ 18288 h 18288"/>
              <a:gd name="connsiteX17" fmla="*/ 1487576 w 5897880"/>
              <a:gd name="connsiteY17" fmla="*/ 18288 h 18288"/>
              <a:gd name="connsiteX18" fmla="*/ 1009193 w 5897880"/>
              <a:gd name="connsiteY18" fmla="*/ 18288 h 18288"/>
              <a:gd name="connsiteX19" fmla="*/ 0 w 5897880"/>
              <a:gd name="connsiteY19" fmla="*/ 18288 h 18288"/>
              <a:gd name="connsiteX20" fmla="*/ 0 w 5897880"/>
              <a:gd name="connsiteY2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897880" h="18288" fill="none" extrusionOk="0">
                <a:moveTo>
                  <a:pt x="0" y="0"/>
                </a:moveTo>
                <a:cubicBezTo>
                  <a:pt x="232564" y="21549"/>
                  <a:pt x="389747" y="7320"/>
                  <a:pt x="537362" y="0"/>
                </a:cubicBezTo>
                <a:cubicBezTo>
                  <a:pt x="684977" y="-7320"/>
                  <a:pt x="894159" y="-7726"/>
                  <a:pt x="1133704" y="0"/>
                </a:cubicBezTo>
                <a:cubicBezTo>
                  <a:pt x="1373249" y="7726"/>
                  <a:pt x="1440352" y="-304"/>
                  <a:pt x="1671066" y="0"/>
                </a:cubicBezTo>
                <a:cubicBezTo>
                  <a:pt x="1901780" y="304"/>
                  <a:pt x="2091497" y="765"/>
                  <a:pt x="2385365" y="0"/>
                </a:cubicBezTo>
                <a:cubicBezTo>
                  <a:pt x="2679233" y="-765"/>
                  <a:pt x="2762926" y="2802"/>
                  <a:pt x="3040685" y="0"/>
                </a:cubicBezTo>
                <a:cubicBezTo>
                  <a:pt x="3318444" y="-2802"/>
                  <a:pt x="3409726" y="9093"/>
                  <a:pt x="3696005" y="0"/>
                </a:cubicBezTo>
                <a:cubicBezTo>
                  <a:pt x="3982284" y="-9093"/>
                  <a:pt x="4087272" y="27119"/>
                  <a:pt x="4469282" y="0"/>
                </a:cubicBezTo>
                <a:cubicBezTo>
                  <a:pt x="4851292" y="-27119"/>
                  <a:pt x="4924835" y="26473"/>
                  <a:pt x="5183581" y="0"/>
                </a:cubicBezTo>
                <a:cubicBezTo>
                  <a:pt x="5442327" y="-26473"/>
                  <a:pt x="5598463" y="7328"/>
                  <a:pt x="5897880" y="0"/>
                </a:cubicBezTo>
                <a:cubicBezTo>
                  <a:pt x="5898259" y="7355"/>
                  <a:pt x="5898164" y="10249"/>
                  <a:pt x="5897880" y="18288"/>
                </a:cubicBezTo>
                <a:cubicBezTo>
                  <a:pt x="5682742" y="31268"/>
                  <a:pt x="5520014" y="14700"/>
                  <a:pt x="5419496" y="18288"/>
                </a:cubicBezTo>
                <a:cubicBezTo>
                  <a:pt x="5318978" y="21876"/>
                  <a:pt x="5012864" y="-2446"/>
                  <a:pt x="4882134" y="18288"/>
                </a:cubicBezTo>
                <a:cubicBezTo>
                  <a:pt x="4751404" y="39022"/>
                  <a:pt x="4313676" y="-3937"/>
                  <a:pt x="4167835" y="18288"/>
                </a:cubicBezTo>
                <a:cubicBezTo>
                  <a:pt x="4021994" y="40513"/>
                  <a:pt x="3715729" y="50049"/>
                  <a:pt x="3394558" y="18288"/>
                </a:cubicBezTo>
                <a:cubicBezTo>
                  <a:pt x="3073387" y="-13473"/>
                  <a:pt x="3093227" y="29828"/>
                  <a:pt x="2798216" y="18288"/>
                </a:cubicBezTo>
                <a:cubicBezTo>
                  <a:pt x="2503205" y="6748"/>
                  <a:pt x="2297615" y="22459"/>
                  <a:pt x="2024939" y="18288"/>
                </a:cubicBezTo>
                <a:cubicBezTo>
                  <a:pt x="1752263" y="14117"/>
                  <a:pt x="1629814" y="-5485"/>
                  <a:pt x="1487576" y="18288"/>
                </a:cubicBezTo>
                <a:cubicBezTo>
                  <a:pt x="1345338" y="42061"/>
                  <a:pt x="1238885" y="15810"/>
                  <a:pt x="1009193" y="18288"/>
                </a:cubicBezTo>
                <a:cubicBezTo>
                  <a:pt x="779501" y="20766"/>
                  <a:pt x="441829" y="-24679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5897880" h="18288" stroke="0" extrusionOk="0">
                <a:moveTo>
                  <a:pt x="0" y="0"/>
                </a:moveTo>
                <a:cubicBezTo>
                  <a:pt x="196299" y="-26676"/>
                  <a:pt x="463834" y="6738"/>
                  <a:pt x="596341" y="0"/>
                </a:cubicBezTo>
                <a:cubicBezTo>
                  <a:pt x="728848" y="-6738"/>
                  <a:pt x="857267" y="1845"/>
                  <a:pt x="1074725" y="0"/>
                </a:cubicBezTo>
                <a:cubicBezTo>
                  <a:pt x="1292183" y="-1845"/>
                  <a:pt x="1545672" y="3744"/>
                  <a:pt x="1848002" y="0"/>
                </a:cubicBezTo>
                <a:cubicBezTo>
                  <a:pt x="2150332" y="-3744"/>
                  <a:pt x="2306688" y="-14526"/>
                  <a:pt x="2444344" y="0"/>
                </a:cubicBezTo>
                <a:cubicBezTo>
                  <a:pt x="2582000" y="14526"/>
                  <a:pt x="2761095" y="-11862"/>
                  <a:pt x="3040685" y="0"/>
                </a:cubicBezTo>
                <a:cubicBezTo>
                  <a:pt x="3320275" y="11862"/>
                  <a:pt x="3622320" y="-32867"/>
                  <a:pt x="3813962" y="0"/>
                </a:cubicBezTo>
                <a:cubicBezTo>
                  <a:pt x="4005604" y="32867"/>
                  <a:pt x="4117810" y="-10778"/>
                  <a:pt x="4351325" y="0"/>
                </a:cubicBezTo>
                <a:cubicBezTo>
                  <a:pt x="4584840" y="10778"/>
                  <a:pt x="4963783" y="-32384"/>
                  <a:pt x="5124602" y="0"/>
                </a:cubicBezTo>
                <a:cubicBezTo>
                  <a:pt x="5285421" y="32384"/>
                  <a:pt x="5705238" y="-29538"/>
                  <a:pt x="5897880" y="0"/>
                </a:cubicBezTo>
                <a:cubicBezTo>
                  <a:pt x="5898220" y="5688"/>
                  <a:pt x="5897711" y="13142"/>
                  <a:pt x="5897880" y="18288"/>
                </a:cubicBezTo>
                <a:cubicBezTo>
                  <a:pt x="5630425" y="-1425"/>
                  <a:pt x="5532865" y="12244"/>
                  <a:pt x="5242560" y="18288"/>
                </a:cubicBezTo>
                <a:cubicBezTo>
                  <a:pt x="4952255" y="24332"/>
                  <a:pt x="4783060" y="5748"/>
                  <a:pt x="4646219" y="18288"/>
                </a:cubicBezTo>
                <a:cubicBezTo>
                  <a:pt x="4509378" y="30828"/>
                  <a:pt x="4163771" y="-13995"/>
                  <a:pt x="3872941" y="18288"/>
                </a:cubicBezTo>
                <a:cubicBezTo>
                  <a:pt x="3582111" y="50571"/>
                  <a:pt x="3362704" y="-1402"/>
                  <a:pt x="3099664" y="18288"/>
                </a:cubicBezTo>
                <a:cubicBezTo>
                  <a:pt x="2836624" y="37978"/>
                  <a:pt x="2747441" y="19657"/>
                  <a:pt x="2562301" y="18288"/>
                </a:cubicBezTo>
                <a:cubicBezTo>
                  <a:pt x="2377161" y="16919"/>
                  <a:pt x="2104946" y="21735"/>
                  <a:pt x="1906981" y="18288"/>
                </a:cubicBezTo>
                <a:cubicBezTo>
                  <a:pt x="1709016" y="14841"/>
                  <a:pt x="1304654" y="-2323"/>
                  <a:pt x="1133704" y="18288"/>
                </a:cubicBezTo>
                <a:cubicBezTo>
                  <a:pt x="962754" y="38899"/>
                  <a:pt x="457048" y="2985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ketch line 2">
            <a:extLst>
              <a:ext uri="{FF2B5EF4-FFF2-40B4-BE49-F238E27FC236}">
                <a16:creationId xmlns:a16="http://schemas.microsoft.com/office/drawing/2014/main" id="{8FFD9892-EDE5-4886-A313-66099DA8C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0653" y="5626353"/>
            <a:ext cx="3479619" cy="18288"/>
          </a:xfrm>
          <a:custGeom>
            <a:avLst/>
            <a:gdLst>
              <a:gd name="connsiteX0" fmla="*/ 0 w 3479619"/>
              <a:gd name="connsiteY0" fmla="*/ 0 h 18288"/>
              <a:gd name="connsiteX1" fmla="*/ 661128 w 3479619"/>
              <a:gd name="connsiteY1" fmla="*/ 0 h 18288"/>
              <a:gd name="connsiteX2" fmla="*/ 1357051 w 3479619"/>
              <a:gd name="connsiteY2" fmla="*/ 0 h 18288"/>
              <a:gd name="connsiteX3" fmla="*/ 2087771 w 3479619"/>
              <a:gd name="connsiteY3" fmla="*/ 0 h 18288"/>
              <a:gd name="connsiteX4" fmla="*/ 2818491 w 3479619"/>
              <a:gd name="connsiteY4" fmla="*/ 0 h 18288"/>
              <a:gd name="connsiteX5" fmla="*/ 3479619 w 3479619"/>
              <a:gd name="connsiteY5" fmla="*/ 0 h 18288"/>
              <a:gd name="connsiteX6" fmla="*/ 3479619 w 3479619"/>
              <a:gd name="connsiteY6" fmla="*/ 18288 h 18288"/>
              <a:gd name="connsiteX7" fmla="*/ 2714103 w 3479619"/>
              <a:gd name="connsiteY7" fmla="*/ 18288 h 18288"/>
              <a:gd name="connsiteX8" fmla="*/ 1948587 w 3479619"/>
              <a:gd name="connsiteY8" fmla="*/ 18288 h 18288"/>
              <a:gd name="connsiteX9" fmla="*/ 1252663 w 3479619"/>
              <a:gd name="connsiteY9" fmla="*/ 18288 h 18288"/>
              <a:gd name="connsiteX10" fmla="*/ 0 w 3479619"/>
              <a:gd name="connsiteY10" fmla="*/ 18288 h 18288"/>
              <a:gd name="connsiteX11" fmla="*/ 0 w 3479619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479619" h="18288" fill="none" extrusionOk="0">
                <a:moveTo>
                  <a:pt x="0" y="0"/>
                </a:moveTo>
                <a:cubicBezTo>
                  <a:pt x="178395" y="-3637"/>
                  <a:pt x="368619" y="-28254"/>
                  <a:pt x="661128" y="0"/>
                </a:cubicBezTo>
                <a:cubicBezTo>
                  <a:pt x="953637" y="28254"/>
                  <a:pt x="1022982" y="-4416"/>
                  <a:pt x="1357051" y="0"/>
                </a:cubicBezTo>
                <a:cubicBezTo>
                  <a:pt x="1691120" y="4416"/>
                  <a:pt x="1729558" y="27777"/>
                  <a:pt x="2087771" y="0"/>
                </a:cubicBezTo>
                <a:cubicBezTo>
                  <a:pt x="2445984" y="-27777"/>
                  <a:pt x="2592094" y="4429"/>
                  <a:pt x="2818491" y="0"/>
                </a:cubicBezTo>
                <a:cubicBezTo>
                  <a:pt x="3044888" y="-4429"/>
                  <a:pt x="3204567" y="26471"/>
                  <a:pt x="3479619" y="0"/>
                </a:cubicBezTo>
                <a:cubicBezTo>
                  <a:pt x="3478910" y="8157"/>
                  <a:pt x="3479206" y="12125"/>
                  <a:pt x="3479619" y="18288"/>
                </a:cubicBezTo>
                <a:cubicBezTo>
                  <a:pt x="3315855" y="-2963"/>
                  <a:pt x="3094885" y="26965"/>
                  <a:pt x="2714103" y="18288"/>
                </a:cubicBezTo>
                <a:cubicBezTo>
                  <a:pt x="2333321" y="9611"/>
                  <a:pt x="2260528" y="-15335"/>
                  <a:pt x="1948587" y="18288"/>
                </a:cubicBezTo>
                <a:cubicBezTo>
                  <a:pt x="1636646" y="51911"/>
                  <a:pt x="1489816" y="46369"/>
                  <a:pt x="1252663" y="18288"/>
                </a:cubicBezTo>
                <a:cubicBezTo>
                  <a:pt x="1015510" y="-9793"/>
                  <a:pt x="519812" y="-12177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479619" h="18288" stroke="0" extrusionOk="0">
                <a:moveTo>
                  <a:pt x="0" y="0"/>
                </a:moveTo>
                <a:cubicBezTo>
                  <a:pt x="326045" y="25020"/>
                  <a:pt x="425411" y="-17676"/>
                  <a:pt x="661128" y="0"/>
                </a:cubicBezTo>
                <a:cubicBezTo>
                  <a:pt x="896845" y="17676"/>
                  <a:pt x="1124825" y="1478"/>
                  <a:pt x="1252663" y="0"/>
                </a:cubicBezTo>
                <a:cubicBezTo>
                  <a:pt x="1380502" y="-1478"/>
                  <a:pt x="1694914" y="11788"/>
                  <a:pt x="2018179" y="0"/>
                </a:cubicBezTo>
                <a:cubicBezTo>
                  <a:pt x="2341444" y="-11788"/>
                  <a:pt x="2451167" y="12596"/>
                  <a:pt x="2679307" y="0"/>
                </a:cubicBezTo>
                <a:cubicBezTo>
                  <a:pt x="2907447" y="-12596"/>
                  <a:pt x="3094555" y="23821"/>
                  <a:pt x="3479619" y="0"/>
                </a:cubicBezTo>
                <a:cubicBezTo>
                  <a:pt x="3479355" y="4493"/>
                  <a:pt x="3480003" y="9472"/>
                  <a:pt x="3479619" y="18288"/>
                </a:cubicBezTo>
                <a:cubicBezTo>
                  <a:pt x="3311729" y="36782"/>
                  <a:pt x="3015946" y="7938"/>
                  <a:pt x="2783695" y="18288"/>
                </a:cubicBezTo>
                <a:cubicBezTo>
                  <a:pt x="2551444" y="28638"/>
                  <a:pt x="2398767" y="-13940"/>
                  <a:pt x="2018179" y="18288"/>
                </a:cubicBezTo>
                <a:cubicBezTo>
                  <a:pt x="1637591" y="50516"/>
                  <a:pt x="1634873" y="-6356"/>
                  <a:pt x="1426644" y="18288"/>
                </a:cubicBezTo>
                <a:cubicBezTo>
                  <a:pt x="1218415" y="42932"/>
                  <a:pt x="1006973" y="4094"/>
                  <a:pt x="730720" y="18288"/>
                </a:cubicBezTo>
                <a:cubicBezTo>
                  <a:pt x="454467" y="32482"/>
                  <a:pt x="291313" y="3910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45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FDF319-21D8-87AB-80D5-7E7B17427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T" sz="5400"/>
              <a:t>Agenda 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420F76-4094-5854-0D2F-CF6AA6E8D2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9217394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35576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35F2399-7615-F208-97DE-5E6039D0159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643467" y="504276"/>
            <a:ext cx="10905066" cy="338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FE46729-C407-FD05-0181-7721049AFA7A}"/>
              </a:ext>
            </a:extLst>
          </p:cNvPr>
          <p:cNvSpPr txBox="1"/>
          <p:nvPr/>
        </p:nvSpPr>
        <p:spPr>
          <a:xfrm>
            <a:off x="685800" y="4815840"/>
            <a:ext cx="96164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3200" dirty="0"/>
              <a:t>+ put Open Science knowledge to work in a open science research plan or proposal</a:t>
            </a:r>
          </a:p>
        </p:txBody>
      </p:sp>
    </p:spTree>
    <p:extLst>
      <p:ext uri="{BB962C8B-B14F-4D97-AF65-F5344CB8AC3E}">
        <p14:creationId xmlns:p14="http://schemas.microsoft.com/office/powerpoint/2010/main" val="2360802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3B6E54-CC0D-6795-0731-FD59A6012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T" sz="5400"/>
              <a:t>Review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DB74B0-DCBB-751F-9308-00701749EA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240263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9464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2AF057-EE16-BC42-BDF5-6EA3A3793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T" sz="4200"/>
              <a:t>Oppportunities to make an Open Science plan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AE8DC-4FB2-0407-59C1-2E512C08D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fontAlgn="base"/>
            <a:r>
              <a:rPr lang="en-GB" sz="2200">
                <a:effectLst/>
                <a:latin typeface="Aptos" panose="020B0004020202020204" pitchFamily="34" charset="0"/>
              </a:rPr>
              <a:t>SUPPORTING CLIMATE RESILIENT COMMUNITIES – Community developed solution using NASA data (for example, pollution early warning) . Due May 2.</a:t>
            </a:r>
            <a:endParaRPr lang="en-GB" sz="2200">
              <a:effectLst/>
              <a:latin typeface="inherit"/>
            </a:endParaRPr>
          </a:p>
          <a:p>
            <a:pPr fontAlgn="base"/>
            <a:r>
              <a:rPr lang="en-GB" sz="2200">
                <a:effectLst/>
                <a:latin typeface="Aptos" panose="020B0004020202020204" pitchFamily="34" charset="0"/>
              </a:rPr>
              <a:t>DISASTER RISK REDUCTION, RECOVERY, AND RESILIENCE – Use NASA data to inform disaster preparedness decision making. Notice due March 28, Proposal due June 14</a:t>
            </a:r>
            <a:endParaRPr lang="en-GB" sz="2200">
              <a:effectLst/>
              <a:latin typeface="inherit"/>
            </a:endParaRPr>
          </a:p>
          <a:p>
            <a:pPr fontAlgn="base"/>
            <a:r>
              <a:rPr lang="en-GB" sz="2200">
                <a:effectLst/>
                <a:latin typeface="Aptos" panose="020B0004020202020204" pitchFamily="34" charset="0"/>
              </a:rPr>
              <a:t>CITIZEN SCIENCE FOR EARTH SYSTEMS PROGRAM – Established group to research an issue like climate change. Notice due April 15, proposal due May 14.</a:t>
            </a:r>
          </a:p>
          <a:p>
            <a:pPr fontAlgn="base"/>
            <a:endParaRPr lang="en-GB" sz="2200">
              <a:latin typeface="Aptos" panose="020B0004020202020204" pitchFamily="34" charset="0"/>
            </a:endParaRPr>
          </a:p>
          <a:p>
            <a:pPr fontAlgn="base"/>
            <a:r>
              <a:rPr lang="en-GB" sz="2200">
                <a:effectLst/>
                <a:latin typeface="Aptos" panose="020B0004020202020204" pitchFamily="34" charset="0"/>
              </a:rPr>
              <a:t>Gulf Research Program NAS</a:t>
            </a:r>
          </a:p>
          <a:p>
            <a:pPr lvl="1" fontAlgn="base"/>
            <a:r>
              <a:rPr lang="en-GB" sz="2200">
                <a:latin typeface="Aptos" panose="020B0004020202020204" pitchFamily="34" charset="0"/>
              </a:rPr>
              <a:t>Place-based learning K-8</a:t>
            </a:r>
          </a:p>
          <a:p>
            <a:pPr lvl="1" fontAlgn="base"/>
            <a:r>
              <a:rPr lang="en-GB" sz="2200">
                <a:effectLst/>
                <a:latin typeface="Aptos" panose="020B0004020202020204" pitchFamily="34" charset="0"/>
              </a:rPr>
              <a:t>Next generation STEM Environmental Justice researchers</a:t>
            </a:r>
            <a:endParaRPr lang="en-GB" sz="2200">
              <a:effectLst/>
              <a:latin typeface="inherit"/>
            </a:endParaRPr>
          </a:p>
          <a:p>
            <a:endParaRPr lang="en-IT" sz="2200"/>
          </a:p>
        </p:txBody>
      </p:sp>
    </p:spTree>
    <p:extLst>
      <p:ext uri="{BB962C8B-B14F-4D97-AF65-F5344CB8AC3E}">
        <p14:creationId xmlns:p14="http://schemas.microsoft.com/office/powerpoint/2010/main" val="2123566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0D230D-43B6-A46B-E1E9-FD212A720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T" sz="5400"/>
              <a:t>Assessment Questions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96FAF-EFCA-5CA9-B131-03F212116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IT" sz="2200"/>
              <a:t>Open science definition</a:t>
            </a:r>
          </a:p>
          <a:p>
            <a:r>
              <a:rPr lang="en-IT" sz="2200"/>
              <a:t>OSDMP purpose</a:t>
            </a:r>
          </a:p>
          <a:p>
            <a:r>
              <a:rPr lang="en-IT" sz="2200"/>
              <a:t>FAIR</a:t>
            </a:r>
          </a:p>
          <a:p>
            <a:r>
              <a:rPr lang="en-IT" sz="2200"/>
              <a:t>Meta data</a:t>
            </a:r>
          </a:p>
          <a:p>
            <a:r>
              <a:rPr lang="en-IT" sz="2200"/>
              <a:t>Types of software</a:t>
            </a:r>
          </a:p>
          <a:p>
            <a:r>
              <a:rPr lang="en-IT" sz="2200"/>
              <a:t>Repositories, types of respositories, vs archives,</a:t>
            </a:r>
          </a:p>
          <a:p>
            <a:r>
              <a:rPr lang="en-IT" sz="2200"/>
              <a:t>Integrated Development environments Jupyter, Visual studio</a:t>
            </a:r>
          </a:p>
          <a:p>
            <a:r>
              <a:rPr lang="en-IT" sz="2200"/>
              <a:t>Version control</a:t>
            </a:r>
          </a:p>
          <a:p>
            <a:r>
              <a:rPr lang="en-IT" sz="2200"/>
              <a:t>Project registry</a:t>
            </a:r>
          </a:p>
          <a:p>
            <a:r>
              <a:rPr lang="en-IT" sz="2200"/>
              <a:t>Reference Managment system</a:t>
            </a:r>
          </a:p>
          <a:p>
            <a:endParaRPr lang="en-IT" sz="2200"/>
          </a:p>
          <a:p>
            <a:endParaRPr lang="en-IT" sz="2200"/>
          </a:p>
          <a:p>
            <a:endParaRPr lang="en-IT" sz="2200"/>
          </a:p>
        </p:txBody>
      </p:sp>
    </p:spTree>
    <p:extLst>
      <p:ext uri="{BB962C8B-B14F-4D97-AF65-F5344CB8AC3E}">
        <p14:creationId xmlns:p14="http://schemas.microsoft.com/office/powerpoint/2010/main" val="1576928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3D8620-E34B-7D79-1DB1-0406D37BCAA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9660"/>
            <a:ext cx="12416589" cy="686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947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7717B9-3C35-6DED-C666-366B9B1F0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Open Science tools help to share research products:</a:t>
            </a:r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7CB6123-F26E-D9FD-6CD1-9DB09ED6F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4654296" y="709803"/>
            <a:ext cx="7214616" cy="5410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7667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67CBD-956B-F68E-AE96-0174FE318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FAIR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FFDE7-B984-8C23-9759-CED1951F7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9507A4FE-A208-9E61-92F7-76543BA6E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3084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91E1B-7743-32E7-51BE-DFB171CD0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2DBB1-5D39-45C7-97EF-957B5F405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9AA5E15-7676-2237-7A65-FF8DF236F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238125"/>
            <a:ext cx="12192000" cy="6380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4618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9" name="Rectangle 4108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A3BF13-0101-8C4E-85E6-1C5BC6C63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IT" sz="5400"/>
              <a:t>Digital Persistent Identifiers</a:t>
            </a:r>
          </a:p>
        </p:txBody>
      </p:sp>
      <p:sp>
        <p:nvSpPr>
          <p:cNvPr id="41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319C3-0879-39D7-F78F-C2D6A1223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GB" sz="1900">
                <a:effectLst/>
              </a:rPr>
              <a:t>long-lasting reference to a digital resource that is machine-readable and uniquely points to a digital entity</a:t>
            </a:r>
          </a:p>
          <a:p>
            <a:endParaRPr lang="en-GB" sz="1900"/>
          </a:p>
          <a:p>
            <a:r>
              <a:rPr lang="en-GB" sz="1900"/>
              <a:t>ORCHID</a:t>
            </a:r>
          </a:p>
          <a:p>
            <a:pPr lvl="1"/>
            <a:r>
              <a:rPr lang="en-GB" sz="1900"/>
              <a:t>“Open Researcher and Contributor Identifier” (ORCID) provides valid information about a person</a:t>
            </a:r>
          </a:p>
          <a:p>
            <a:r>
              <a:rPr lang="en-GB" sz="1900"/>
              <a:t>DOI – Digital Object Idenntifier</a:t>
            </a:r>
          </a:p>
          <a:p>
            <a:pPr lvl="1"/>
            <a:r>
              <a:rPr lang="en-GB" sz="1900"/>
              <a:t>A DOI is a persistent identifier used to cite data, software, journal articles, and other types of media (including presentation slides, blog posts, videos, logos, etc.).</a:t>
            </a:r>
            <a:endParaRPr lang="en-IT" sz="1900"/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27810555-0659-890A-718C-E57405B27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155963" y="329183"/>
            <a:ext cx="3429969" cy="342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Digital object identifier - Wikipedia">
            <a:extLst>
              <a:ext uri="{FF2B5EF4-FFF2-40B4-BE49-F238E27FC236}">
                <a16:creationId xmlns:a16="http://schemas.microsoft.com/office/drawing/2014/main" id="{119C3FCF-14F9-6981-BADD-1682F706A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773668" y="4079193"/>
            <a:ext cx="2176272" cy="217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76EFC01F-4AA9-0CAD-0A3F-1DD4D006FF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70000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11EBCD-EE13-563A-5C7D-D880F1522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T" sz="5400"/>
              <a:t>Demonstrate Zenodo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1741C-A7D2-6E7E-E68A-17DA58A23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>
                <a:hlinkClick r:id="rId2"/>
              </a:rPr>
              <a:t>https://zenodo.org/</a:t>
            </a:r>
            <a:endParaRPr lang="en-GB" sz="2200"/>
          </a:p>
          <a:p>
            <a:endParaRPr lang="en-GB" sz="2200"/>
          </a:p>
          <a:p>
            <a:r>
              <a:rPr lang="en-GB" sz="2200"/>
              <a:t>General purpose open repository for</a:t>
            </a:r>
          </a:p>
          <a:p>
            <a:endParaRPr lang="en-GB" sz="2200"/>
          </a:p>
          <a:p>
            <a:r>
              <a:rPr lang="en-GB" sz="2200"/>
              <a:t>Generates an DOI</a:t>
            </a:r>
          </a:p>
          <a:p>
            <a:pPr lvl="1"/>
            <a:r>
              <a:rPr lang="en-GB" sz="2200"/>
              <a:t>research paper</a:t>
            </a:r>
          </a:p>
          <a:p>
            <a:pPr lvl="1"/>
            <a:r>
              <a:rPr lang="en-GB" sz="2200"/>
              <a:t>data set</a:t>
            </a:r>
          </a:p>
          <a:p>
            <a:pPr lvl="1"/>
            <a:r>
              <a:rPr lang="en-GB" sz="2200"/>
              <a:t>document</a:t>
            </a:r>
          </a:p>
          <a:p>
            <a:pPr lvl="1"/>
            <a:r>
              <a:rPr lang="en-GB" sz="2200"/>
              <a:t>anything digital</a:t>
            </a:r>
            <a:endParaRPr lang="en-IT" sz="2200"/>
          </a:p>
        </p:txBody>
      </p:sp>
    </p:spTree>
    <p:extLst>
      <p:ext uri="{BB962C8B-B14F-4D97-AF65-F5344CB8AC3E}">
        <p14:creationId xmlns:p14="http://schemas.microsoft.com/office/powerpoint/2010/main" val="3567554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4F516-142C-EACE-CBF6-57586724A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T" sz="5400"/>
              <a:t>Metadata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F7CEA-3E74-2B26-D82C-D151FBE7F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>
                <a:effectLst/>
              </a:rPr>
              <a:t>Metadata are data that describe your data </a:t>
            </a:r>
          </a:p>
          <a:p>
            <a:r>
              <a:rPr lang="en-GB" sz="2200"/>
              <a:t>E</a:t>
            </a:r>
            <a:r>
              <a:rPr lang="en-GB" sz="2200">
                <a:effectLst/>
              </a:rPr>
              <a:t>ither accompanying your data as a separate file or embedded in your data file</a:t>
            </a:r>
          </a:p>
          <a:p>
            <a:r>
              <a:rPr lang="en-GB" sz="2200"/>
              <a:t>Enhance searchability by providing standardized, key information about the data</a:t>
            </a:r>
          </a:p>
          <a:p>
            <a:endParaRPr lang="en-IT" sz="220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65F7BE28-51E6-30CA-FB0C-ADECB95740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47641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37C5FD-F20C-C3F8-5F91-D417065D5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IT" sz="3600">
                <a:solidFill>
                  <a:schemeClr val="tx2"/>
                </a:solidFill>
              </a:rPr>
              <a:t>Metadata and FAIR discussion</a:t>
            </a:r>
          </a:p>
        </p:txBody>
      </p:sp>
      <p:pic>
        <p:nvPicPr>
          <p:cNvPr id="14" name="Graphic 13" descr="Questions">
            <a:extLst>
              <a:ext uri="{FF2B5EF4-FFF2-40B4-BE49-F238E27FC236}">
                <a16:creationId xmlns:a16="http://schemas.microsoft.com/office/drawing/2014/main" id="{8A61092B-7530-B7FE-D84D-E279356D5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C9ABB-0433-9647-6B78-AB0A1DEB5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Autofit/>
          </a:bodyPr>
          <a:lstStyle/>
          <a:p>
            <a:r>
              <a:rPr lang="en-IT" sz="2000" dirty="0">
                <a:solidFill>
                  <a:schemeClr val="tx2"/>
                </a:solidFill>
              </a:rPr>
              <a:t>Look at the metadata for a data set</a:t>
            </a:r>
          </a:p>
          <a:p>
            <a:r>
              <a:rPr lang="en-GB" sz="2000" dirty="0">
                <a:solidFill>
                  <a:schemeClr val="tx2"/>
                </a:solidFill>
                <a:hlinkClick r:id="rId4"/>
              </a:rPr>
              <a:t>https://microdata.worldbank.org/index.php/catalog/4571/study-description</a:t>
            </a:r>
            <a:endParaRPr lang="en-IT" sz="2000" dirty="0">
              <a:solidFill>
                <a:schemeClr val="tx2"/>
              </a:solidFill>
            </a:endParaRPr>
          </a:p>
          <a:p>
            <a:r>
              <a:rPr lang="en-IT" sz="2000" dirty="0">
                <a:solidFill>
                  <a:schemeClr val="tx2"/>
                </a:solidFill>
              </a:rPr>
              <a:t>Discuss</a:t>
            </a:r>
          </a:p>
          <a:p>
            <a:pPr lvl="1"/>
            <a:r>
              <a:rPr lang="en-IT" sz="2000" dirty="0">
                <a:solidFill>
                  <a:schemeClr val="tx2"/>
                </a:solidFill>
              </a:rPr>
              <a:t>What types of information are included in metadata for the data set?</a:t>
            </a:r>
          </a:p>
          <a:p>
            <a:pPr lvl="1"/>
            <a:r>
              <a:rPr lang="en-IT" sz="2000" dirty="0">
                <a:solidFill>
                  <a:schemeClr val="tx2"/>
                </a:solidFill>
              </a:rPr>
              <a:t>How does that information help make the data FAIR</a:t>
            </a:r>
          </a:p>
          <a:p>
            <a:pPr lvl="2"/>
            <a:r>
              <a:rPr lang="en-IT" dirty="0">
                <a:solidFill>
                  <a:schemeClr val="tx2"/>
                </a:solidFill>
              </a:rPr>
              <a:t>Findable</a:t>
            </a:r>
          </a:p>
          <a:p>
            <a:pPr lvl="2"/>
            <a:r>
              <a:rPr lang="en-IT" dirty="0">
                <a:solidFill>
                  <a:schemeClr val="tx2"/>
                </a:solidFill>
              </a:rPr>
              <a:t>Accessible</a:t>
            </a:r>
          </a:p>
          <a:p>
            <a:pPr lvl="2"/>
            <a:r>
              <a:rPr lang="en-IT" dirty="0">
                <a:solidFill>
                  <a:schemeClr val="tx2"/>
                </a:solidFill>
              </a:rPr>
              <a:t>Interoperable</a:t>
            </a:r>
          </a:p>
          <a:p>
            <a:pPr lvl="2"/>
            <a:r>
              <a:rPr lang="en-IT" dirty="0">
                <a:solidFill>
                  <a:schemeClr val="tx2"/>
                </a:solidFill>
              </a:rPr>
              <a:t>Reusable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75910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9C01CD-4E13-5FA3-02DD-FBC6BB0AD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T" sz="5400"/>
              <a:t>Repositories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D7B80-2A56-6EAE-FE41-9238DD7F5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/>
              <a:t>S</a:t>
            </a:r>
            <a:r>
              <a:rPr lang="en-GB" sz="2200">
                <a:effectLst/>
              </a:rPr>
              <a:t>torage locations for </a:t>
            </a:r>
            <a:r>
              <a:rPr lang="en-GB" sz="2200"/>
              <a:t>data, results, code and compiled software</a:t>
            </a:r>
          </a:p>
          <a:p>
            <a:r>
              <a:rPr lang="en-GB" sz="2200"/>
              <a:t>Usually include meta data and assign DOI</a:t>
            </a:r>
          </a:p>
          <a:p>
            <a:r>
              <a:rPr lang="en-GB" sz="2200"/>
              <a:t>General purpose:</a:t>
            </a:r>
          </a:p>
          <a:p>
            <a:pPr lvl="1"/>
            <a:r>
              <a:rPr lang="en-GB" sz="2200"/>
              <a:t>Zenodo -- free</a:t>
            </a:r>
          </a:p>
          <a:p>
            <a:pPr lvl="1"/>
            <a:r>
              <a:rPr lang="en-GB" sz="2200"/>
              <a:t>Dataverse  -- Started at Harvard and now distributed</a:t>
            </a:r>
          </a:p>
          <a:p>
            <a:pPr lvl="1"/>
            <a:r>
              <a:rPr lang="en-GB" sz="2200"/>
              <a:t>Datacite – mostly for citing government data</a:t>
            </a:r>
          </a:p>
          <a:p>
            <a:pPr lvl="1"/>
            <a:r>
              <a:rPr lang="en-GB" sz="2200"/>
              <a:t>Dryad – submission fee, curated, mostly to support publications</a:t>
            </a:r>
          </a:p>
          <a:p>
            <a:r>
              <a:rPr lang="en-GB" sz="2200"/>
              <a:t>Institutional – University library, World Bank Data catalogue, NASA</a:t>
            </a:r>
          </a:p>
          <a:p>
            <a:r>
              <a:rPr lang="en-GB" sz="2200"/>
              <a:t>Discipline – Cancer images, environmental data initiative...</a:t>
            </a:r>
          </a:p>
          <a:p>
            <a:r>
              <a:rPr lang="en-GB" sz="2200"/>
              <a:t>Software development – GitHub Repos</a:t>
            </a:r>
          </a:p>
          <a:p>
            <a:endParaRPr lang="en-GB" sz="2200"/>
          </a:p>
          <a:p>
            <a:endParaRPr lang="en-IT" sz="2200"/>
          </a:p>
        </p:txBody>
      </p:sp>
    </p:spTree>
    <p:extLst>
      <p:ext uri="{BB962C8B-B14F-4D97-AF65-F5344CB8AC3E}">
        <p14:creationId xmlns:p14="http://schemas.microsoft.com/office/powerpoint/2010/main" val="2038396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04CCE3-12A4-0C00-0C64-116F81C64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T" sz="5400"/>
              <a:t>Open Science tools in research: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80D14-033D-0C58-33BA-2C979641B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IT" sz="2200"/>
              <a:t>Discovery – finding </a:t>
            </a:r>
            <a:r>
              <a:rPr lang="en-GB" sz="2200"/>
              <a:t>content and background for your research</a:t>
            </a:r>
          </a:p>
          <a:p>
            <a:r>
              <a:rPr lang="en-GB" sz="2200"/>
              <a:t>Analysis &amp; Visualization</a:t>
            </a:r>
          </a:p>
          <a:p>
            <a:r>
              <a:rPr lang="en-GB" sz="2200"/>
              <a:t>Writing &amp; presenting – data management plans, presentations, pre-prints</a:t>
            </a:r>
          </a:p>
          <a:p>
            <a:r>
              <a:rPr lang="en-GB" sz="2200"/>
              <a:t>Publications – archiving &amp; sharing</a:t>
            </a:r>
          </a:p>
          <a:p>
            <a:r>
              <a:rPr lang="en-GB" sz="2200"/>
              <a:t>Outreach – promoting &amp; applying research </a:t>
            </a:r>
            <a:endParaRPr lang="en-IT" sz="2200"/>
          </a:p>
        </p:txBody>
      </p:sp>
    </p:spTree>
    <p:extLst>
      <p:ext uri="{BB962C8B-B14F-4D97-AF65-F5344CB8AC3E}">
        <p14:creationId xmlns:p14="http://schemas.microsoft.com/office/powerpoint/2010/main" val="2908948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E71D124-0DE7-5B0C-A91A-3FF6CFD6A2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7888" y="0"/>
            <a:ext cx="104362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0358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A500BA-11A8-D365-7629-D911C94AE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Write your own OSDMP</a:t>
            </a:r>
          </a:p>
        </p:txBody>
      </p:sp>
      <p:pic>
        <p:nvPicPr>
          <p:cNvPr id="14" name="Graphic 13" descr="Pencil">
            <a:extLst>
              <a:ext uri="{FF2B5EF4-FFF2-40B4-BE49-F238E27FC236}">
                <a16:creationId xmlns:a16="http://schemas.microsoft.com/office/drawing/2014/main" id="{9263E295-A715-599B-98FC-162814346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F5E8B-92E7-D6FB-799F-0F4A1CCE8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Example of </a:t>
            </a:r>
            <a:r>
              <a:rPr lang="en-US" sz="1800" dirty="0">
                <a:solidFill>
                  <a:schemeClr val="tx2"/>
                </a:solidFill>
              </a:rPr>
              <a:t>our</a:t>
            </a:r>
            <a:r>
              <a: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8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OSDMP</a:t>
            </a:r>
            <a:r>
              <a: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for this project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35521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09FF9A-4FCE-468E-A86A-C9AB525E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1E12D4-3A88-428D-8E5E-AF1AFD923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Hand holding a pen shading number on a sheet">
            <a:extLst>
              <a:ext uri="{FF2B5EF4-FFF2-40B4-BE49-F238E27FC236}">
                <a16:creationId xmlns:a16="http://schemas.microsoft.com/office/drawing/2014/main" id="{380A205A-D306-3E4D-93DF-009666C4B35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E23F2B8-9BBE-B83E-0050-E222E456A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02"/>
            <a:ext cx="10515600" cy="29859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Quiz – Lessons 1-3</a:t>
            </a:r>
          </a:p>
        </p:txBody>
      </p:sp>
    </p:spTree>
    <p:extLst>
      <p:ext uri="{BB962C8B-B14F-4D97-AF65-F5344CB8AC3E}">
        <p14:creationId xmlns:p14="http://schemas.microsoft.com/office/powerpoint/2010/main" val="2409909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24BFD5-D814-402B-B6C4-EEF6AE14B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F19800-442A-8DBE-C655-8E7C79C5D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2362"/>
            <a:ext cx="6281928" cy="41354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Tools for Software Development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FED7E8-9A97-475F-9FA4-113410D44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06139" y="1031284"/>
            <a:ext cx="3647661" cy="4436126"/>
          </a:xfrm>
          <a:custGeom>
            <a:avLst/>
            <a:gdLst>
              <a:gd name="connsiteX0" fmla="*/ 0 w 3647661"/>
              <a:gd name="connsiteY0" fmla="*/ 0 h 4436126"/>
              <a:gd name="connsiteX1" fmla="*/ 498514 w 3647661"/>
              <a:gd name="connsiteY1" fmla="*/ 0 h 4436126"/>
              <a:gd name="connsiteX2" fmla="*/ 1069981 w 3647661"/>
              <a:gd name="connsiteY2" fmla="*/ 0 h 4436126"/>
              <a:gd name="connsiteX3" fmla="*/ 1714401 w 3647661"/>
              <a:gd name="connsiteY3" fmla="*/ 0 h 4436126"/>
              <a:gd name="connsiteX4" fmla="*/ 2285868 w 3647661"/>
              <a:gd name="connsiteY4" fmla="*/ 0 h 4436126"/>
              <a:gd name="connsiteX5" fmla="*/ 2784381 w 3647661"/>
              <a:gd name="connsiteY5" fmla="*/ 0 h 4436126"/>
              <a:gd name="connsiteX6" fmla="*/ 3647661 w 3647661"/>
              <a:gd name="connsiteY6" fmla="*/ 0 h 4436126"/>
              <a:gd name="connsiteX7" fmla="*/ 3647661 w 3647661"/>
              <a:gd name="connsiteY7" fmla="*/ 633732 h 4436126"/>
              <a:gd name="connsiteX8" fmla="*/ 3647661 w 3647661"/>
              <a:gd name="connsiteY8" fmla="*/ 1267465 h 4436126"/>
              <a:gd name="connsiteX9" fmla="*/ 3647661 w 3647661"/>
              <a:gd name="connsiteY9" fmla="*/ 1768113 h 4436126"/>
              <a:gd name="connsiteX10" fmla="*/ 3647661 w 3647661"/>
              <a:gd name="connsiteY10" fmla="*/ 2446207 h 4436126"/>
              <a:gd name="connsiteX11" fmla="*/ 3647661 w 3647661"/>
              <a:gd name="connsiteY11" fmla="*/ 2946855 h 4436126"/>
              <a:gd name="connsiteX12" fmla="*/ 3647661 w 3647661"/>
              <a:gd name="connsiteY12" fmla="*/ 3580587 h 4436126"/>
              <a:gd name="connsiteX13" fmla="*/ 3647661 w 3647661"/>
              <a:gd name="connsiteY13" fmla="*/ 4436126 h 4436126"/>
              <a:gd name="connsiteX14" fmla="*/ 3039718 w 3647661"/>
              <a:gd name="connsiteY14" fmla="*/ 4436126 h 4436126"/>
              <a:gd name="connsiteX15" fmla="*/ 2431774 w 3647661"/>
              <a:gd name="connsiteY15" fmla="*/ 4436126 h 4436126"/>
              <a:gd name="connsiteX16" fmla="*/ 1823831 w 3647661"/>
              <a:gd name="connsiteY16" fmla="*/ 4436126 h 4436126"/>
              <a:gd name="connsiteX17" fmla="*/ 1288840 w 3647661"/>
              <a:gd name="connsiteY17" fmla="*/ 4436126 h 4436126"/>
              <a:gd name="connsiteX18" fmla="*/ 607943 w 3647661"/>
              <a:gd name="connsiteY18" fmla="*/ 4436126 h 4436126"/>
              <a:gd name="connsiteX19" fmla="*/ 0 w 3647661"/>
              <a:gd name="connsiteY19" fmla="*/ 4436126 h 4436126"/>
              <a:gd name="connsiteX20" fmla="*/ 0 w 3647661"/>
              <a:gd name="connsiteY20" fmla="*/ 3758032 h 4436126"/>
              <a:gd name="connsiteX21" fmla="*/ 0 w 3647661"/>
              <a:gd name="connsiteY21" fmla="*/ 3035578 h 4436126"/>
              <a:gd name="connsiteX22" fmla="*/ 0 w 3647661"/>
              <a:gd name="connsiteY22" fmla="*/ 2401845 h 4436126"/>
              <a:gd name="connsiteX23" fmla="*/ 0 w 3647661"/>
              <a:gd name="connsiteY23" fmla="*/ 1768113 h 4436126"/>
              <a:gd name="connsiteX24" fmla="*/ 0 w 3647661"/>
              <a:gd name="connsiteY24" fmla="*/ 1178742 h 4436126"/>
              <a:gd name="connsiteX25" fmla="*/ 0 w 3647661"/>
              <a:gd name="connsiteY25" fmla="*/ 589371 h 4436126"/>
              <a:gd name="connsiteX26" fmla="*/ 0 w 3647661"/>
              <a:gd name="connsiteY26" fmla="*/ 0 h 4436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47661" h="4436126" fill="none" extrusionOk="0">
                <a:moveTo>
                  <a:pt x="0" y="0"/>
                </a:moveTo>
                <a:cubicBezTo>
                  <a:pt x="116158" y="-16963"/>
                  <a:pt x="364681" y="-4006"/>
                  <a:pt x="498514" y="0"/>
                </a:cubicBezTo>
                <a:cubicBezTo>
                  <a:pt x="632347" y="4006"/>
                  <a:pt x="950865" y="15164"/>
                  <a:pt x="1069981" y="0"/>
                </a:cubicBezTo>
                <a:cubicBezTo>
                  <a:pt x="1189097" y="-15164"/>
                  <a:pt x="1556518" y="-23132"/>
                  <a:pt x="1714401" y="0"/>
                </a:cubicBezTo>
                <a:cubicBezTo>
                  <a:pt x="1872284" y="23132"/>
                  <a:pt x="2015985" y="9364"/>
                  <a:pt x="2285868" y="0"/>
                </a:cubicBezTo>
                <a:cubicBezTo>
                  <a:pt x="2555751" y="-9364"/>
                  <a:pt x="2555148" y="14141"/>
                  <a:pt x="2784381" y="0"/>
                </a:cubicBezTo>
                <a:cubicBezTo>
                  <a:pt x="3013614" y="-14141"/>
                  <a:pt x="3216105" y="-3763"/>
                  <a:pt x="3647661" y="0"/>
                </a:cubicBezTo>
                <a:cubicBezTo>
                  <a:pt x="3623206" y="221859"/>
                  <a:pt x="3622213" y="458853"/>
                  <a:pt x="3647661" y="633732"/>
                </a:cubicBezTo>
                <a:cubicBezTo>
                  <a:pt x="3673109" y="808611"/>
                  <a:pt x="3674779" y="1138417"/>
                  <a:pt x="3647661" y="1267465"/>
                </a:cubicBezTo>
                <a:cubicBezTo>
                  <a:pt x="3620543" y="1396513"/>
                  <a:pt x="3664792" y="1625185"/>
                  <a:pt x="3647661" y="1768113"/>
                </a:cubicBezTo>
                <a:cubicBezTo>
                  <a:pt x="3630530" y="1911041"/>
                  <a:pt x="3671056" y="2135008"/>
                  <a:pt x="3647661" y="2446207"/>
                </a:cubicBezTo>
                <a:cubicBezTo>
                  <a:pt x="3624266" y="2757406"/>
                  <a:pt x="3642702" y="2713342"/>
                  <a:pt x="3647661" y="2946855"/>
                </a:cubicBezTo>
                <a:cubicBezTo>
                  <a:pt x="3652620" y="3180368"/>
                  <a:pt x="3664319" y="3290221"/>
                  <a:pt x="3647661" y="3580587"/>
                </a:cubicBezTo>
                <a:cubicBezTo>
                  <a:pt x="3631003" y="3870953"/>
                  <a:pt x="3617531" y="4259425"/>
                  <a:pt x="3647661" y="4436126"/>
                </a:cubicBezTo>
                <a:cubicBezTo>
                  <a:pt x="3523929" y="4410412"/>
                  <a:pt x="3241413" y="4436068"/>
                  <a:pt x="3039718" y="4436126"/>
                </a:cubicBezTo>
                <a:cubicBezTo>
                  <a:pt x="2838023" y="4436184"/>
                  <a:pt x="2630387" y="4431142"/>
                  <a:pt x="2431774" y="4436126"/>
                </a:cubicBezTo>
                <a:cubicBezTo>
                  <a:pt x="2233161" y="4441110"/>
                  <a:pt x="2003296" y="4449826"/>
                  <a:pt x="1823831" y="4436126"/>
                </a:cubicBezTo>
                <a:cubicBezTo>
                  <a:pt x="1644366" y="4422426"/>
                  <a:pt x="1399453" y="4442442"/>
                  <a:pt x="1288840" y="4436126"/>
                </a:cubicBezTo>
                <a:cubicBezTo>
                  <a:pt x="1178227" y="4429810"/>
                  <a:pt x="793482" y="4411099"/>
                  <a:pt x="607943" y="4436126"/>
                </a:cubicBezTo>
                <a:cubicBezTo>
                  <a:pt x="422404" y="4461153"/>
                  <a:pt x="158703" y="4453091"/>
                  <a:pt x="0" y="4436126"/>
                </a:cubicBezTo>
                <a:cubicBezTo>
                  <a:pt x="8129" y="4099466"/>
                  <a:pt x="23502" y="4014012"/>
                  <a:pt x="0" y="3758032"/>
                </a:cubicBezTo>
                <a:cubicBezTo>
                  <a:pt x="-23502" y="3502052"/>
                  <a:pt x="8018" y="3295661"/>
                  <a:pt x="0" y="3035578"/>
                </a:cubicBezTo>
                <a:cubicBezTo>
                  <a:pt x="-8018" y="2775495"/>
                  <a:pt x="-8720" y="2595880"/>
                  <a:pt x="0" y="2401845"/>
                </a:cubicBezTo>
                <a:cubicBezTo>
                  <a:pt x="8720" y="2207810"/>
                  <a:pt x="9279" y="1982551"/>
                  <a:pt x="0" y="1768113"/>
                </a:cubicBezTo>
                <a:cubicBezTo>
                  <a:pt x="-9279" y="1553675"/>
                  <a:pt x="7090" y="1354447"/>
                  <a:pt x="0" y="1178742"/>
                </a:cubicBezTo>
                <a:cubicBezTo>
                  <a:pt x="-7090" y="1003037"/>
                  <a:pt x="-23786" y="768334"/>
                  <a:pt x="0" y="589371"/>
                </a:cubicBezTo>
                <a:cubicBezTo>
                  <a:pt x="23786" y="410408"/>
                  <a:pt x="-16955" y="242082"/>
                  <a:pt x="0" y="0"/>
                </a:cubicBezTo>
                <a:close/>
              </a:path>
              <a:path w="3647661" h="4436126" stroke="0" extrusionOk="0">
                <a:moveTo>
                  <a:pt x="0" y="0"/>
                </a:moveTo>
                <a:cubicBezTo>
                  <a:pt x="171149" y="-7244"/>
                  <a:pt x="374684" y="2591"/>
                  <a:pt x="534990" y="0"/>
                </a:cubicBezTo>
                <a:cubicBezTo>
                  <a:pt x="695296" y="-2591"/>
                  <a:pt x="907320" y="7483"/>
                  <a:pt x="1069981" y="0"/>
                </a:cubicBezTo>
                <a:cubicBezTo>
                  <a:pt x="1232642" y="-7483"/>
                  <a:pt x="1543604" y="-26203"/>
                  <a:pt x="1677924" y="0"/>
                </a:cubicBezTo>
                <a:cubicBezTo>
                  <a:pt x="1812244" y="26203"/>
                  <a:pt x="2140632" y="31361"/>
                  <a:pt x="2322344" y="0"/>
                </a:cubicBezTo>
                <a:cubicBezTo>
                  <a:pt x="2504056" y="-31361"/>
                  <a:pt x="2658834" y="3381"/>
                  <a:pt x="2893811" y="0"/>
                </a:cubicBezTo>
                <a:cubicBezTo>
                  <a:pt x="3128788" y="-3381"/>
                  <a:pt x="3338741" y="-10376"/>
                  <a:pt x="3647661" y="0"/>
                </a:cubicBezTo>
                <a:cubicBezTo>
                  <a:pt x="3628986" y="244498"/>
                  <a:pt x="3624774" y="362520"/>
                  <a:pt x="3647661" y="545010"/>
                </a:cubicBezTo>
                <a:cubicBezTo>
                  <a:pt x="3670549" y="727500"/>
                  <a:pt x="3619543" y="968439"/>
                  <a:pt x="3647661" y="1134381"/>
                </a:cubicBezTo>
                <a:cubicBezTo>
                  <a:pt x="3675779" y="1300323"/>
                  <a:pt x="3670065" y="1646297"/>
                  <a:pt x="3647661" y="1856836"/>
                </a:cubicBezTo>
                <a:cubicBezTo>
                  <a:pt x="3625257" y="2067375"/>
                  <a:pt x="3632904" y="2315399"/>
                  <a:pt x="3647661" y="2490568"/>
                </a:cubicBezTo>
                <a:cubicBezTo>
                  <a:pt x="3662418" y="2665737"/>
                  <a:pt x="3616073" y="2880164"/>
                  <a:pt x="3647661" y="3124300"/>
                </a:cubicBezTo>
                <a:cubicBezTo>
                  <a:pt x="3679249" y="3368436"/>
                  <a:pt x="3677361" y="3519722"/>
                  <a:pt x="3647661" y="3758032"/>
                </a:cubicBezTo>
                <a:cubicBezTo>
                  <a:pt x="3617961" y="3996342"/>
                  <a:pt x="3615180" y="4147465"/>
                  <a:pt x="3647661" y="4436126"/>
                </a:cubicBezTo>
                <a:cubicBezTo>
                  <a:pt x="3506685" y="4421969"/>
                  <a:pt x="3266652" y="4433618"/>
                  <a:pt x="3149147" y="4436126"/>
                </a:cubicBezTo>
                <a:cubicBezTo>
                  <a:pt x="3031642" y="4438634"/>
                  <a:pt x="2832267" y="4432536"/>
                  <a:pt x="2650634" y="4436126"/>
                </a:cubicBezTo>
                <a:cubicBezTo>
                  <a:pt x="2469001" y="4439716"/>
                  <a:pt x="2324677" y="4416284"/>
                  <a:pt x="2042690" y="4436126"/>
                </a:cubicBezTo>
                <a:cubicBezTo>
                  <a:pt x="1760703" y="4455968"/>
                  <a:pt x="1686949" y="4416099"/>
                  <a:pt x="1398270" y="4436126"/>
                </a:cubicBezTo>
                <a:cubicBezTo>
                  <a:pt x="1109591" y="4456153"/>
                  <a:pt x="1071585" y="4455485"/>
                  <a:pt x="899756" y="4436126"/>
                </a:cubicBezTo>
                <a:cubicBezTo>
                  <a:pt x="727927" y="4416767"/>
                  <a:pt x="344407" y="4430463"/>
                  <a:pt x="0" y="4436126"/>
                </a:cubicBezTo>
                <a:cubicBezTo>
                  <a:pt x="5440" y="4303018"/>
                  <a:pt x="91" y="4161914"/>
                  <a:pt x="0" y="3891116"/>
                </a:cubicBezTo>
                <a:cubicBezTo>
                  <a:pt x="-91" y="3620318"/>
                  <a:pt x="-11601" y="3462294"/>
                  <a:pt x="0" y="3301745"/>
                </a:cubicBezTo>
                <a:cubicBezTo>
                  <a:pt x="11601" y="3141196"/>
                  <a:pt x="22776" y="2916996"/>
                  <a:pt x="0" y="2756735"/>
                </a:cubicBezTo>
                <a:cubicBezTo>
                  <a:pt x="-22776" y="2596474"/>
                  <a:pt x="5257" y="2440491"/>
                  <a:pt x="0" y="2256087"/>
                </a:cubicBezTo>
                <a:cubicBezTo>
                  <a:pt x="-5257" y="2071683"/>
                  <a:pt x="20189" y="1902567"/>
                  <a:pt x="0" y="1666716"/>
                </a:cubicBezTo>
                <a:cubicBezTo>
                  <a:pt x="-20189" y="1430865"/>
                  <a:pt x="-21241" y="1161108"/>
                  <a:pt x="0" y="988622"/>
                </a:cubicBezTo>
                <a:cubicBezTo>
                  <a:pt x="21241" y="816136"/>
                  <a:pt x="17108" y="40674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872833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9E961-9EFE-94E3-96EC-2FDEABF35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8114" y="1232452"/>
            <a:ext cx="3200400" cy="3850919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A39B854-4B6C-4F7F-A602-6F97770CE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439978"/>
            <a:ext cx="6281928" cy="18288"/>
          </a:xfrm>
          <a:custGeom>
            <a:avLst/>
            <a:gdLst>
              <a:gd name="connsiteX0" fmla="*/ 0 w 6281928"/>
              <a:gd name="connsiteY0" fmla="*/ 0 h 18288"/>
              <a:gd name="connsiteX1" fmla="*/ 572353 w 6281928"/>
              <a:gd name="connsiteY1" fmla="*/ 0 h 18288"/>
              <a:gd name="connsiteX2" fmla="*/ 1207526 w 6281928"/>
              <a:gd name="connsiteY2" fmla="*/ 0 h 18288"/>
              <a:gd name="connsiteX3" fmla="*/ 1779880 w 6281928"/>
              <a:gd name="connsiteY3" fmla="*/ 0 h 18288"/>
              <a:gd name="connsiteX4" fmla="*/ 2540691 w 6281928"/>
              <a:gd name="connsiteY4" fmla="*/ 0 h 18288"/>
              <a:gd name="connsiteX5" fmla="*/ 3238683 w 6281928"/>
              <a:gd name="connsiteY5" fmla="*/ 0 h 18288"/>
              <a:gd name="connsiteX6" fmla="*/ 3936675 w 6281928"/>
              <a:gd name="connsiteY6" fmla="*/ 0 h 18288"/>
              <a:gd name="connsiteX7" fmla="*/ 4760305 w 6281928"/>
              <a:gd name="connsiteY7" fmla="*/ 0 h 18288"/>
              <a:gd name="connsiteX8" fmla="*/ 5521117 w 6281928"/>
              <a:gd name="connsiteY8" fmla="*/ 0 h 18288"/>
              <a:gd name="connsiteX9" fmla="*/ 6281928 w 6281928"/>
              <a:gd name="connsiteY9" fmla="*/ 0 h 18288"/>
              <a:gd name="connsiteX10" fmla="*/ 6281928 w 6281928"/>
              <a:gd name="connsiteY10" fmla="*/ 18288 h 18288"/>
              <a:gd name="connsiteX11" fmla="*/ 5772394 w 6281928"/>
              <a:gd name="connsiteY11" fmla="*/ 18288 h 18288"/>
              <a:gd name="connsiteX12" fmla="*/ 5200040 w 6281928"/>
              <a:gd name="connsiteY12" fmla="*/ 18288 h 18288"/>
              <a:gd name="connsiteX13" fmla="*/ 4439229 w 6281928"/>
              <a:gd name="connsiteY13" fmla="*/ 18288 h 18288"/>
              <a:gd name="connsiteX14" fmla="*/ 3615599 w 6281928"/>
              <a:gd name="connsiteY14" fmla="*/ 18288 h 18288"/>
              <a:gd name="connsiteX15" fmla="*/ 2980426 w 6281928"/>
              <a:gd name="connsiteY15" fmla="*/ 18288 h 18288"/>
              <a:gd name="connsiteX16" fmla="*/ 2156795 w 6281928"/>
              <a:gd name="connsiteY16" fmla="*/ 18288 h 18288"/>
              <a:gd name="connsiteX17" fmla="*/ 1584442 w 6281928"/>
              <a:gd name="connsiteY17" fmla="*/ 18288 h 18288"/>
              <a:gd name="connsiteX18" fmla="*/ 1074908 w 6281928"/>
              <a:gd name="connsiteY18" fmla="*/ 18288 h 18288"/>
              <a:gd name="connsiteX19" fmla="*/ 0 w 6281928"/>
              <a:gd name="connsiteY19" fmla="*/ 18288 h 18288"/>
              <a:gd name="connsiteX20" fmla="*/ 0 w 6281928"/>
              <a:gd name="connsiteY2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81928" h="18288" fill="none" extrusionOk="0">
                <a:moveTo>
                  <a:pt x="0" y="0"/>
                </a:moveTo>
                <a:cubicBezTo>
                  <a:pt x="205960" y="24870"/>
                  <a:pt x="343550" y="5918"/>
                  <a:pt x="572353" y="0"/>
                </a:cubicBezTo>
                <a:cubicBezTo>
                  <a:pt x="801156" y="-5918"/>
                  <a:pt x="1015649" y="-11381"/>
                  <a:pt x="1207526" y="0"/>
                </a:cubicBezTo>
                <a:cubicBezTo>
                  <a:pt x="1399403" y="11381"/>
                  <a:pt x="1549725" y="7866"/>
                  <a:pt x="1779880" y="0"/>
                </a:cubicBezTo>
                <a:cubicBezTo>
                  <a:pt x="2010035" y="-7866"/>
                  <a:pt x="2190674" y="12826"/>
                  <a:pt x="2540691" y="0"/>
                </a:cubicBezTo>
                <a:cubicBezTo>
                  <a:pt x="2890708" y="-12826"/>
                  <a:pt x="3025718" y="-18534"/>
                  <a:pt x="3238683" y="0"/>
                </a:cubicBezTo>
                <a:cubicBezTo>
                  <a:pt x="3451648" y="18534"/>
                  <a:pt x="3603947" y="14884"/>
                  <a:pt x="3936675" y="0"/>
                </a:cubicBezTo>
                <a:cubicBezTo>
                  <a:pt x="4269403" y="-14884"/>
                  <a:pt x="4480718" y="-24607"/>
                  <a:pt x="4760305" y="0"/>
                </a:cubicBezTo>
                <a:cubicBezTo>
                  <a:pt x="5039892" y="24607"/>
                  <a:pt x="5359549" y="-31311"/>
                  <a:pt x="5521117" y="0"/>
                </a:cubicBezTo>
                <a:cubicBezTo>
                  <a:pt x="5682685" y="31311"/>
                  <a:pt x="5986067" y="-12593"/>
                  <a:pt x="6281928" y="0"/>
                </a:cubicBezTo>
                <a:cubicBezTo>
                  <a:pt x="6282307" y="7355"/>
                  <a:pt x="6282212" y="10249"/>
                  <a:pt x="6281928" y="18288"/>
                </a:cubicBezTo>
                <a:cubicBezTo>
                  <a:pt x="6078981" y="8428"/>
                  <a:pt x="5961061" y="2290"/>
                  <a:pt x="5772394" y="18288"/>
                </a:cubicBezTo>
                <a:cubicBezTo>
                  <a:pt x="5583727" y="34286"/>
                  <a:pt x="5329968" y="24208"/>
                  <a:pt x="5200040" y="18288"/>
                </a:cubicBezTo>
                <a:cubicBezTo>
                  <a:pt x="5070112" y="12368"/>
                  <a:pt x="4793288" y="21070"/>
                  <a:pt x="4439229" y="18288"/>
                </a:cubicBezTo>
                <a:cubicBezTo>
                  <a:pt x="4085170" y="15506"/>
                  <a:pt x="3813765" y="-16466"/>
                  <a:pt x="3615599" y="18288"/>
                </a:cubicBezTo>
                <a:cubicBezTo>
                  <a:pt x="3417433" y="53042"/>
                  <a:pt x="3133643" y="20727"/>
                  <a:pt x="2980426" y="18288"/>
                </a:cubicBezTo>
                <a:cubicBezTo>
                  <a:pt x="2827209" y="15849"/>
                  <a:pt x="2380685" y="51850"/>
                  <a:pt x="2156795" y="18288"/>
                </a:cubicBezTo>
                <a:cubicBezTo>
                  <a:pt x="1932905" y="-15274"/>
                  <a:pt x="1716744" y="-1398"/>
                  <a:pt x="1584442" y="18288"/>
                </a:cubicBezTo>
                <a:cubicBezTo>
                  <a:pt x="1452140" y="37974"/>
                  <a:pt x="1280887" y="12750"/>
                  <a:pt x="1074908" y="18288"/>
                </a:cubicBezTo>
                <a:cubicBezTo>
                  <a:pt x="868929" y="23826"/>
                  <a:pt x="318124" y="-17878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6281928" h="18288" stroke="0" extrusionOk="0">
                <a:moveTo>
                  <a:pt x="0" y="0"/>
                </a:moveTo>
                <a:cubicBezTo>
                  <a:pt x="135290" y="27650"/>
                  <a:pt x="488372" y="4391"/>
                  <a:pt x="635173" y="0"/>
                </a:cubicBezTo>
                <a:cubicBezTo>
                  <a:pt x="781974" y="-4391"/>
                  <a:pt x="992816" y="14310"/>
                  <a:pt x="1144707" y="0"/>
                </a:cubicBezTo>
                <a:cubicBezTo>
                  <a:pt x="1296598" y="-14310"/>
                  <a:pt x="1796462" y="-1258"/>
                  <a:pt x="1968337" y="0"/>
                </a:cubicBezTo>
                <a:cubicBezTo>
                  <a:pt x="2140212" y="1258"/>
                  <a:pt x="2343376" y="-12852"/>
                  <a:pt x="2603510" y="0"/>
                </a:cubicBezTo>
                <a:cubicBezTo>
                  <a:pt x="2863644" y="12852"/>
                  <a:pt x="2935073" y="-10591"/>
                  <a:pt x="3238683" y="0"/>
                </a:cubicBezTo>
                <a:cubicBezTo>
                  <a:pt x="3542293" y="10591"/>
                  <a:pt x="3731676" y="3538"/>
                  <a:pt x="4062313" y="0"/>
                </a:cubicBezTo>
                <a:cubicBezTo>
                  <a:pt x="4392950" y="-3538"/>
                  <a:pt x="4440715" y="28126"/>
                  <a:pt x="4634667" y="0"/>
                </a:cubicBezTo>
                <a:cubicBezTo>
                  <a:pt x="4828619" y="-28126"/>
                  <a:pt x="5052661" y="8974"/>
                  <a:pt x="5458297" y="0"/>
                </a:cubicBezTo>
                <a:cubicBezTo>
                  <a:pt x="5863933" y="-8974"/>
                  <a:pt x="5906900" y="-24516"/>
                  <a:pt x="6281928" y="0"/>
                </a:cubicBezTo>
                <a:cubicBezTo>
                  <a:pt x="6282268" y="5688"/>
                  <a:pt x="6281759" y="13142"/>
                  <a:pt x="6281928" y="18288"/>
                </a:cubicBezTo>
                <a:cubicBezTo>
                  <a:pt x="6036108" y="15339"/>
                  <a:pt x="5743611" y="10415"/>
                  <a:pt x="5583936" y="18288"/>
                </a:cubicBezTo>
                <a:cubicBezTo>
                  <a:pt x="5424261" y="26161"/>
                  <a:pt x="5250533" y="-179"/>
                  <a:pt x="4948763" y="18288"/>
                </a:cubicBezTo>
                <a:cubicBezTo>
                  <a:pt x="4646993" y="36755"/>
                  <a:pt x="4354673" y="7565"/>
                  <a:pt x="4125133" y="18288"/>
                </a:cubicBezTo>
                <a:cubicBezTo>
                  <a:pt x="3895593" y="29012"/>
                  <a:pt x="3570246" y="29209"/>
                  <a:pt x="3301502" y="18288"/>
                </a:cubicBezTo>
                <a:cubicBezTo>
                  <a:pt x="3032758" y="7367"/>
                  <a:pt x="2955340" y="11905"/>
                  <a:pt x="2729149" y="18288"/>
                </a:cubicBezTo>
                <a:cubicBezTo>
                  <a:pt x="2502958" y="24671"/>
                  <a:pt x="2269423" y="3142"/>
                  <a:pt x="2031157" y="18288"/>
                </a:cubicBezTo>
                <a:cubicBezTo>
                  <a:pt x="1792891" y="33434"/>
                  <a:pt x="1484731" y="22122"/>
                  <a:pt x="1207526" y="18288"/>
                </a:cubicBezTo>
                <a:cubicBezTo>
                  <a:pt x="930321" y="14454"/>
                  <a:pt x="560231" y="-33402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26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312C37-7B11-A378-3B5A-5C30DEFA3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T" sz="4200"/>
              <a:t>What software development is needed for data analysis? How can this be Open?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C55AF6-9134-3A97-A8F6-16697E833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IT" sz="2200"/>
              <a:t>Individual Analyst </a:t>
            </a:r>
          </a:p>
          <a:p>
            <a:pPr lvl="1"/>
            <a:r>
              <a:rPr lang="en-IT" sz="2200"/>
              <a:t>Interactive Development Environments (IDE) </a:t>
            </a:r>
          </a:p>
          <a:p>
            <a:pPr lvl="2"/>
            <a:r>
              <a:rPr lang="en-GB" sz="2200">
                <a:hlinkClick r:id="rId2"/>
              </a:rPr>
              <a:t>https://visualstudio.microsoft.com/</a:t>
            </a:r>
            <a:endParaRPr lang="en-IT" sz="2200"/>
          </a:p>
          <a:p>
            <a:pPr lvl="1"/>
            <a:r>
              <a:rPr lang="en-IT" sz="2200"/>
              <a:t>Comuputational note books</a:t>
            </a:r>
          </a:p>
          <a:p>
            <a:pPr lvl="2"/>
            <a:r>
              <a:rPr lang="en-GB" sz="2200">
                <a:hlinkClick r:id="rId3"/>
              </a:rPr>
              <a:t>https://youtu.be/H9Iu49E6Mxs?si=WyDb5siKrYAQBs0f</a:t>
            </a:r>
            <a:endParaRPr lang="en-IT" sz="2200"/>
          </a:p>
          <a:p>
            <a:r>
              <a:rPr lang="en-IT" sz="2200"/>
              <a:t>Open source development (commuity of coders/analysts)</a:t>
            </a:r>
          </a:p>
          <a:p>
            <a:pPr lvl="1"/>
            <a:r>
              <a:rPr lang="en-IT" sz="2200"/>
              <a:t>GitHub -- demonstrate</a:t>
            </a:r>
          </a:p>
          <a:p>
            <a:pPr lvl="1"/>
            <a:r>
              <a:rPr lang="en-IT" sz="2200"/>
              <a:t>Version control – most important when multiple coders</a:t>
            </a:r>
          </a:p>
          <a:p>
            <a:r>
              <a:rPr lang="en-IT" sz="2200"/>
              <a:t>Distribute ready to use code or software library</a:t>
            </a:r>
          </a:p>
          <a:p>
            <a:pPr lvl="1"/>
            <a:r>
              <a:rPr lang="en-IT" sz="2200"/>
              <a:t>static code archive</a:t>
            </a:r>
          </a:p>
          <a:p>
            <a:pPr lvl="1"/>
            <a:endParaRPr lang="en-IT" sz="2200"/>
          </a:p>
        </p:txBody>
      </p:sp>
    </p:spTree>
    <p:extLst>
      <p:ext uri="{BB962C8B-B14F-4D97-AF65-F5344CB8AC3E}">
        <p14:creationId xmlns:p14="http://schemas.microsoft.com/office/powerpoint/2010/main" val="35131360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C78C0A3-A013-B81A-5B97-3A083159E9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495949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1CF1471-16F8-1D26-C5F7-1036EEF6D2A7}"/>
              </a:ext>
            </a:extLst>
          </p:cNvPr>
          <p:cNvSpPr/>
          <p:nvPr/>
        </p:nvSpPr>
        <p:spPr>
          <a:xfrm>
            <a:off x="8305800" y="2849880"/>
            <a:ext cx="1493520" cy="1219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Static archive</a:t>
            </a:r>
          </a:p>
        </p:txBody>
      </p:sp>
    </p:spTree>
    <p:extLst>
      <p:ext uri="{BB962C8B-B14F-4D97-AF65-F5344CB8AC3E}">
        <p14:creationId xmlns:p14="http://schemas.microsoft.com/office/powerpoint/2010/main" val="683762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and holding a pen shading number on a sheet">
            <a:extLst>
              <a:ext uri="{FF2B5EF4-FFF2-40B4-BE49-F238E27FC236}">
                <a16:creationId xmlns:a16="http://schemas.microsoft.com/office/drawing/2014/main" id="{380A205A-D306-3E4D-93DF-009666C4B35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E23F2B8-9BBE-B83E-0050-E222E456A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02"/>
            <a:ext cx="10515600" cy="29859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>
                <a:solidFill>
                  <a:schemeClr val="accent5">
                    <a:lumMod val="50000"/>
                  </a:schemeClr>
                </a:solidFill>
              </a:rPr>
              <a:t>Quiz – Lesson 4</a:t>
            </a:r>
          </a:p>
        </p:txBody>
      </p:sp>
    </p:spTree>
    <p:extLst>
      <p:ext uri="{BB962C8B-B14F-4D97-AF65-F5344CB8AC3E}">
        <p14:creationId xmlns:p14="http://schemas.microsoft.com/office/powerpoint/2010/main" val="222544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24BFD5-D814-402B-B6C4-EEF6AE14B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EE402B-8C8E-A4EC-7802-D083C24EF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2362"/>
            <a:ext cx="6281928" cy="41354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Other tools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FED7E8-9A97-475F-9FA4-113410D44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06139" y="1031284"/>
            <a:ext cx="3647661" cy="4436126"/>
          </a:xfrm>
          <a:custGeom>
            <a:avLst/>
            <a:gdLst>
              <a:gd name="connsiteX0" fmla="*/ 0 w 3647661"/>
              <a:gd name="connsiteY0" fmla="*/ 0 h 4436126"/>
              <a:gd name="connsiteX1" fmla="*/ 498514 w 3647661"/>
              <a:gd name="connsiteY1" fmla="*/ 0 h 4436126"/>
              <a:gd name="connsiteX2" fmla="*/ 1069981 w 3647661"/>
              <a:gd name="connsiteY2" fmla="*/ 0 h 4436126"/>
              <a:gd name="connsiteX3" fmla="*/ 1714401 w 3647661"/>
              <a:gd name="connsiteY3" fmla="*/ 0 h 4436126"/>
              <a:gd name="connsiteX4" fmla="*/ 2285868 w 3647661"/>
              <a:gd name="connsiteY4" fmla="*/ 0 h 4436126"/>
              <a:gd name="connsiteX5" fmla="*/ 2784381 w 3647661"/>
              <a:gd name="connsiteY5" fmla="*/ 0 h 4436126"/>
              <a:gd name="connsiteX6" fmla="*/ 3647661 w 3647661"/>
              <a:gd name="connsiteY6" fmla="*/ 0 h 4436126"/>
              <a:gd name="connsiteX7" fmla="*/ 3647661 w 3647661"/>
              <a:gd name="connsiteY7" fmla="*/ 633732 h 4436126"/>
              <a:gd name="connsiteX8" fmla="*/ 3647661 w 3647661"/>
              <a:gd name="connsiteY8" fmla="*/ 1267465 h 4436126"/>
              <a:gd name="connsiteX9" fmla="*/ 3647661 w 3647661"/>
              <a:gd name="connsiteY9" fmla="*/ 1768113 h 4436126"/>
              <a:gd name="connsiteX10" fmla="*/ 3647661 w 3647661"/>
              <a:gd name="connsiteY10" fmla="*/ 2446207 h 4436126"/>
              <a:gd name="connsiteX11" fmla="*/ 3647661 w 3647661"/>
              <a:gd name="connsiteY11" fmla="*/ 2946855 h 4436126"/>
              <a:gd name="connsiteX12" fmla="*/ 3647661 w 3647661"/>
              <a:gd name="connsiteY12" fmla="*/ 3580587 h 4436126"/>
              <a:gd name="connsiteX13" fmla="*/ 3647661 w 3647661"/>
              <a:gd name="connsiteY13" fmla="*/ 4436126 h 4436126"/>
              <a:gd name="connsiteX14" fmla="*/ 3039718 w 3647661"/>
              <a:gd name="connsiteY14" fmla="*/ 4436126 h 4436126"/>
              <a:gd name="connsiteX15" fmla="*/ 2431774 w 3647661"/>
              <a:gd name="connsiteY15" fmla="*/ 4436126 h 4436126"/>
              <a:gd name="connsiteX16" fmla="*/ 1823831 w 3647661"/>
              <a:gd name="connsiteY16" fmla="*/ 4436126 h 4436126"/>
              <a:gd name="connsiteX17" fmla="*/ 1288840 w 3647661"/>
              <a:gd name="connsiteY17" fmla="*/ 4436126 h 4436126"/>
              <a:gd name="connsiteX18" fmla="*/ 607943 w 3647661"/>
              <a:gd name="connsiteY18" fmla="*/ 4436126 h 4436126"/>
              <a:gd name="connsiteX19" fmla="*/ 0 w 3647661"/>
              <a:gd name="connsiteY19" fmla="*/ 4436126 h 4436126"/>
              <a:gd name="connsiteX20" fmla="*/ 0 w 3647661"/>
              <a:gd name="connsiteY20" fmla="*/ 3758032 h 4436126"/>
              <a:gd name="connsiteX21" fmla="*/ 0 w 3647661"/>
              <a:gd name="connsiteY21" fmla="*/ 3035578 h 4436126"/>
              <a:gd name="connsiteX22" fmla="*/ 0 w 3647661"/>
              <a:gd name="connsiteY22" fmla="*/ 2401845 h 4436126"/>
              <a:gd name="connsiteX23" fmla="*/ 0 w 3647661"/>
              <a:gd name="connsiteY23" fmla="*/ 1768113 h 4436126"/>
              <a:gd name="connsiteX24" fmla="*/ 0 w 3647661"/>
              <a:gd name="connsiteY24" fmla="*/ 1178742 h 4436126"/>
              <a:gd name="connsiteX25" fmla="*/ 0 w 3647661"/>
              <a:gd name="connsiteY25" fmla="*/ 589371 h 4436126"/>
              <a:gd name="connsiteX26" fmla="*/ 0 w 3647661"/>
              <a:gd name="connsiteY26" fmla="*/ 0 h 4436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47661" h="4436126" fill="none" extrusionOk="0">
                <a:moveTo>
                  <a:pt x="0" y="0"/>
                </a:moveTo>
                <a:cubicBezTo>
                  <a:pt x="116158" y="-16963"/>
                  <a:pt x="364681" y="-4006"/>
                  <a:pt x="498514" y="0"/>
                </a:cubicBezTo>
                <a:cubicBezTo>
                  <a:pt x="632347" y="4006"/>
                  <a:pt x="950865" y="15164"/>
                  <a:pt x="1069981" y="0"/>
                </a:cubicBezTo>
                <a:cubicBezTo>
                  <a:pt x="1189097" y="-15164"/>
                  <a:pt x="1556518" y="-23132"/>
                  <a:pt x="1714401" y="0"/>
                </a:cubicBezTo>
                <a:cubicBezTo>
                  <a:pt x="1872284" y="23132"/>
                  <a:pt x="2015985" y="9364"/>
                  <a:pt x="2285868" y="0"/>
                </a:cubicBezTo>
                <a:cubicBezTo>
                  <a:pt x="2555751" y="-9364"/>
                  <a:pt x="2555148" y="14141"/>
                  <a:pt x="2784381" y="0"/>
                </a:cubicBezTo>
                <a:cubicBezTo>
                  <a:pt x="3013614" y="-14141"/>
                  <a:pt x="3216105" y="-3763"/>
                  <a:pt x="3647661" y="0"/>
                </a:cubicBezTo>
                <a:cubicBezTo>
                  <a:pt x="3623206" y="221859"/>
                  <a:pt x="3622213" y="458853"/>
                  <a:pt x="3647661" y="633732"/>
                </a:cubicBezTo>
                <a:cubicBezTo>
                  <a:pt x="3673109" y="808611"/>
                  <a:pt x="3674779" y="1138417"/>
                  <a:pt x="3647661" y="1267465"/>
                </a:cubicBezTo>
                <a:cubicBezTo>
                  <a:pt x="3620543" y="1396513"/>
                  <a:pt x="3664792" y="1625185"/>
                  <a:pt x="3647661" y="1768113"/>
                </a:cubicBezTo>
                <a:cubicBezTo>
                  <a:pt x="3630530" y="1911041"/>
                  <a:pt x="3671056" y="2135008"/>
                  <a:pt x="3647661" y="2446207"/>
                </a:cubicBezTo>
                <a:cubicBezTo>
                  <a:pt x="3624266" y="2757406"/>
                  <a:pt x="3642702" y="2713342"/>
                  <a:pt x="3647661" y="2946855"/>
                </a:cubicBezTo>
                <a:cubicBezTo>
                  <a:pt x="3652620" y="3180368"/>
                  <a:pt x="3664319" y="3290221"/>
                  <a:pt x="3647661" y="3580587"/>
                </a:cubicBezTo>
                <a:cubicBezTo>
                  <a:pt x="3631003" y="3870953"/>
                  <a:pt x="3617531" y="4259425"/>
                  <a:pt x="3647661" y="4436126"/>
                </a:cubicBezTo>
                <a:cubicBezTo>
                  <a:pt x="3523929" y="4410412"/>
                  <a:pt x="3241413" y="4436068"/>
                  <a:pt x="3039718" y="4436126"/>
                </a:cubicBezTo>
                <a:cubicBezTo>
                  <a:pt x="2838023" y="4436184"/>
                  <a:pt x="2630387" y="4431142"/>
                  <a:pt x="2431774" y="4436126"/>
                </a:cubicBezTo>
                <a:cubicBezTo>
                  <a:pt x="2233161" y="4441110"/>
                  <a:pt x="2003296" y="4449826"/>
                  <a:pt x="1823831" y="4436126"/>
                </a:cubicBezTo>
                <a:cubicBezTo>
                  <a:pt x="1644366" y="4422426"/>
                  <a:pt x="1399453" y="4442442"/>
                  <a:pt x="1288840" y="4436126"/>
                </a:cubicBezTo>
                <a:cubicBezTo>
                  <a:pt x="1178227" y="4429810"/>
                  <a:pt x="793482" y="4411099"/>
                  <a:pt x="607943" y="4436126"/>
                </a:cubicBezTo>
                <a:cubicBezTo>
                  <a:pt x="422404" y="4461153"/>
                  <a:pt x="158703" y="4453091"/>
                  <a:pt x="0" y="4436126"/>
                </a:cubicBezTo>
                <a:cubicBezTo>
                  <a:pt x="8129" y="4099466"/>
                  <a:pt x="23502" y="4014012"/>
                  <a:pt x="0" y="3758032"/>
                </a:cubicBezTo>
                <a:cubicBezTo>
                  <a:pt x="-23502" y="3502052"/>
                  <a:pt x="8018" y="3295661"/>
                  <a:pt x="0" y="3035578"/>
                </a:cubicBezTo>
                <a:cubicBezTo>
                  <a:pt x="-8018" y="2775495"/>
                  <a:pt x="-8720" y="2595880"/>
                  <a:pt x="0" y="2401845"/>
                </a:cubicBezTo>
                <a:cubicBezTo>
                  <a:pt x="8720" y="2207810"/>
                  <a:pt x="9279" y="1982551"/>
                  <a:pt x="0" y="1768113"/>
                </a:cubicBezTo>
                <a:cubicBezTo>
                  <a:pt x="-9279" y="1553675"/>
                  <a:pt x="7090" y="1354447"/>
                  <a:pt x="0" y="1178742"/>
                </a:cubicBezTo>
                <a:cubicBezTo>
                  <a:pt x="-7090" y="1003037"/>
                  <a:pt x="-23786" y="768334"/>
                  <a:pt x="0" y="589371"/>
                </a:cubicBezTo>
                <a:cubicBezTo>
                  <a:pt x="23786" y="410408"/>
                  <a:pt x="-16955" y="242082"/>
                  <a:pt x="0" y="0"/>
                </a:cubicBezTo>
                <a:close/>
              </a:path>
              <a:path w="3647661" h="4436126" stroke="0" extrusionOk="0">
                <a:moveTo>
                  <a:pt x="0" y="0"/>
                </a:moveTo>
                <a:cubicBezTo>
                  <a:pt x="171149" y="-7244"/>
                  <a:pt x="374684" y="2591"/>
                  <a:pt x="534990" y="0"/>
                </a:cubicBezTo>
                <a:cubicBezTo>
                  <a:pt x="695296" y="-2591"/>
                  <a:pt x="907320" y="7483"/>
                  <a:pt x="1069981" y="0"/>
                </a:cubicBezTo>
                <a:cubicBezTo>
                  <a:pt x="1232642" y="-7483"/>
                  <a:pt x="1543604" y="-26203"/>
                  <a:pt x="1677924" y="0"/>
                </a:cubicBezTo>
                <a:cubicBezTo>
                  <a:pt x="1812244" y="26203"/>
                  <a:pt x="2140632" y="31361"/>
                  <a:pt x="2322344" y="0"/>
                </a:cubicBezTo>
                <a:cubicBezTo>
                  <a:pt x="2504056" y="-31361"/>
                  <a:pt x="2658834" y="3381"/>
                  <a:pt x="2893811" y="0"/>
                </a:cubicBezTo>
                <a:cubicBezTo>
                  <a:pt x="3128788" y="-3381"/>
                  <a:pt x="3338741" y="-10376"/>
                  <a:pt x="3647661" y="0"/>
                </a:cubicBezTo>
                <a:cubicBezTo>
                  <a:pt x="3628986" y="244498"/>
                  <a:pt x="3624774" y="362520"/>
                  <a:pt x="3647661" y="545010"/>
                </a:cubicBezTo>
                <a:cubicBezTo>
                  <a:pt x="3670549" y="727500"/>
                  <a:pt x="3619543" y="968439"/>
                  <a:pt x="3647661" y="1134381"/>
                </a:cubicBezTo>
                <a:cubicBezTo>
                  <a:pt x="3675779" y="1300323"/>
                  <a:pt x="3670065" y="1646297"/>
                  <a:pt x="3647661" y="1856836"/>
                </a:cubicBezTo>
                <a:cubicBezTo>
                  <a:pt x="3625257" y="2067375"/>
                  <a:pt x="3632904" y="2315399"/>
                  <a:pt x="3647661" y="2490568"/>
                </a:cubicBezTo>
                <a:cubicBezTo>
                  <a:pt x="3662418" y="2665737"/>
                  <a:pt x="3616073" y="2880164"/>
                  <a:pt x="3647661" y="3124300"/>
                </a:cubicBezTo>
                <a:cubicBezTo>
                  <a:pt x="3679249" y="3368436"/>
                  <a:pt x="3677361" y="3519722"/>
                  <a:pt x="3647661" y="3758032"/>
                </a:cubicBezTo>
                <a:cubicBezTo>
                  <a:pt x="3617961" y="3996342"/>
                  <a:pt x="3615180" y="4147465"/>
                  <a:pt x="3647661" y="4436126"/>
                </a:cubicBezTo>
                <a:cubicBezTo>
                  <a:pt x="3506685" y="4421969"/>
                  <a:pt x="3266652" y="4433618"/>
                  <a:pt x="3149147" y="4436126"/>
                </a:cubicBezTo>
                <a:cubicBezTo>
                  <a:pt x="3031642" y="4438634"/>
                  <a:pt x="2832267" y="4432536"/>
                  <a:pt x="2650634" y="4436126"/>
                </a:cubicBezTo>
                <a:cubicBezTo>
                  <a:pt x="2469001" y="4439716"/>
                  <a:pt x="2324677" y="4416284"/>
                  <a:pt x="2042690" y="4436126"/>
                </a:cubicBezTo>
                <a:cubicBezTo>
                  <a:pt x="1760703" y="4455968"/>
                  <a:pt x="1686949" y="4416099"/>
                  <a:pt x="1398270" y="4436126"/>
                </a:cubicBezTo>
                <a:cubicBezTo>
                  <a:pt x="1109591" y="4456153"/>
                  <a:pt x="1071585" y="4455485"/>
                  <a:pt x="899756" y="4436126"/>
                </a:cubicBezTo>
                <a:cubicBezTo>
                  <a:pt x="727927" y="4416767"/>
                  <a:pt x="344407" y="4430463"/>
                  <a:pt x="0" y="4436126"/>
                </a:cubicBezTo>
                <a:cubicBezTo>
                  <a:pt x="5440" y="4303018"/>
                  <a:pt x="91" y="4161914"/>
                  <a:pt x="0" y="3891116"/>
                </a:cubicBezTo>
                <a:cubicBezTo>
                  <a:pt x="-91" y="3620318"/>
                  <a:pt x="-11601" y="3462294"/>
                  <a:pt x="0" y="3301745"/>
                </a:cubicBezTo>
                <a:cubicBezTo>
                  <a:pt x="11601" y="3141196"/>
                  <a:pt x="22776" y="2916996"/>
                  <a:pt x="0" y="2756735"/>
                </a:cubicBezTo>
                <a:cubicBezTo>
                  <a:pt x="-22776" y="2596474"/>
                  <a:pt x="5257" y="2440491"/>
                  <a:pt x="0" y="2256087"/>
                </a:cubicBezTo>
                <a:cubicBezTo>
                  <a:pt x="-5257" y="2071683"/>
                  <a:pt x="20189" y="1902567"/>
                  <a:pt x="0" y="1666716"/>
                </a:cubicBezTo>
                <a:cubicBezTo>
                  <a:pt x="-20189" y="1430865"/>
                  <a:pt x="-21241" y="1161108"/>
                  <a:pt x="0" y="988622"/>
                </a:cubicBezTo>
                <a:cubicBezTo>
                  <a:pt x="21241" y="816136"/>
                  <a:pt x="17108" y="40674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872833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733F1-4A6A-A997-F01B-6411DFBEE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8114" y="1232452"/>
            <a:ext cx="3200400" cy="3850919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2A39B854-4B6C-4F7F-A602-6F97770CE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439978"/>
            <a:ext cx="6281928" cy="18288"/>
          </a:xfrm>
          <a:custGeom>
            <a:avLst/>
            <a:gdLst>
              <a:gd name="connsiteX0" fmla="*/ 0 w 6281928"/>
              <a:gd name="connsiteY0" fmla="*/ 0 h 18288"/>
              <a:gd name="connsiteX1" fmla="*/ 572353 w 6281928"/>
              <a:gd name="connsiteY1" fmla="*/ 0 h 18288"/>
              <a:gd name="connsiteX2" fmla="*/ 1207526 w 6281928"/>
              <a:gd name="connsiteY2" fmla="*/ 0 h 18288"/>
              <a:gd name="connsiteX3" fmla="*/ 1779880 w 6281928"/>
              <a:gd name="connsiteY3" fmla="*/ 0 h 18288"/>
              <a:gd name="connsiteX4" fmla="*/ 2540691 w 6281928"/>
              <a:gd name="connsiteY4" fmla="*/ 0 h 18288"/>
              <a:gd name="connsiteX5" fmla="*/ 3238683 w 6281928"/>
              <a:gd name="connsiteY5" fmla="*/ 0 h 18288"/>
              <a:gd name="connsiteX6" fmla="*/ 3936675 w 6281928"/>
              <a:gd name="connsiteY6" fmla="*/ 0 h 18288"/>
              <a:gd name="connsiteX7" fmla="*/ 4760305 w 6281928"/>
              <a:gd name="connsiteY7" fmla="*/ 0 h 18288"/>
              <a:gd name="connsiteX8" fmla="*/ 5521117 w 6281928"/>
              <a:gd name="connsiteY8" fmla="*/ 0 h 18288"/>
              <a:gd name="connsiteX9" fmla="*/ 6281928 w 6281928"/>
              <a:gd name="connsiteY9" fmla="*/ 0 h 18288"/>
              <a:gd name="connsiteX10" fmla="*/ 6281928 w 6281928"/>
              <a:gd name="connsiteY10" fmla="*/ 18288 h 18288"/>
              <a:gd name="connsiteX11" fmla="*/ 5772394 w 6281928"/>
              <a:gd name="connsiteY11" fmla="*/ 18288 h 18288"/>
              <a:gd name="connsiteX12" fmla="*/ 5200040 w 6281928"/>
              <a:gd name="connsiteY12" fmla="*/ 18288 h 18288"/>
              <a:gd name="connsiteX13" fmla="*/ 4439229 w 6281928"/>
              <a:gd name="connsiteY13" fmla="*/ 18288 h 18288"/>
              <a:gd name="connsiteX14" fmla="*/ 3615599 w 6281928"/>
              <a:gd name="connsiteY14" fmla="*/ 18288 h 18288"/>
              <a:gd name="connsiteX15" fmla="*/ 2980426 w 6281928"/>
              <a:gd name="connsiteY15" fmla="*/ 18288 h 18288"/>
              <a:gd name="connsiteX16" fmla="*/ 2156795 w 6281928"/>
              <a:gd name="connsiteY16" fmla="*/ 18288 h 18288"/>
              <a:gd name="connsiteX17" fmla="*/ 1584442 w 6281928"/>
              <a:gd name="connsiteY17" fmla="*/ 18288 h 18288"/>
              <a:gd name="connsiteX18" fmla="*/ 1074908 w 6281928"/>
              <a:gd name="connsiteY18" fmla="*/ 18288 h 18288"/>
              <a:gd name="connsiteX19" fmla="*/ 0 w 6281928"/>
              <a:gd name="connsiteY19" fmla="*/ 18288 h 18288"/>
              <a:gd name="connsiteX20" fmla="*/ 0 w 6281928"/>
              <a:gd name="connsiteY2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81928" h="18288" fill="none" extrusionOk="0">
                <a:moveTo>
                  <a:pt x="0" y="0"/>
                </a:moveTo>
                <a:cubicBezTo>
                  <a:pt x="205960" y="24870"/>
                  <a:pt x="343550" y="5918"/>
                  <a:pt x="572353" y="0"/>
                </a:cubicBezTo>
                <a:cubicBezTo>
                  <a:pt x="801156" y="-5918"/>
                  <a:pt x="1015649" y="-11381"/>
                  <a:pt x="1207526" y="0"/>
                </a:cubicBezTo>
                <a:cubicBezTo>
                  <a:pt x="1399403" y="11381"/>
                  <a:pt x="1549725" y="7866"/>
                  <a:pt x="1779880" y="0"/>
                </a:cubicBezTo>
                <a:cubicBezTo>
                  <a:pt x="2010035" y="-7866"/>
                  <a:pt x="2190674" y="12826"/>
                  <a:pt x="2540691" y="0"/>
                </a:cubicBezTo>
                <a:cubicBezTo>
                  <a:pt x="2890708" y="-12826"/>
                  <a:pt x="3025718" y="-18534"/>
                  <a:pt x="3238683" y="0"/>
                </a:cubicBezTo>
                <a:cubicBezTo>
                  <a:pt x="3451648" y="18534"/>
                  <a:pt x="3603947" y="14884"/>
                  <a:pt x="3936675" y="0"/>
                </a:cubicBezTo>
                <a:cubicBezTo>
                  <a:pt x="4269403" y="-14884"/>
                  <a:pt x="4480718" y="-24607"/>
                  <a:pt x="4760305" y="0"/>
                </a:cubicBezTo>
                <a:cubicBezTo>
                  <a:pt x="5039892" y="24607"/>
                  <a:pt x="5359549" y="-31311"/>
                  <a:pt x="5521117" y="0"/>
                </a:cubicBezTo>
                <a:cubicBezTo>
                  <a:pt x="5682685" y="31311"/>
                  <a:pt x="5986067" y="-12593"/>
                  <a:pt x="6281928" y="0"/>
                </a:cubicBezTo>
                <a:cubicBezTo>
                  <a:pt x="6282307" y="7355"/>
                  <a:pt x="6282212" y="10249"/>
                  <a:pt x="6281928" y="18288"/>
                </a:cubicBezTo>
                <a:cubicBezTo>
                  <a:pt x="6078981" y="8428"/>
                  <a:pt x="5961061" y="2290"/>
                  <a:pt x="5772394" y="18288"/>
                </a:cubicBezTo>
                <a:cubicBezTo>
                  <a:pt x="5583727" y="34286"/>
                  <a:pt x="5329968" y="24208"/>
                  <a:pt x="5200040" y="18288"/>
                </a:cubicBezTo>
                <a:cubicBezTo>
                  <a:pt x="5070112" y="12368"/>
                  <a:pt x="4793288" y="21070"/>
                  <a:pt x="4439229" y="18288"/>
                </a:cubicBezTo>
                <a:cubicBezTo>
                  <a:pt x="4085170" y="15506"/>
                  <a:pt x="3813765" y="-16466"/>
                  <a:pt x="3615599" y="18288"/>
                </a:cubicBezTo>
                <a:cubicBezTo>
                  <a:pt x="3417433" y="53042"/>
                  <a:pt x="3133643" y="20727"/>
                  <a:pt x="2980426" y="18288"/>
                </a:cubicBezTo>
                <a:cubicBezTo>
                  <a:pt x="2827209" y="15849"/>
                  <a:pt x="2380685" y="51850"/>
                  <a:pt x="2156795" y="18288"/>
                </a:cubicBezTo>
                <a:cubicBezTo>
                  <a:pt x="1932905" y="-15274"/>
                  <a:pt x="1716744" y="-1398"/>
                  <a:pt x="1584442" y="18288"/>
                </a:cubicBezTo>
                <a:cubicBezTo>
                  <a:pt x="1452140" y="37974"/>
                  <a:pt x="1280887" y="12750"/>
                  <a:pt x="1074908" y="18288"/>
                </a:cubicBezTo>
                <a:cubicBezTo>
                  <a:pt x="868929" y="23826"/>
                  <a:pt x="318124" y="-17878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6281928" h="18288" stroke="0" extrusionOk="0">
                <a:moveTo>
                  <a:pt x="0" y="0"/>
                </a:moveTo>
                <a:cubicBezTo>
                  <a:pt x="135290" y="27650"/>
                  <a:pt x="488372" y="4391"/>
                  <a:pt x="635173" y="0"/>
                </a:cubicBezTo>
                <a:cubicBezTo>
                  <a:pt x="781974" y="-4391"/>
                  <a:pt x="992816" y="14310"/>
                  <a:pt x="1144707" y="0"/>
                </a:cubicBezTo>
                <a:cubicBezTo>
                  <a:pt x="1296598" y="-14310"/>
                  <a:pt x="1796462" y="-1258"/>
                  <a:pt x="1968337" y="0"/>
                </a:cubicBezTo>
                <a:cubicBezTo>
                  <a:pt x="2140212" y="1258"/>
                  <a:pt x="2343376" y="-12852"/>
                  <a:pt x="2603510" y="0"/>
                </a:cubicBezTo>
                <a:cubicBezTo>
                  <a:pt x="2863644" y="12852"/>
                  <a:pt x="2935073" y="-10591"/>
                  <a:pt x="3238683" y="0"/>
                </a:cubicBezTo>
                <a:cubicBezTo>
                  <a:pt x="3542293" y="10591"/>
                  <a:pt x="3731676" y="3538"/>
                  <a:pt x="4062313" y="0"/>
                </a:cubicBezTo>
                <a:cubicBezTo>
                  <a:pt x="4392950" y="-3538"/>
                  <a:pt x="4440715" y="28126"/>
                  <a:pt x="4634667" y="0"/>
                </a:cubicBezTo>
                <a:cubicBezTo>
                  <a:pt x="4828619" y="-28126"/>
                  <a:pt x="5052661" y="8974"/>
                  <a:pt x="5458297" y="0"/>
                </a:cubicBezTo>
                <a:cubicBezTo>
                  <a:pt x="5863933" y="-8974"/>
                  <a:pt x="5906900" y="-24516"/>
                  <a:pt x="6281928" y="0"/>
                </a:cubicBezTo>
                <a:cubicBezTo>
                  <a:pt x="6282268" y="5688"/>
                  <a:pt x="6281759" y="13142"/>
                  <a:pt x="6281928" y="18288"/>
                </a:cubicBezTo>
                <a:cubicBezTo>
                  <a:pt x="6036108" y="15339"/>
                  <a:pt x="5743611" y="10415"/>
                  <a:pt x="5583936" y="18288"/>
                </a:cubicBezTo>
                <a:cubicBezTo>
                  <a:pt x="5424261" y="26161"/>
                  <a:pt x="5250533" y="-179"/>
                  <a:pt x="4948763" y="18288"/>
                </a:cubicBezTo>
                <a:cubicBezTo>
                  <a:pt x="4646993" y="36755"/>
                  <a:pt x="4354673" y="7565"/>
                  <a:pt x="4125133" y="18288"/>
                </a:cubicBezTo>
                <a:cubicBezTo>
                  <a:pt x="3895593" y="29012"/>
                  <a:pt x="3570246" y="29209"/>
                  <a:pt x="3301502" y="18288"/>
                </a:cubicBezTo>
                <a:cubicBezTo>
                  <a:pt x="3032758" y="7367"/>
                  <a:pt x="2955340" y="11905"/>
                  <a:pt x="2729149" y="18288"/>
                </a:cubicBezTo>
                <a:cubicBezTo>
                  <a:pt x="2502958" y="24671"/>
                  <a:pt x="2269423" y="3142"/>
                  <a:pt x="2031157" y="18288"/>
                </a:cubicBezTo>
                <a:cubicBezTo>
                  <a:pt x="1792891" y="33434"/>
                  <a:pt x="1484731" y="22122"/>
                  <a:pt x="1207526" y="18288"/>
                </a:cubicBezTo>
                <a:cubicBezTo>
                  <a:pt x="930321" y="14454"/>
                  <a:pt x="560231" y="-33402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8437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rry blue and green background&#10;&#10;Description automatically generated">
            <a:extLst>
              <a:ext uri="{FF2B5EF4-FFF2-40B4-BE49-F238E27FC236}">
                <a16:creationId xmlns:a16="http://schemas.microsoft.com/office/drawing/2014/main" id="{D03BAB3B-47B8-892B-F6B5-429A7417DB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3476" b="973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8D52DD-E357-B50E-5993-0A4E42CD4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endParaRPr lang="en-IT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7956EC-8586-948E-5935-0B02C5A41D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2384690"/>
              </p:ext>
            </p:extLst>
          </p:nvPr>
        </p:nvGraphicFramePr>
        <p:xfrm>
          <a:off x="838199" y="1148576"/>
          <a:ext cx="10970941" cy="5452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9986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and holding a pen shading number on a sheet">
            <a:extLst>
              <a:ext uri="{FF2B5EF4-FFF2-40B4-BE49-F238E27FC236}">
                <a16:creationId xmlns:a16="http://schemas.microsoft.com/office/drawing/2014/main" id="{380A205A-D306-3E4D-93DF-009666C4B35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E23F2B8-9BBE-B83E-0050-E222E456A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02"/>
            <a:ext cx="10515600" cy="29859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>
                <a:solidFill>
                  <a:schemeClr val="accent5">
                    <a:lumMod val="50000"/>
                  </a:schemeClr>
                </a:solidFill>
              </a:rPr>
              <a:t>Quiz – Lesson 5</a:t>
            </a:r>
            <a:br>
              <a:rPr lang="en-US" sz="5200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sz="5200" dirty="0">
                <a:solidFill>
                  <a:schemeClr val="accent5">
                    <a:lumMod val="50000"/>
                  </a:schemeClr>
                </a:solidFill>
              </a:rPr>
              <a:t>Final Assessment</a:t>
            </a:r>
          </a:p>
        </p:txBody>
      </p:sp>
    </p:spTree>
    <p:extLst>
      <p:ext uri="{BB962C8B-B14F-4D97-AF65-F5344CB8AC3E}">
        <p14:creationId xmlns:p14="http://schemas.microsoft.com/office/powerpoint/2010/main" val="797627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11128</TotalTime>
  <Words>797</Words>
  <Application>Microsoft Macintosh PowerPoint</Application>
  <PresentationFormat>Widescreen</PresentationFormat>
  <Paragraphs>133</Paragraphs>
  <Slides>26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inherit</vt:lpstr>
      <vt:lpstr>Office Theme</vt:lpstr>
      <vt:lpstr>TOPS 101</vt:lpstr>
      <vt:lpstr>Agenda </vt:lpstr>
      <vt:lpstr>PowerPoint Presentation</vt:lpstr>
      <vt:lpstr>Review</vt:lpstr>
      <vt:lpstr>Oppportunities to make an Open Science plan</vt:lpstr>
      <vt:lpstr>Assessment Questions</vt:lpstr>
      <vt:lpstr>PowerPoint Presentation</vt:lpstr>
      <vt:lpstr>Open Science tools help to share research products:</vt:lpstr>
      <vt:lpstr>FAIR principles</vt:lpstr>
      <vt:lpstr>PowerPoint Presentation</vt:lpstr>
      <vt:lpstr>Digital Persistent Identifiers</vt:lpstr>
      <vt:lpstr>Demonstrate Zenodo</vt:lpstr>
      <vt:lpstr>Metadata</vt:lpstr>
      <vt:lpstr>Metadata and FAIR discussion</vt:lpstr>
      <vt:lpstr>Repositories </vt:lpstr>
      <vt:lpstr>Open Science tools in research:</vt:lpstr>
      <vt:lpstr>PowerPoint Presentation</vt:lpstr>
      <vt:lpstr>Write your own OSDMP</vt:lpstr>
      <vt:lpstr>Quiz – Lessons 1-3</vt:lpstr>
      <vt:lpstr>Tools for Software Development</vt:lpstr>
      <vt:lpstr>What software development is needed for data analysis? How can this be Open?</vt:lpstr>
      <vt:lpstr>PowerPoint Presentation</vt:lpstr>
      <vt:lpstr>Quiz – Lesson 4</vt:lpstr>
      <vt:lpstr>Other tools</vt:lpstr>
      <vt:lpstr>PowerPoint Presentation</vt:lpstr>
      <vt:lpstr>Quiz – Lesson 5 Final Assessment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TOPS 101</dc:title>
  <dc:creator>Morrow, Nathan L</dc:creator>
  <cp:lastModifiedBy>Morrow, Nathan L</cp:lastModifiedBy>
  <cp:revision>12</cp:revision>
  <dcterms:created xsi:type="dcterms:W3CDTF">2024-03-07T14:51:27Z</dcterms:created>
  <dcterms:modified xsi:type="dcterms:W3CDTF">2024-03-15T11:17:03Z</dcterms:modified>
</cp:coreProperties>
</file>