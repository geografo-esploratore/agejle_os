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1" r:id="rId9"/>
    <p:sldId id="270" r:id="rId10"/>
    <p:sldId id="272" r:id="rId11"/>
    <p:sldId id="259" r:id="rId12"/>
    <p:sldId id="260" r:id="rId13"/>
    <p:sldId id="263" r:id="rId14"/>
    <p:sldId id="264" r:id="rId15"/>
    <p:sldId id="261" r:id="rId16"/>
    <p:sldId id="265" r:id="rId17"/>
    <p:sldId id="262" r:id="rId18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39CF2-6120-405F-B5A1-FB8A58B2650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A15A3B-4961-4A20-917A-6A682F48D3F8}">
      <dgm:prSet custT="1"/>
      <dgm:spPr/>
      <dgm:t>
        <a:bodyPr/>
        <a:lstStyle/>
        <a:p>
          <a:r>
            <a:rPr lang="en-GB" sz="2000"/>
            <a:t>As early as possible </a:t>
          </a:r>
          <a:endParaRPr lang="en-US" sz="2000"/>
        </a:p>
      </dgm:t>
    </dgm:pt>
    <dgm:pt modelId="{84378CA7-AAD8-4658-8E71-146C6A7A397B}" type="parTrans" cxnId="{4FCFF8D8-FBEF-489D-BCF1-1D0C188724CB}">
      <dgm:prSet/>
      <dgm:spPr/>
      <dgm:t>
        <a:bodyPr/>
        <a:lstStyle/>
        <a:p>
          <a:endParaRPr lang="en-US"/>
        </a:p>
      </dgm:t>
    </dgm:pt>
    <dgm:pt modelId="{861C20C7-94ED-4693-B8D4-50E9331E44D6}" type="sibTrans" cxnId="{4FCFF8D8-FBEF-489D-BCF1-1D0C188724CB}">
      <dgm:prSet/>
      <dgm:spPr/>
      <dgm:t>
        <a:bodyPr/>
        <a:lstStyle/>
        <a:p>
          <a:endParaRPr lang="en-US"/>
        </a:p>
      </dgm:t>
    </dgm:pt>
    <dgm:pt modelId="{73AFD30A-E824-4031-A369-9073596442B3}">
      <dgm:prSet custT="1"/>
      <dgm:spPr/>
      <dgm:t>
        <a:bodyPr/>
        <a:lstStyle/>
        <a:p>
          <a:r>
            <a:rPr lang="en-GB" sz="2000"/>
            <a:t>When you have test data ready </a:t>
          </a:r>
          <a:endParaRPr lang="en-US" sz="2000"/>
        </a:p>
      </dgm:t>
    </dgm:pt>
    <dgm:pt modelId="{EBEC0A91-36D7-4761-BC87-E0B179EF1B08}" type="parTrans" cxnId="{486116DA-11BB-4490-AA71-2A533A894C42}">
      <dgm:prSet/>
      <dgm:spPr/>
      <dgm:t>
        <a:bodyPr/>
        <a:lstStyle/>
        <a:p>
          <a:endParaRPr lang="en-US"/>
        </a:p>
      </dgm:t>
    </dgm:pt>
    <dgm:pt modelId="{35D2C5A5-3F3F-4934-A259-FAFB6A1054FB}" type="sibTrans" cxnId="{486116DA-11BB-4490-AA71-2A533A894C42}">
      <dgm:prSet/>
      <dgm:spPr/>
      <dgm:t>
        <a:bodyPr/>
        <a:lstStyle/>
        <a:p>
          <a:endParaRPr lang="en-US"/>
        </a:p>
      </dgm:t>
    </dgm:pt>
    <dgm:pt modelId="{D855625A-EC56-4737-A0DF-9863DF9C2154}">
      <dgm:prSet custT="1"/>
      <dgm:spPr/>
      <dgm:t>
        <a:bodyPr/>
        <a:lstStyle/>
        <a:p>
          <a:r>
            <a:rPr lang="en-GB" sz="2000"/>
            <a:t>After you obtain a DOI </a:t>
          </a:r>
          <a:endParaRPr lang="en-US" sz="2000"/>
        </a:p>
      </dgm:t>
    </dgm:pt>
    <dgm:pt modelId="{27E5888C-76ED-41FA-829E-3DF8FBBE6E72}" type="parTrans" cxnId="{16E05F87-DB0E-45F1-BFB3-B930CB018B4D}">
      <dgm:prSet/>
      <dgm:spPr/>
      <dgm:t>
        <a:bodyPr/>
        <a:lstStyle/>
        <a:p>
          <a:endParaRPr lang="en-US"/>
        </a:p>
      </dgm:t>
    </dgm:pt>
    <dgm:pt modelId="{FD9CC827-F3A0-42C2-8BCF-48C7610C42B2}" type="sibTrans" cxnId="{16E05F87-DB0E-45F1-BFB3-B930CB018B4D}">
      <dgm:prSet/>
      <dgm:spPr/>
      <dgm:t>
        <a:bodyPr/>
        <a:lstStyle/>
        <a:p>
          <a:endParaRPr lang="en-US"/>
        </a:p>
      </dgm:t>
    </dgm:pt>
    <dgm:pt modelId="{258E0A14-E847-4541-A191-39AC975843AB}">
      <dgm:prSet custT="1"/>
      <dgm:spPr/>
      <dgm:t>
        <a:bodyPr/>
        <a:lstStyle/>
        <a:p>
          <a:r>
            <a:rPr lang="en-GB" sz="2000"/>
            <a:t>When you are ready to release your data </a:t>
          </a:r>
          <a:endParaRPr lang="en-US" sz="2000"/>
        </a:p>
      </dgm:t>
    </dgm:pt>
    <dgm:pt modelId="{CDE5C710-5E4D-4C92-99F8-2AC819C6A8FF}" type="parTrans" cxnId="{4EEA72AF-188E-43B9-B029-263AE1616961}">
      <dgm:prSet/>
      <dgm:spPr/>
      <dgm:t>
        <a:bodyPr/>
        <a:lstStyle/>
        <a:p>
          <a:endParaRPr lang="en-US"/>
        </a:p>
      </dgm:t>
    </dgm:pt>
    <dgm:pt modelId="{EDF12F90-A187-4B33-8D14-F5A0C42B329A}" type="sibTrans" cxnId="{4EEA72AF-188E-43B9-B029-263AE1616961}">
      <dgm:prSet/>
      <dgm:spPr/>
      <dgm:t>
        <a:bodyPr/>
        <a:lstStyle/>
        <a:p>
          <a:endParaRPr lang="en-US"/>
        </a:p>
      </dgm:t>
    </dgm:pt>
    <dgm:pt modelId="{D2EC0DA9-4C7D-4020-B751-A50C12B7C6FA}" type="pres">
      <dgm:prSet presAssocID="{00E39CF2-6120-405F-B5A1-FB8A58B26508}" presName="root" presStyleCnt="0">
        <dgm:presLayoutVars>
          <dgm:dir/>
          <dgm:resizeHandles val="exact"/>
        </dgm:presLayoutVars>
      </dgm:prSet>
      <dgm:spPr/>
    </dgm:pt>
    <dgm:pt modelId="{05FA18BE-5976-4F92-AA66-B14AB7FE435E}" type="pres">
      <dgm:prSet presAssocID="{F8A15A3B-4961-4A20-917A-6A682F48D3F8}" presName="compNode" presStyleCnt="0"/>
      <dgm:spPr/>
    </dgm:pt>
    <dgm:pt modelId="{8C81C8D9-8172-4EEE-82C3-0377BE164F6B}" type="pres">
      <dgm:prSet presAssocID="{F8A15A3B-4961-4A20-917A-6A682F48D3F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7405E25-16F1-4DFC-A700-5D65097A0466}" type="pres">
      <dgm:prSet presAssocID="{F8A15A3B-4961-4A20-917A-6A682F48D3F8}" presName="spaceRect" presStyleCnt="0"/>
      <dgm:spPr/>
    </dgm:pt>
    <dgm:pt modelId="{AA2E04B6-29F8-4A52-AEF2-29E693C2CD35}" type="pres">
      <dgm:prSet presAssocID="{F8A15A3B-4961-4A20-917A-6A682F48D3F8}" presName="textRect" presStyleLbl="revTx" presStyleIdx="0" presStyleCnt="4">
        <dgm:presLayoutVars>
          <dgm:chMax val="1"/>
          <dgm:chPref val="1"/>
        </dgm:presLayoutVars>
      </dgm:prSet>
      <dgm:spPr/>
    </dgm:pt>
    <dgm:pt modelId="{2C0AAD2B-BDD6-4838-BF1F-28D93A9CC1F2}" type="pres">
      <dgm:prSet presAssocID="{861C20C7-94ED-4693-B8D4-50E9331E44D6}" presName="sibTrans" presStyleCnt="0"/>
      <dgm:spPr/>
    </dgm:pt>
    <dgm:pt modelId="{8AEAB81B-F728-483A-B806-1761767177F6}" type="pres">
      <dgm:prSet presAssocID="{73AFD30A-E824-4031-A369-9073596442B3}" presName="compNode" presStyleCnt="0"/>
      <dgm:spPr/>
    </dgm:pt>
    <dgm:pt modelId="{CD44A027-1B6A-4D40-B63D-C3B5542379F2}" type="pres">
      <dgm:prSet presAssocID="{73AFD30A-E824-4031-A369-9073596442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47DF607C-7C09-486E-83FD-74EF8352D4E7}" type="pres">
      <dgm:prSet presAssocID="{73AFD30A-E824-4031-A369-9073596442B3}" presName="spaceRect" presStyleCnt="0"/>
      <dgm:spPr/>
    </dgm:pt>
    <dgm:pt modelId="{90D7808B-E052-4A9D-A90A-1BDD55D2F859}" type="pres">
      <dgm:prSet presAssocID="{73AFD30A-E824-4031-A369-9073596442B3}" presName="textRect" presStyleLbl="revTx" presStyleIdx="1" presStyleCnt="4">
        <dgm:presLayoutVars>
          <dgm:chMax val="1"/>
          <dgm:chPref val="1"/>
        </dgm:presLayoutVars>
      </dgm:prSet>
      <dgm:spPr/>
    </dgm:pt>
    <dgm:pt modelId="{E3FA2455-04F3-4169-B811-F9AFA9BB48AE}" type="pres">
      <dgm:prSet presAssocID="{35D2C5A5-3F3F-4934-A259-FAFB6A1054FB}" presName="sibTrans" presStyleCnt="0"/>
      <dgm:spPr/>
    </dgm:pt>
    <dgm:pt modelId="{6D5FC3FF-37CC-4DF2-B73B-F7C6C18FA436}" type="pres">
      <dgm:prSet presAssocID="{D855625A-EC56-4737-A0DF-9863DF9C2154}" presName="compNode" presStyleCnt="0"/>
      <dgm:spPr/>
    </dgm:pt>
    <dgm:pt modelId="{57EB5258-37C8-4C2B-8491-3B95CE83D218}" type="pres">
      <dgm:prSet presAssocID="{D855625A-EC56-4737-A0DF-9863DF9C21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B06CBB2-0AD3-41FF-8A56-F5A1619615EA}" type="pres">
      <dgm:prSet presAssocID="{D855625A-EC56-4737-A0DF-9863DF9C2154}" presName="spaceRect" presStyleCnt="0"/>
      <dgm:spPr/>
    </dgm:pt>
    <dgm:pt modelId="{B2BEB8B9-A85A-4F7B-9B03-59DCAF871914}" type="pres">
      <dgm:prSet presAssocID="{D855625A-EC56-4737-A0DF-9863DF9C2154}" presName="textRect" presStyleLbl="revTx" presStyleIdx="2" presStyleCnt="4">
        <dgm:presLayoutVars>
          <dgm:chMax val="1"/>
          <dgm:chPref val="1"/>
        </dgm:presLayoutVars>
      </dgm:prSet>
      <dgm:spPr/>
    </dgm:pt>
    <dgm:pt modelId="{3538FC22-205E-4A69-BCF4-8EF5FB8FC202}" type="pres">
      <dgm:prSet presAssocID="{FD9CC827-F3A0-42C2-8BCF-48C7610C42B2}" presName="sibTrans" presStyleCnt="0"/>
      <dgm:spPr/>
    </dgm:pt>
    <dgm:pt modelId="{7B0D923C-E202-4941-BFA2-22CB67D4ABF0}" type="pres">
      <dgm:prSet presAssocID="{258E0A14-E847-4541-A191-39AC975843AB}" presName="compNode" presStyleCnt="0"/>
      <dgm:spPr/>
    </dgm:pt>
    <dgm:pt modelId="{28FEEB24-60F7-4B6B-8769-ADB8072D3929}" type="pres">
      <dgm:prSet presAssocID="{258E0A14-E847-4541-A191-39AC975843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CD468C6-2853-4D94-AFE3-DB9596F1BC27}" type="pres">
      <dgm:prSet presAssocID="{258E0A14-E847-4541-A191-39AC975843AB}" presName="spaceRect" presStyleCnt="0"/>
      <dgm:spPr/>
    </dgm:pt>
    <dgm:pt modelId="{FDCE706D-46C9-4CD0-A1F2-1E679AC0385F}" type="pres">
      <dgm:prSet presAssocID="{258E0A14-E847-4541-A191-39AC975843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61241-08FB-460F-9918-C9974849D34A}" type="presOf" srcId="{73AFD30A-E824-4031-A369-9073596442B3}" destId="{90D7808B-E052-4A9D-A90A-1BDD55D2F859}" srcOrd="0" destOrd="0" presId="urn:microsoft.com/office/officeart/2018/2/layout/IconLabelList"/>
    <dgm:cxn modelId="{1DDC5B41-6F8A-4702-B698-74F291E955ED}" type="presOf" srcId="{D855625A-EC56-4737-A0DF-9863DF9C2154}" destId="{B2BEB8B9-A85A-4F7B-9B03-59DCAF871914}" srcOrd="0" destOrd="0" presId="urn:microsoft.com/office/officeart/2018/2/layout/IconLabelList"/>
    <dgm:cxn modelId="{0AC0C084-0E41-42F3-BA50-2ADF08189B5C}" type="presOf" srcId="{F8A15A3B-4961-4A20-917A-6A682F48D3F8}" destId="{AA2E04B6-29F8-4A52-AEF2-29E693C2CD35}" srcOrd="0" destOrd="0" presId="urn:microsoft.com/office/officeart/2018/2/layout/IconLabelList"/>
    <dgm:cxn modelId="{16E05F87-DB0E-45F1-BFB3-B930CB018B4D}" srcId="{00E39CF2-6120-405F-B5A1-FB8A58B26508}" destId="{D855625A-EC56-4737-A0DF-9863DF9C2154}" srcOrd="2" destOrd="0" parTransId="{27E5888C-76ED-41FA-829E-3DF8FBBE6E72}" sibTransId="{FD9CC827-F3A0-42C2-8BCF-48C7610C42B2}"/>
    <dgm:cxn modelId="{55628FAB-BC38-42CF-B239-D0C16DD6E86E}" type="presOf" srcId="{258E0A14-E847-4541-A191-39AC975843AB}" destId="{FDCE706D-46C9-4CD0-A1F2-1E679AC0385F}" srcOrd="0" destOrd="0" presId="urn:microsoft.com/office/officeart/2018/2/layout/IconLabelList"/>
    <dgm:cxn modelId="{4EEA72AF-188E-43B9-B029-263AE1616961}" srcId="{00E39CF2-6120-405F-B5A1-FB8A58B26508}" destId="{258E0A14-E847-4541-A191-39AC975843AB}" srcOrd="3" destOrd="0" parTransId="{CDE5C710-5E4D-4C92-99F8-2AC819C6A8FF}" sibTransId="{EDF12F90-A187-4B33-8D14-F5A0C42B329A}"/>
    <dgm:cxn modelId="{A3D199BF-A0A8-405B-B99A-A6E74120667C}" type="presOf" srcId="{00E39CF2-6120-405F-B5A1-FB8A58B26508}" destId="{D2EC0DA9-4C7D-4020-B751-A50C12B7C6FA}" srcOrd="0" destOrd="0" presId="urn:microsoft.com/office/officeart/2018/2/layout/IconLabelList"/>
    <dgm:cxn modelId="{4FCFF8D8-FBEF-489D-BCF1-1D0C188724CB}" srcId="{00E39CF2-6120-405F-B5A1-FB8A58B26508}" destId="{F8A15A3B-4961-4A20-917A-6A682F48D3F8}" srcOrd="0" destOrd="0" parTransId="{84378CA7-AAD8-4658-8E71-146C6A7A397B}" sibTransId="{861C20C7-94ED-4693-B8D4-50E9331E44D6}"/>
    <dgm:cxn modelId="{486116DA-11BB-4490-AA71-2A533A894C42}" srcId="{00E39CF2-6120-405F-B5A1-FB8A58B26508}" destId="{73AFD30A-E824-4031-A369-9073596442B3}" srcOrd="1" destOrd="0" parTransId="{EBEC0A91-36D7-4761-BC87-E0B179EF1B08}" sibTransId="{35D2C5A5-3F3F-4934-A259-FAFB6A1054FB}"/>
    <dgm:cxn modelId="{840614C8-B114-423F-B775-2CF4E2D266AD}" type="presParOf" srcId="{D2EC0DA9-4C7D-4020-B751-A50C12B7C6FA}" destId="{05FA18BE-5976-4F92-AA66-B14AB7FE435E}" srcOrd="0" destOrd="0" presId="urn:microsoft.com/office/officeart/2018/2/layout/IconLabelList"/>
    <dgm:cxn modelId="{A1B2BB0B-3546-4FF1-A641-7B67C9EF699F}" type="presParOf" srcId="{05FA18BE-5976-4F92-AA66-B14AB7FE435E}" destId="{8C81C8D9-8172-4EEE-82C3-0377BE164F6B}" srcOrd="0" destOrd="0" presId="urn:microsoft.com/office/officeart/2018/2/layout/IconLabelList"/>
    <dgm:cxn modelId="{885B6CC2-DEA0-4A39-9C54-0D3F2FBD2327}" type="presParOf" srcId="{05FA18BE-5976-4F92-AA66-B14AB7FE435E}" destId="{E7405E25-16F1-4DFC-A700-5D65097A0466}" srcOrd="1" destOrd="0" presId="urn:microsoft.com/office/officeart/2018/2/layout/IconLabelList"/>
    <dgm:cxn modelId="{9BEDC859-D154-4C7D-BC8F-345DFBF7AF15}" type="presParOf" srcId="{05FA18BE-5976-4F92-AA66-B14AB7FE435E}" destId="{AA2E04B6-29F8-4A52-AEF2-29E693C2CD35}" srcOrd="2" destOrd="0" presId="urn:microsoft.com/office/officeart/2018/2/layout/IconLabelList"/>
    <dgm:cxn modelId="{C77E8D34-0F69-41F0-96C6-171154349DC8}" type="presParOf" srcId="{D2EC0DA9-4C7D-4020-B751-A50C12B7C6FA}" destId="{2C0AAD2B-BDD6-4838-BF1F-28D93A9CC1F2}" srcOrd="1" destOrd="0" presId="urn:microsoft.com/office/officeart/2018/2/layout/IconLabelList"/>
    <dgm:cxn modelId="{83A601C2-D904-4722-B342-FD7133AC4291}" type="presParOf" srcId="{D2EC0DA9-4C7D-4020-B751-A50C12B7C6FA}" destId="{8AEAB81B-F728-483A-B806-1761767177F6}" srcOrd="2" destOrd="0" presId="urn:microsoft.com/office/officeart/2018/2/layout/IconLabelList"/>
    <dgm:cxn modelId="{DE473948-80F4-4BAD-9C26-AC47D85F54E2}" type="presParOf" srcId="{8AEAB81B-F728-483A-B806-1761767177F6}" destId="{CD44A027-1B6A-4D40-B63D-C3B5542379F2}" srcOrd="0" destOrd="0" presId="urn:microsoft.com/office/officeart/2018/2/layout/IconLabelList"/>
    <dgm:cxn modelId="{1940280A-C620-421F-8265-B4D4D0FB7500}" type="presParOf" srcId="{8AEAB81B-F728-483A-B806-1761767177F6}" destId="{47DF607C-7C09-486E-83FD-74EF8352D4E7}" srcOrd="1" destOrd="0" presId="urn:microsoft.com/office/officeart/2018/2/layout/IconLabelList"/>
    <dgm:cxn modelId="{D0991564-9094-4DE4-991B-2960B6714EF5}" type="presParOf" srcId="{8AEAB81B-F728-483A-B806-1761767177F6}" destId="{90D7808B-E052-4A9D-A90A-1BDD55D2F859}" srcOrd="2" destOrd="0" presId="urn:microsoft.com/office/officeart/2018/2/layout/IconLabelList"/>
    <dgm:cxn modelId="{ABDED3E6-B9BA-4881-B6B6-84B39CEBF33D}" type="presParOf" srcId="{D2EC0DA9-4C7D-4020-B751-A50C12B7C6FA}" destId="{E3FA2455-04F3-4169-B811-F9AFA9BB48AE}" srcOrd="3" destOrd="0" presId="urn:microsoft.com/office/officeart/2018/2/layout/IconLabelList"/>
    <dgm:cxn modelId="{7C542B9B-D6A3-491D-807E-B159F5678592}" type="presParOf" srcId="{D2EC0DA9-4C7D-4020-B751-A50C12B7C6FA}" destId="{6D5FC3FF-37CC-4DF2-B73B-F7C6C18FA436}" srcOrd="4" destOrd="0" presId="urn:microsoft.com/office/officeart/2018/2/layout/IconLabelList"/>
    <dgm:cxn modelId="{A7F9264D-567A-4243-B915-FA43AE604124}" type="presParOf" srcId="{6D5FC3FF-37CC-4DF2-B73B-F7C6C18FA436}" destId="{57EB5258-37C8-4C2B-8491-3B95CE83D218}" srcOrd="0" destOrd="0" presId="urn:microsoft.com/office/officeart/2018/2/layout/IconLabelList"/>
    <dgm:cxn modelId="{96F46E10-9D2A-488B-B869-F38C9E8192F0}" type="presParOf" srcId="{6D5FC3FF-37CC-4DF2-B73B-F7C6C18FA436}" destId="{DB06CBB2-0AD3-41FF-8A56-F5A1619615EA}" srcOrd="1" destOrd="0" presId="urn:microsoft.com/office/officeart/2018/2/layout/IconLabelList"/>
    <dgm:cxn modelId="{B4938B97-F5F9-41CA-92E3-DD9E9FAE1DAB}" type="presParOf" srcId="{6D5FC3FF-37CC-4DF2-B73B-F7C6C18FA436}" destId="{B2BEB8B9-A85A-4F7B-9B03-59DCAF871914}" srcOrd="2" destOrd="0" presId="urn:microsoft.com/office/officeart/2018/2/layout/IconLabelList"/>
    <dgm:cxn modelId="{D6663D23-8367-4000-88FB-9D3904114E5E}" type="presParOf" srcId="{D2EC0DA9-4C7D-4020-B751-A50C12B7C6FA}" destId="{3538FC22-205E-4A69-BCF4-8EF5FB8FC202}" srcOrd="5" destOrd="0" presId="urn:microsoft.com/office/officeart/2018/2/layout/IconLabelList"/>
    <dgm:cxn modelId="{AD5A3CA8-FC8A-4A1C-A9DD-B7A30A015969}" type="presParOf" srcId="{D2EC0DA9-4C7D-4020-B751-A50C12B7C6FA}" destId="{7B0D923C-E202-4941-BFA2-22CB67D4ABF0}" srcOrd="6" destOrd="0" presId="urn:microsoft.com/office/officeart/2018/2/layout/IconLabelList"/>
    <dgm:cxn modelId="{1F6036C1-7F93-4D00-97F9-50AC7400EC70}" type="presParOf" srcId="{7B0D923C-E202-4941-BFA2-22CB67D4ABF0}" destId="{28FEEB24-60F7-4B6B-8769-ADB8072D3929}" srcOrd="0" destOrd="0" presId="urn:microsoft.com/office/officeart/2018/2/layout/IconLabelList"/>
    <dgm:cxn modelId="{86FDFF97-C059-4341-8E1C-9F13ACCC93A7}" type="presParOf" srcId="{7B0D923C-E202-4941-BFA2-22CB67D4ABF0}" destId="{7CD468C6-2853-4D94-AFE3-DB9596F1BC27}" srcOrd="1" destOrd="0" presId="urn:microsoft.com/office/officeart/2018/2/layout/IconLabelList"/>
    <dgm:cxn modelId="{F5DD2A7B-B8B0-4162-8DF0-6F7E1E56CBEF}" type="presParOf" srcId="{7B0D923C-E202-4941-BFA2-22CB67D4ABF0}" destId="{FDCE706D-46C9-4CD0-A1F2-1E679AC038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D6493B-34CC-40B3-B7BC-405C9863F2C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41B1B57-9F0E-4062-9727-ABBE319359B8}">
      <dgm:prSet custT="1"/>
      <dgm:spPr/>
      <dgm:t>
        <a:bodyPr/>
        <a:lstStyle/>
        <a:p>
          <a:r>
            <a:rPr lang="en-GB" sz="2000"/>
            <a:t>Develop guidance on privacy and cultural sensitivity of the data </a:t>
          </a:r>
          <a:endParaRPr lang="en-US" sz="2000"/>
        </a:p>
      </dgm:t>
    </dgm:pt>
    <dgm:pt modelId="{9FE9F0F7-5E34-4FAE-AF84-A53075E51733}" type="parTrans" cxnId="{F9403C1D-2505-4C9B-8A51-C81106D6F6CA}">
      <dgm:prSet/>
      <dgm:spPr/>
      <dgm:t>
        <a:bodyPr/>
        <a:lstStyle/>
        <a:p>
          <a:endParaRPr lang="en-US"/>
        </a:p>
      </dgm:t>
    </dgm:pt>
    <dgm:pt modelId="{C7C0D695-EC0B-4FD9-AEE5-4EE043CFFBBA}" type="sibTrans" cxnId="{F9403C1D-2505-4C9B-8A51-C81106D6F6CA}">
      <dgm:prSet/>
      <dgm:spPr/>
      <dgm:t>
        <a:bodyPr/>
        <a:lstStyle/>
        <a:p>
          <a:endParaRPr lang="en-US"/>
        </a:p>
      </dgm:t>
    </dgm:pt>
    <dgm:pt modelId="{4A9BAA51-CA9B-4636-BFFF-C139FEE42829}">
      <dgm:prSet custT="1"/>
      <dgm:spPr/>
      <dgm:t>
        <a:bodyPr/>
        <a:lstStyle/>
        <a:p>
          <a:r>
            <a:rPr lang="en-GB" sz="2000"/>
            <a:t>Develop the data documentation and metadata </a:t>
          </a:r>
          <a:endParaRPr lang="en-US" sz="2000"/>
        </a:p>
      </dgm:t>
    </dgm:pt>
    <dgm:pt modelId="{4694D65E-5B07-4A12-B1A9-7F1EB07839C0}" type="parTrans" cxnId="{55B720DD-FD98-4B77-8BBC-C2A8C5CEF188}">
      <dgm:prSet/>
      <dgm:spPr/>
      <dgm:t>
        <a:bodyPr/>
        <a:lstStyle/>
        <a:p>
          <a:endParaRPr lang="en-US"/>
        </a:p>
      </dgm:t>
    </dgm:pt>
    <dgm:pt modelId="{BB95F0C1-F68B-4863-A2DE-BCC7B913F4EE}" type="sibTrans" cxnId="{55B720DD-FD98-4B77-8BBC-C2A8C5CEF188}">
      <dgm:prSet/>
      <dgm:spPr/>
      <dgm:t>
        <a:bodyPr/>
        <a:lstStyle/>
        <a:p>
          <a:endParaRPr lang="en-US"/>
        </a:p>
      </dgm:t>
    </dgm:pt>
    <dgm:pt modelId="{F231E149-FD0E-43DC-A702-9458D25F517C}">
      <dgm:prSet custT="1"/>
      <dgm:spPr/>
      <dgm:t>
        <a:bodyPr/>
        <a:lstStyle/>
        <a:p>
          <a:r>
            <a:rPr lang="en-GB" sz="2000"/>
            <a:t>Assign the data a DOI </a:t>
          </a:r>
          <a:endParaRPr lang="en-US" sz="2000"/>
        </a:p>
      </dgm:t>
    </dgm:pt>
    <dgm:pt modelId="{DE0539B5-A7C8-44FF-9BF8-7E884EFB24FE}" type="parTrans" cxnId="{19345561-F61E-444B-9FE9-E33F9F70D88F}">
      <dgm:prSet/>
      <dgm:spPr/>
      <dgm:t>
        <a:bodyPr/>
        <a:lstStyle/>
        <a:p>
          <a:endParaRPr lang="en-US"/>
        </a:p>
      </dgm:t>
    </dgm:pt>
    <dgm:pt modelId="{2EA8CC73-F306-43A3-AE1A-234D87F12043}" type="sibTrans" cxnId="{19345561-F61E-444B-9FE9-E33F9F70D88F}">
      <dgm:prSet/>
      <dgm:spPr/>
      <dgm:t>
        <a:bodyPr/>
        <a:lstStyle/>
        <a:p>
          <a:endParaRPr lang="en-US"/>
        </a:p>
      </dgm:t>
    </dgm:pt>
    <dgm:pt modelId="{9476598A-C9D5-416F-8095-5FBD57454A4F}">
      <dgm:prSet custT="1"/>
      <dgm:spPr/>
      <dgm:t>
        <a:bodyPr/>
        <a:lstStyle/>
        <a:p>
          <a:r>
            <a:rPr lang="en-GB" sz="2000"/>
            <a:t>Verify the integrity of the data, metadata, and documentation transfer </a:t>
          </a:r>
          <a:endParaRPr lang="en-US" sz="2000"/>
        </a:p>
      </dgm:t>
    </dgm:pt>
    <dgm:pt modelId="{54D616A9-094F-4B64-A58E-16B9A8324AD4}" type="parTrans" cxnId="{A76442DC-AED6-491E-845C-A722C4B0FF10}">
      <dgm:prSet/>
      <dgm:spPr/>
      <dgm:t>
        <a:bodyPr/>
        <a:lstStyle/>
        <a:p>
          <a:endParaRPr lang="en-US"/>
        </a:p>
      </dgm:t>
    </dgm:pt>
    <dgm:pt modelId="{DF587C38-6E99-4FC1-BA06-39A03543CA4B}" type="sibTrans" cxnId="{A76442DC-AED6-491E-845C-A722C4B0FF10}">
      <dgm:prSet/>
      <dgm:spPr/>
      <dgm:t>
        <a:bodyPr/>
        <a:lstStyle/>
        <a:p>
          <a:endParaRPr lang="en-US"/>
        </a:p>
      </dgm:t>
    </dgm:pt>
    <dgm:pt modelId="{0DA841A5-E0FD-4781-B317-B8C5BC422EC7}" type="pres">
      <dgm:prSet presAssocID="{A6D6493B-34CC-40B3-B7BC-405C9863F2C2}" presName="root" presStyleCnt="0">
        <dgm:presLayoutVars>
          <dgm:dir/>
          <dgm:resizeHandles val="exact"/>
        </dgm:presLayoutVars>
      </dgm:prSet>
      <dgm:spPr/>
    </dgm:pt>
    <dgm:pt modelId="{73BE6784-DCDC-4725-A9EE-43CB5AE96BCE}" type="pres">
      <dgm:prSet presAssocID="{941B1B57-9F0E-4062-9727-ABBE319359B8}" presName="compNode" presStyleCnt="0"/>
      <dgm:spPr/>
    </dgm:pt>
    <dgm:pt modelId="{55DA6E5C-BC42-4CFE-B096-918369142F49}" type="pres">
      <dgm:prSet presAssocID="{941B1B57-9F0E-4062-9727-ABBE319359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54B298A-85C5-4C60-B786-E40E7863FA79}" type="pres">
      <dgm:prSet presAssocID="{941B1B57-9F0E-4062-9727-ABBE319359B8}" presName="spaceRect" presStyleCnt="0"/>
      <dgm:spPr/>
    </dgm:pt>
    <dgm:pt modelId="{6F7A7A82-3D14-4439-815F-516A19AF45C2}" type="pres">
      <dgm:prSet presAssocID="{941B1B57-9F0E-4062-9727-ABBE319359B8}" presName="textRect" presStyleLbl="revTx" presStyleIdx="0" presStyleCnt="4">
        <dgm:presLayoutVars>
          <dgm:chMax val="1"/>
          <dgm:chPref val="1"/>
        </dgm:presLayoutVars>
      </dgm:prSet>
      <dgm:spPr/>
    </dgm:pt>
    <dgm:pt modelId="{961EB70E-DAFA-4416-8EA8-07474DA0948B}" type="pres">
      <dgm:prSet presAssocID="{C7C0D695-EC0B-4FD9-AEE5-4EE043CFFBBA}" presName="sibTrans" presStyleCnt="0"/>
      <dgm:spPr/>
    </dgm:pt>
    <dgm:pt modelId="{92652762-E7CD-40FD-8C7D-DD24DA31F891}" type="pres">
      <dgm:prSet presAssocID="{4A9BAA51-CA9B-4636-BFFF-C139FEE42829}" presName="compNode" presStyleCnt="0"/>
      <dgm:spPr/>
    </dgm:pt>
    <dgm:pt modelId="{1444E5A2-2717-4286-84D7-95C2CC0FB25C}" type="pres">
      <dgm:prSet presAssocID="{4A9BAA51-CA9B-4636-BFFF-C139FEE428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FEA6ECE-A1B7-4024-8EA5-20A8A8EF650C}" type="pres">
      <dgm:prSet presAssocID="{4A9BAA51-CA9B-4636-BFFF-C139FEE42829}" presName="spaceRect" presStyleCnt="0"/>
      <dgm:spPr/>
    </dgm:pt>
    <dgm:pt modelId="{0F5B1196-EC1B-4B72-B789-B790E9327123}" type="pres">
      <dgm:prSet presAssocID="{4A9BAA51-CA9B-4636-BFFF-C139FEE42829}" presName="textRect" presStyleLbl="revTx" presStyleIdx="1" presStyleCnt="4">
        <dgm:presLayoutVars>
          <dgm:chMax val="1"/>
          <dgm:chPref val="1"/>
        </dgm:presLayoutVars>
      </dgm:prSet>
      <dgm:spPr/>
    </dgm:pt>
    <dgm:pt modelId="{55A70D91-6254-4559-8DC6-A5B400489DF0}" type="pres">
      <dgm:prSet presAssocID="{BB95F0C1-F68B-4863-A2DE-BCC7B913F4EE}" presName="sibTrans" presStyleCnt="0"/>
      <dgm:spPr/>
    </dgm:pt>
    <dgm:pt modelId="{8A2DA30A-F08A-49AF-AFCB-FEC2FE08B96E}" type="pres">
      <dgm:prSet presAssocID="{F231E149-FD0E-43DC-A702-9458D25F517C}" presName="compNode" presStyleCnt="0"/>
      <dgm:spPr/>
    </dgm:pt>
    <dgm:pt modelId="{77869399-46F9-4B05-BBC6-E8A7B25FFC1C}" type="pres">
      <dgm:prSet presAssocID="{F231E149-FD0E-43DC-A702-9458D25F51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F3A90B-1994-4B3C-B5B3-C81172725607}" type="pres">
      <dgm:prSet presAssocID="{F231E149-FD0E-43DC-A702-9458D25F517C}" presName="spaceRect" presStyleCnt="0"/>
      <dgm:spPr/>
    </dgm:pt>
    <dgm:pt modelId="{7490F05C-F42C-407B-B0E1-BDA0B6B113A8}" type="pres">
      <dgm:prSet presAssocID="{F231E149-FD0E-43DC-A702-9458D25F517C}" presName="textRect" presStyleLbl="revTx" presStyleIdx="2" presStyleCnt="4">
        <dgm:presLayoutVars>
          <dgm:chMax val="1"/>
          <dgm:chPref val="1"/>
        </dgm:presLayoutVars>
      </dgm:prSet>
      <dgm:spPr/>
    </dgm:pt>
    <dgm:pt modelId="{267980E8-2C19-4317-BEE1-D9CF7088B6B6}" type="pres">
      <dgm:prSet presAssocID="{2EA8CC73-F306-43A3-AE1A-234D87F12043}" presName="sibTrans" presStyleCnt="0"/>
      <dgm:spPr/>
    </dgm:pt>
    <dgm:pt modelId="{151EE546-5A04-4F72-BBCD-FE0C373E6172}" type="pres">
      <dgm:prSet presAssocID="{9476598A-C9D5-416F-8095-5FBD57454A4F}" presName="compNode" presStyleCnt="0"/>
      <dgm:spPr/>
    </dgm:pt>
    <dgm:pt modelId="{8EBCC5F4-2599-4D59-B079-D05582BDF4DD}" type="pres">
      <dgm:prSet presAssocID="{9476598A-C9D5-416F-8095-5FBD57454A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EC099474-59B8-416B-A720-87801CFEA942}" type="pres">
      <dgm:prSet presAssocID="{9476598A-C9D5-416F-8095-5FBD57454A4F}" presName="spaceRect" presStyleCnt="0"/>
      <dgm:spPr/>
    </dgm:pt>
    <dgm:pt modelId="{A382C245-2422-4AF0-A580-C3A7A837D049}" type="pres">
      <dgm:prSet presAssocID="{9476598A-C9D5-416F-8095-5FBD57454A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79400C-FD32-4E03-BDC1-120D52D57743}" type="presOf" srcId="{F231E149-FD0E-43DC-A702-9458D25F517C}" destId="{7490F05C-F42C-407B-B0E1-BDA0B6B113A8}" srcOrd="0" destOrd="0" presId="urn:microsoft.com/office/officeart/2018/2/layout/IconLabelList"/>
    <dgm:cxn modelId="{F9403C1D-2505-4C9B-8A51-C81106D6F6CA}" srcId="{A6D6493B-34CC-40B3-B7BC-405C9863F2C2}" destId="{941B1B57-9F0E-4062-9727-ABBE319359B8}" srcOrd="0" destOrd="0" parTransId="{9FE9F0F7-5E34-4FAE-AF84-A53075E51733}" sibTransId="{C7C0D695-EC0B-4FD9-AEE5-4EE043CFFBBA}"/>
    <dgm:cxn modelId="{4FC3092C-94F2-485E-85AC-39B97EA26BF0}" type="presOf" srcId="{9476598A-C9D5-416F-8095-5FBD57454A4F}" destId="{A382C245-2422-4AF0-A580-C3A7A837D049}" srcOrd="0" destOrd="0" presId="urn:microsoft.com/office/officeart/2018/2/layout/IconLabelList"/>
    <dgm:cxn modelId="{9884B42C-6DD8-4031-9112-81221A45B21A}" type="presOf" srcId="{A6D6493B-34CC-40B3-B7BC-405C9863F2C2}" destId="{0DA841A5-E0FD-4781-B317-B8C5BC422EC7}" srcOrd="0" destOrd="0" presId="urn:microsoft.com/office/officeart/2018/2/layout/IconLabelList"/>
    <dgm:cxn modelId="{86A6CB3C-0BCE-4820-8419-E7A8AB440C06}" type="presOf" srcId="{4A9BAA51-CA9B-4636-BFFF-C139FEE42829}" destId="{0F5B1196-EC1B-4B72-B789-B790E9327123}" srcOrd="0" destOrd="0" presId="urn:microsoft.com/office/officeart/2018/2/layout/IconLabelList"/>
    <dgm:cxn modelId="{E892CA48-4401-4434-B27C-B888A90EE2C3}" type="presOf" srcId="{941B1B57-9F0E-4062-9727-ABBE319359B8}" destId="{6F7A7A82-3D14-4439-815F-516A19AF45C2}" srcOrd="0" destOrd="0" presId="urn:microsoft.com/office/officeart/2018/2/layout/IconLabelList"/>
    <dgm:cxn modelId="{19345561-F61E-444B-9FE9-E33F9F70D88F}" srcId="{A6D6493B-34CC-40B3-B7BC-405C9863F2C2}" destId="{F231E149-FD0E-43DC-A702-9458D25F517C}" srcOrd="2" destOrd="0" parTransId="{DE0539B5-A7C8-44FF-9BF8-7E884EFB24FE}" sibTransId="{2EA8CC73-F306-43A3-AE1A-234D87F12043}"/>
    <dgm:cxn modelId="{A76442DC-AED6-491E-845C-A722C4B0FF10}" srcId="{A6D6493B-34CC-40B3-B7BC-405C9863F2C2}" destId="{9476598A-C9D5-416F-8095-5FBD57454A4F}" srcOrd="3" destOrd="0" parTransId="{54D616A9-094F-4B64-A58E-16B9A8324AD4}" sibTransId="{DF587C38-6E99-4FC1-BA06-39A03543CA4B}"/>
    <dgm:cxn modelId="{55B720DD-FD98-4B77-8BBC-C2A8C5CEF188}" srcId="{A6D6493B-34CC-40B3-B7BC-405C9863F2C2}" destId="{4A9BAA51-CA9B-4636-BFFF-C139FEE42829}" srcOrd="1" destOrd="0" parTransId="{4694D65E-5B07-4A12-B1A9-7F1EB07839C0}" sibTransId="{BB95F0C1-F68B-4863-A2DE-BCC7B913F4EE}"/>
    <dgm:cxn modelId="{6CE20E5A-73FA-4C37-B604-BC3964C76269}" type="presParOf" srcId="{0DA841A5-E0FD-4781-B317-B8C5BC422EC7}" destId="{73BE6784-DCDC-4725-A9EE-43CB5AE96BCE}" srcOrd="0" destOrd="0" presId="urn:microsoft.com/office/officeart/2018/2/layout/IconLabelList"/>
    <dgm:cxn modelId="{95A942B7-7005-4230-9FFF-7DC413DC0DD6}" type="presParOf" srcId="{73BE6784-DCDC-4725-A9EE-43CB5AE96BCE}" destId="{55DA6E5C-BC42-4CFE-B096-918369142F49}" srcOrd="0" destOrd="0" presId="urn:microsoft.com/office/officeart/2018/2/layout/IconLabelList"/>
    <dgm:cxn modelId="{070EE6CD-10D5-4843-BAF2-563B06D3F8AA}" type="presParOf" srcId="{73BE6784-DCDC-4725-A9EE-43CB5AE96BCE}" destId="{154B298A-85C5-4C60-B786-E40E7863FA79}" srcOrd="1" destOrd="0" presId="urn:microsoft.com/office/officeart/2018/2/layout/IconLabelList"/>
    <dgm:cxn modelId="{55E40685-0701-47F3-9419-BF7D0F3BDF04}" type="presParOf" srcId="{73BE6784-DCDC-4725-A9EE-43CB5AE96BCE}" destId="{6F7A7A82-3D14-4439-815F-516A19AF45C2}" srcOrd="2" destOrd="0" presId="urn:microsoft.com/office/officeart/2018/2/layout/IconLabelList"/>
    <dgm:cxn modelId="{D2FEDB66-B302-4EE6-85AD-21D0B43982D5}" type="presParOf" srcId="{0DA841A5-E0FD-4781-B317-B8C5BC422EC7}" destId="{961EB70E-DAFA-4416-8EA8-07474DA0948B}" srcOrd="1" destOrd="0" presId="urn:microsoft.com/office/officeart/2018/2/layout/IconLabelList"/>
    <dgm:cxn modelId="{B7C3EB7B-E1E8-491E-956E-77CDBC00B919}" type="presParOf" srcId="{0DA841A5-E0FD-4781-B317-B8C5BC422EC7}" destId="{92652762-E7CD-40FD-8C7D-DD24DA31F891}" srcOrd="2" destOrd="0" presId="urn:microsoft.com/office/officeart/2018/2/layout/IconLabelList"/>
    <dgm:cxn modelId="{7444F97B-74DB-49E7-93E6-07243B5E6B08}" type="presParOf" srcId="{92652762-E7CD-40FD-8C7D-DD24DA31F891}" destId="{1444E5A2-2717-4286-84D7-95C2CC0FB25C}" srcOrd="0" destOrd="0" presId="urn:microsoft.com/office/officeart/2018/2/layout/IconLabelList"/>
    <dgm:cxn modelId="{B3FBBCA3-E431-4929-AF5C-2C7C358398D6}" type="presParOf" srcId="{92652762-E7CD-40FD-8C7D-DD24DA31F891}" destId="{AFEA6ECE-A1B7-4024-8EA5-20A8A8EF650C}" srcOrd="1" destOrd="0" presId="urn:microsoft.com/office/officeart/2018/2/layout/IconLabelList"/>
    <dgm:cxn modelId="{9F63D7A7-F80A-43BF-B6F8-1A9E16BA767F}" type="presParOf" srcId="{92652762-E7CD-40FD-8C7D-DD24DA31F891}" destId="{0F5B1196-EC1B-4B72-B789-B790E9327123}" srcOrd="2" destOrd="0" presId="urn:microsoft.com/office/officeart/2018/2/layout/IconLabelList"/>
    <dgm:cxn modelId="{E82175A4-A08E-40BF-91B9-3F5BCE77A878}" type="presParOf" srcId="{0DA841A5-E0FD-4781-B317-B8C5BC422EC7}" destId="{55A70D91-6254-4559-8DC6-A5B400489DF0}" srcOrd="3" destOrd="0" presId="urn:microsoft.com/office/officeart/2018/2/layout/IconLabelList"/>
    <dgm:cxn modelId="{67FE4129-C174-4B3A-A034-D1D2702DFF20}" type="presParOf" srcId="{0DA841A5-E0FD-4781-B317-B8C5BC422EC7}" destId="{8A2DA30A-F08A-49AF-AFCB-FEC2FE08B96E}" srcOrd="4" destOrd="0" presId="urn:microsoft.com/office/officeart/2018/2/layout/IconLabelList"/>
    <dgm:cxn modelId="{49D2D9D6-E006-44C7-AF23-99B6DA17AFFB}" type="presParOf" srcId="{8A2DA30A-F08A-49AF-AFCB-FEC2FE08B96E}" destId="{77869399-46F9-4B05-BBC6-E8A7B25FFC1C}" srcOrd="0" destOrd="0" presId="urn:microsoft.com/office/officeart/2018/2/layout/IconLabelList"/>
    <dgm:cxn modelId="{C82D20F4-6732-4859-B77B-5A5F0A00BC53}" type="presParOf" srcId="{8A2DA30A-F08A-49AF-AFCB-FEC2FE08B96E}" destId="{18F3A90B-1994-4B3C-B5B3-C81172725607}" srcOrd="1" destOrd="0" presId="urn:microsoft.com/office/officeart/2018/2/layout/IconLabelList"/>
    <dgm:cxn modelId="{7EF606FD-ADF5-4DC8-990B-31659985BA12}" type="presParOf" srcId="{8A2DA30A-F08A-49AF-AFCB-FEC2FE08B96E}" destId="{7490F05C-F42C-407B-B0E1-BDA0B6B113A8}" srcOrd="2" destOrd="0" presId="urn:microsoft.com/office/officeart/2018/2/layout/IconLabelList"/>
    <dgm:cxn modelId="{309C9E44-6619-46C7-BFAC-594EE9F9B7F4}" type="presParOf" srcId="{0DA841A5-E0FD-4781-B317-B8C5BC422EC7}" destId="{267980E8-2C19-4317-BEE1-D9CF7088B6B6}" srcOrd="5" destOrd="0" presId="urn:microsoft.com/office/officeart/2018/2/layout/IconLabelList"/>
    <dgm:cxn modelId="{69470BFE-989A-4C2E-99CF-DAAF93FD747E}" type="presParOf" srcId="{0DA841A5-E0FD-4781-B317-B8C5BC422EC7}" destId="{151EE546-5A04-4F72-BBCD-FE0C373E6172}" srcOrd="6" destOrd="0" presId="urn:microsoft.com/office/officeart/2018/2/layout/IconLabelList"/>
    <dgm:cxn modelId="{33FFE2C3-5FBC-4E54-8620-E0B398DD68DE}" type="presParOf" srcId="{151EE546-5A04-4F72-BBCD-FE0C373E6172}" destId="{8EBCC5F4-2599-4D59-B079-D05582BDF4DD}" srcOrd="0" destOrd="0" presId="urn:microsoft.com/office/officeart/2018/2/layout/IconLabelList"/>
    <dgm:cxn modelId="{01095865-1BBF-442F-A97C-6C18DA4A3E9F}" type="presParOf" srcId="{151EE546-5A04-4F72-BBCD-FE0C373E6172}" destId="{EC099474-59B8-416B-A720-87801CFEA942}" srcOrd="1" destOrd="0" presId="urn:microsoft.com/office/officeart/2018/2/layout/IconLabelList"/>
    <dgm:cxn modelId="{24EE040E-2E9F-4F56-8FC0-19A4E2E15228}" type="presParOf" srcId="{151EE546-5A04-4F72-BBCD-FE0C373E6172}" destId="{A382C245-2422-4AF0-A580-C3A7A837D04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B523AF-3052-4BF9-A82F-EE41F7E61E6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F6BDA7-7819-476E-93B2-249AE6716128}">
      <dgm:prSet custT="1"/>
      <dgm:spPr/>
      <dgm:t>
        <a:bodyPr/>
        <a:lstStyle/>
        <a:p>
          <a:r>
            <a:rPr lang="en-US" sz="2000"/>
            <a:t>Engage with repositories </a:t>
          </a:r>
        </a:p>
      </dgm:t>
    </dgm:pt>
    <dgm:pt modelId="{3530BB1D-E25E-461B-80FA-77893EA6BEA4}" type="parTrans" cxnId="{DC7B16E1-DB91-4775-AF2B-750D47AB72FC}">
      <dgm:prSet/>
      <dgm:spPr/>
      <dgm:t>
        <a:bodyPr/>
        <a:lstStyle/>
        <a:p>
          <a:endParaRPr lang="en-US"/>
        </a:p>
      </dgm:t>
    </dgm:pt>
    <dgm:pt modelId="{D818B606-7161-4B7F-9B30-5BC198FCC132}" type="sibTrans" cxnId="{DC7B16E1-DB91-4775-AF2B-750D47AB72FC}">
      <dgm:prSet/>
      <dgm:spPr/>
      <dgm:t>
        <a:bodyPr/>
        <a:lstStyle/>
        <a:p>
          <a:endParaRPr lang="en-US"/>
        </a:p>
      </dgm:t>
    </dgm:pt>
    <dgm:pt modelId="{73EED16D-9581-47BB-846A-B80BEA4F8655}">
      <dgm:prSet custT="1"/>
      <dgm:spPr/>
      <dgm:t>
        <a:bodyPr/>
        <a:lstStyle/>
        <a:p>
          <a:r>
            <a:rPr lang="en-US" sz="2000"/>
            <a:t>Join standards committees </a:t>
          </a:r>
        </a:p>
      </dgm:t>
    </dgm:pt>
    <dgm:pt modelId="{B1CA2A7A-4E5E-47E7-86D5-EF70DF75A16A}" type="parTrans" cxnId="{DA285D5C-E254-4B00-8E04-263375CE8AE4}">
      <dgm:prSet/>
      <dgm:spPr/>
      <dgm:t>
        <a:bodyPr/>
        <a:lstStyle/>
        <a:p>
          <a:endParaRPr lang="en-US"/>
        </a:p>
      </dgm:t>
    </dgm:pt>
    <dgm:pt modelId="{592AC3A7-1A17-4E17-9C31-B72F683A3020}" type="sibTrans" cxnId="{DA285D5C-E254-4B00-8E04-263375CE8AE4}">
      <dgm:prSet/>
      <dgm:spPr/>
      <dgm:t>
        <a:bodyPr/>
        <a:lstStyle/>
        <a:p>
          <a:endParaRPr lang="en-US"/>
        </a:p>
      </dgm:t>
    </dgm:pt>
    <dgm:pt modelId="{CA7A86C7-C61C-421D-B8F9-F50E05811C71}">
      <dgm:prSet custT="1"/>
      <dgm:spPr/>
      <dgm:t>
        <a:bodyPr/>
        <a:lstStyle/>
        <a:p>
          <a:r>
            <a:rPr lang="en-US" sz="2000"/>
            <a:t>Write a data management plan (DMP) </a:t>
          </a:r>
        </a:p>
      </dgm:t>
    </dgm:pt>
    <dgm:pt modelId="{6F4172DD-0291-4CEE-A21D-34E9972FDEF8}" type="parTrans" cxnId="{923C3F10-931D-471E-B0BF-FFB1899A6BD7}">
      <dgm:prSet/>
      <dgm:spPr/>
      <dgm:t>
        <a:bodyPr/>
        <a:lstStyle/>
        <a:p>
          <a:endParaRPr lang="en-US"/>
        </a:p>
      </dgm:t>
    </dgm:pt>
    <dgm:pt modelId="{94758CAA-EBEB-4CBC-9901-99FC57244C63}" type="sibTrans" cxnId="{923C3F10-931D-471E-B0BF-FFB1899A6BD7}">
      <dgm:prSet/>
      <dgm:spPr/>
      <dgm:t>
        <a:bodyPr/>
        <a:lstStyle/>
        <a:p>
          <a:endParaRPr lang="en-US"/>
        </a:p>
      </dgm:t>
    </dgm:pt>
    <dgm:pt modelId="{300181C0-3531-4BCD-A25C-784D2B3281B6}">
      <dgm:prSet custT="1"/>
      <dgm:spPr/>
      <dgm:t>
        <a:bodyPr/>
        <a:lstStyle/>
        <a:p>
          <a:r>
            <a:rPr lang="en-US" sz="2000"/>
            <a:t>Volunteer and participate in conferences, workshops, and special sessions </a:t>
          </a:r>
        </a:p>
      </dgm:t>
    </dgm:pt>
    <dgm:pt modelId="{19B3FB10-DBA8-492F-803C-1BBC8147045D}" type="parTrans" cxnId="{BE41A058-8CDA-4A58-87F4-75176B91B861}">
      <dgm:prSet/>
      <dgm:spPr/>
      <dgm:t>
        <a:bodyPr/>
        <a:lstStyle/>
        <a:p>
          <a:endParaRPr lang="en-US"/>
        </a:p>
      </dgm:t>
    </dgm:pt>
    <dgm:pt modelId="{129E77CD-A15A-4EBD-A570-C33D7F2753A1}" type="sibTrans" cxnId="{BE41A058-8CDA-4A58-87F4-75176B91B861}">
      <dgm:prSet/>
      <dgm:spPr/>
      <dgm:t>
        <a:bodyPr/>
        <a:lstStyle/>
        <a:p>
          <a:endParaRPr lang="en-US"/>
        </a:p>
      </dgm:t>
    </dgm:pt>
    <dgm:pt modelId="{BC52F1A9-8B6A-4717-BA5E-45F694822E95}">
      <dgm:prSet custT="1"/>
      <dgm:spPr/>
      <dgm:t>
        <a:bodyPr/>
        <a:lstStyle/>
        <a:p>
          <a:r>
            <a:rPr lang="en-US" sz="2000"/>
            <a:t>Identify data sharing roles and responsibilities on your team </a:t>
          </a:r>
        </a:p>
      </dgm:t>
    </dgm:pt>
    <dgm:pt modelId="{0B385C6E-6FD4-41CA-AB52-033D3F505EC8}" type="parTrans" cxnId="{678955D5-7291-4505-868F-D1043579EE23}">
      <dgm:prSet/>
      <dgm:spPr/>
      <dgm:t>
        <a:bodyPr/>
        <a:lstStyle/>
        <a:p>
          <a:endParaRPr lang="en-US"/>
        </a:p>
      </dgm:t>
    </dgm:pt>
    <dgm:pt modelId="{AB200B76-0ECB-4A45-BB54-4976BF9E57AC}" type="sibTrans" cxnId="{678955D5-7291-4505-868F-D1043579EE23}">
      <dgm:prSet/>
      <dgm:spPr/>
      <dgm:t>
        <a:bodyPr/>
        <a:lstStyle/>
        <a:p>
          <a:endParaRPr lang="en-US"/>
        </a:p>
      </dgm:t>
    </dgm:pt>
    <dgm:pt modelId="{302EA87A-A5BA-4EE3-9AEE-DC213DAAAC16}" type="pres">
      <dgm:prSet presAssocID="{16B523AF-3052-4BF9-A82F-EE41F7E61E6D}" presName="root" presStyleCnt="0">
        <dgm:presLayoutVars>
          <dgm:dir/>
          <dgm:resizeHandles val="exact"/>
        </dgm:presLayoutVars>
      </dgm:prSet>
      <dgm:spPr/>
    </dgm:pt>
    <dgm:pt modelId="{26F80641-A8B3-42F7-93F9-9730E12E1977}" type="pres">
      <dgm:prSet presAssocID="{3DF6BDA7-7819-476E-93B2-249AE6716128}" presName="compNode" presStyleCnt="0"/>
      <dgm:spPr/>
    </dgm:pt>
    <dgm:pt modelId="{9B077429-5E60-409E-B4A0-D4064EB94E67}" type="pres">
      <dgm:prSet presAssocID="{3DF6BDA7-7819-476E-93B2-249AE671612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F9A1C6-2533-4DCC-BA1A-C27C2F53A223}" type="pres">
      <dgm:prSet presAssocID="{3DF6BDA7-7819-476E-93B2-249AE6716128}" presName="spaceRect" presStyleCnt="0"/>
      <dgm:spPr/>
    </dgm:pt>
    <dgm:pt modelId="{4F00F9A6-1C76-4310-A3D5-FB9E63BC675D}" type="pres">
      <dgm:prSet presAssocID="{3DF6BDA7-7819-476E-93B2-249AE6716128}" presName="textRect" presStyleLbl="revTx" presStyleIdx="0" presStyleCnt="5">
        <dgm:presLayoutVars>
          <dgm:chMax val="1"/>
          <dgm:chPref val="1"/>
        </dgm:presLayoutVars>
      </dgm:prSet>
      <dgm:spPr/>
    </dgm:pt>
    <dgm:pt modelId="{D0FA68D3-CE3F-4153-9A54-46C4BF4D3AF5}" type="pres">
      <dgm:prSet presAssocID="{D818B606-7161-4B7F-9B30-5BC198FCC132}" presName="sibTrans" presStyleCnt="0"/>
      <dgm:spPr/>
    </dgm:pt>
    <dgm:pt modelId="{377A5E17-B2F9-40D3-9886-607AAB167757}" type="pres">
      <dgm:prSet presAssocID="{73EED16D-9581-47BB-846A-B80BEA4F8655}" presName="compNode" presStyleCnt="0"/>
      <dgm:spPr/>
    </dgm:pt>
    <dgm:pt modelId="{5D5FF594-521F-4B59-BC40-1D988156DC95}" type="pres">
      <dgm:prSet presAssocID="{73EED16D-9581-47BB-846A-B80BEA4F86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38073CBA-A427-4548-BD09-0DEF185478D7}" type="pres">
      <dgm:prSet presAssocID="{73EED16D-9581-47BB-846A-B80BEA4F8655}" presName="spaceRect" presStyleCnt="0"/>
      <dgm:spPr/>
    </dgm:pt>
    <dgm:pt modelId="{49CE4CFA-C61B-4CA4-B596-013C25C95AD9}" type="pres">
      <dgm:prSet presAssocID="{73EED16D-9581-47BB-846A-B80BEA4F8655}" presName="textRect" presStyleLbl="revTx" presStyleIdx="1" presStyleCnt="5">
        <dgm:presLayoutVars>
          <dgm:chMax val="1"/>
          <dgm:chPref val="1"/>
        </dgm:presLayoutVars>
      </dgm:prSet>
      <dgm:spPr/>
    </dgm:pt>
    <dgm:pt modelId="{0AD69D2D-4A0F-44AF-AF01-82D844FFBD7B}" type="pres">
      <dgm:prSet presAssocID="{592AC3A7-1A17-4E17-9C31-B72F683A3020}" presName="sibTrans" presStyleCnt="0"/>
      <dgm:spPr/>
    </dgm:pt>
    <dgm:pt modelId="{D2554D96-10F2-4D8A-B1B7-11B2B3FD19BD}" type="pres">
      <dgm:prSet presAssocID="{CA7A86C7-C61C-421D-B8F9-F50E05811C71}" presName="compNode" presStyleCnt="0"/>
      <dgm:spPr/>
    </dgm:pt>
    <dgm:pt modelId="{37AB6AB8-3485-4D8F-B8E9-464940D33B35}" type="pres">
      <dgm:prSet presAssocID="{CA7A86C7-C61C-421D-B8F9-F50E05811C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099D796-9415-47E0-B44E-5006C9C9FC59}" type="pres">
      <dgm:prSet presAssocID="{CA7A86C7-C61C-421D-B8F9-F50E05811C71}" presName="spaceRect" presStyleCnt="0"/>
      <dgm:spPr/>
    </dgm:pt>
    <dgm:pt modelId="{56B86B16-9FA5-4749-8F8B-7A1A695508F4}" type="pres">
      <dgm:prSet presAssocID="{CA7A86C7-C61C-421D-B8F9-F50E05811C71}" presName="textRect" presStyleLbl="revTx" presStyleIdx="2" presStyleCnt="5">
        <dgm:presLayoutVars>
          <dgm:chMax val="1"/>
          <dgm:chPref val="1"/>
        </dgm:presLayoutVars>
      </dgm:prSet>
      <dgm:spPr/>
    </dgm:pt>
    <dgm:pt modelId="{8C9FC397-0237-48B8-86DD-504F9291A7FC}" type="pres">
      <dgm:prSet presAssocID="{94758CAA-EBEB-4CBC-9901-99FC57244C63}" presName="sibTrans" presStyleCnt="0"/>
      <dgm:spPr/>
    </dgm:pt>
    <dgm:pt modelId="{EF0283C2-A0A0-4344-8642-BF67D3FE4BB5}" type="pres">
      <dgm:prSet presAssocID="{300181C0-3531-4BCD-A25C-784D2B3281B6}" presName="compNode" presStyleCnt="0"/>
      <dgm:spPr/>
    </dgm:pt>
    <dgm:pt modelId="{3F9CCF96-FAD4-4008-9CAD-76044C8F9692}" type="pres">
      <dgm:prSet presAssocID="{300181C0-3531-4BCD-A25C-784D2B3281B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7BAEEDC-E879-41F5-879F-CD8ECDCC2449}" type="pres">
      <dgm:prSet presAssocID="{300181C0-3531-4BCD-A25C-784D2B3281B6}" presName="spaceRect" presStyleCnt="0"/>
      <dgm:spPr/>
    </dgm:pt>
    <dgm:pt modelId="{187C5692-6AFD-4CEF-8296-61C19EB5349D}" type="pres">
      <dgm:prSet presAssocID="{300181C0-3531-4BCD-A25C-784D2B3281B6}" presName="textRect" presStyleLbl="revTx" presStyleIdx="3" presStyleCnt="5">
        <dgm:presLayoutVars>
          <dgm:chMax val="1"/>
          <dgm:chPref val="1"/>
        </dgm:presLayoutVars>
      </dgm:prSet>
      <dgm:spPr/>
    </dgm:pt>
    <dgm:pt modelId="{A625AF8E-8A12-4EA9-9BBA-1B655B285BD7}" type="pres">
      <dgm:prSet presAssocID="{129E77CD-A15A-4EBD-A570-C33D7F2753A1}" presName="sibTrans" presStyleCnt="0"/>
      <dgm:spPr/>
    </dgm:pt>
    <dgm:pt modelId="{71291976-1FBC-4A9D-9B9F-3DF3B033FDD6}" type="pres">
      <dgm:prSet presAssocID="{BC52F1A9-8B6A-4717-BA5E-45F694822E95}" presName="compNode" presStyleCnt="0"/>
      <dgm:spPr/>
    </dgm:pt>
    <dgm:pt modelId="{AC94D871-F610-4CBC-94AD-327407B31A41}" type="pres">
      <dgm:prSet presAssocID="{BC52F1A9-8B6A-4717-BA5E-45F694822E9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8ABA79-7AEE-4982-9188-23F886835A29}" type="pres">
      <dgm:prSet presAssocID="{BC52F1A9-8B6A-4717-BA5E-45F694822E95}" presName="spaceRect" presStyleCnt="0"/>
      <dgm:spPr/>
    </dgm:pt>
    <dgm:pt modelId="{39B4238C-064F-48D2-B9D4-8C16B6EF469E}" type="pres">
      <dgm:prSet presAssocID="{BC52F1A9-8B6A-4717-BA5E-45F694822E9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23C3F10-931D-471E-B0BF-FFB1899A6BD7}" srcId="{16B523AF-3052-4BF9-A82F-EE41F7E61E6D}" destId="{CA7A86C7-C61C-421D-B8F9-F50E05811C71}" srcOrd="2" destOrd="0" parTransId="{6F4172DD-0291-4CEE-A21D-34E9972FDEF8}" sibTransId="{94758CAA-EBEB-4CBC-9901-99FC57244C63}"/>
    <dgm:cxn modelId="{38067815-4DC8-4BAA-9F6D-5069C6E414B8}" type="presOf" srcId="{300181C0-3531-4BCD-A25C-784D2B3281B6}" destId="{187C5692-6AFD-4CEF-8296-61C19EB5349D}" srcOrd="0" destOrd="0" presId="urn:microsoft.com/office/officeart/2018/2/layout/IconLabelList"/>
    <dgm:cxn modelId="{C051CA2F-892C-4049-BB10-CD67085381DA}" type="presOf" srcId="{16B523AF-3052-4BF9-A82F-EE41F7E61E6D}" destId="{302EA87A-A5BA-4EE3-9AEE-DC213DAAAC16}" srcOrd="0" destOrd="0" presId="urn:microsoft.com/office/officeart/2018/2/layout/IconLabelList"/>
    <dgm:cxn modelId="{F19CE147-673B-486F-BA51-5A836272DC99}" type="presOf" srcId="{BC52F1A9-8B6A-4717-BA5E-45F694822E95}" destId="{39B4238C-064F-48D2-B9D4-8C16B6EF469E}" srcOrd="0" destOrd="0" presId="urn:microsoft.com/office/officeart/2018/2/layout/IconLabelList"/>
    <dgm:cxn modelId="{BE41A058-8CDA-4A58-87F4-75176B91B861}" srcId="{16B523AF-3052-4BF9-A82F-EE41F7E61E6D}" destId="{300181C0-3531-4BCD-A25C-784D2B3281B6}" srcOrd="3" destOrd="0" parTransId="{19B3FB10-DBA8-492F-803C-1BBC8147045D}" sibTransId="{129E77CD-A15A-4EBD-A570-C33D7F2753A1}"/>
    <dgm:cxn modelId="{DA285D5C-E254-4B00-8E04-263375CE8AE4}" srcId="{16B523AF-3052-4BF9-A82F-EE41F7E61E6D}" destId="{73EED16D-9581-47BB-846A-B80BEA4F8655}" srcOrd="1" destOrd="0" parTransId="{B1CA2A7A-4E5E-47E7-86D5-EF70DF75A16A}" sibTransId="{592AC3A7-1A17-4E17-9C31-B72F683A3020}"/>
    <dgm:cxn modelId="{212A0F96-9FE3-43C2-88AB-73568CC2EA2F}" type="presOf" srcId="{3DF6BDA7-7819-476E-93B2-249AE6716128}" destId="{4F00F9A6-1C76-4310-A3D5-FB9E63BC675D}" srcOrd="0" destOrd="0" presId="urn:microsoft.com/office/officeart/2018/2/layout/IconLabelList"/>
    <dgm:cxn modelId="{D5D187A0-5B40-49CA-A4C8-A7B613CE2FBD}" type="presOf" srcId="{CA7A86C7-C61C-421D-B8F9-F50E05811C71}" destId="{56B86B16-9FA5-4749-8F8B-7A1A695508F4}" srcOrd="0" destOrd="0" presId="urn:microsoft.com/office/officeart/2018/2/layout/IconLabelList"/>
    <dgm:cxn modelId="{CFA68FC9-FC5D-48DE-BFF5-CDC555FAFC8B}" type="presOf" srcId="{73EED16D-9581-47BB-846A-B80BEA4F8655}" destId="{49CE4CFA-C61B-4CA4-B596-013C25C95AD9}" srcOrd="0" destOrd="0" presId="urn:microsoft.com/office/officeart/2018/2/layout/IconLabelList"/>
    <dgm:cxn modelId="{678955D5-7291-4505-868F-D1043579EE23}" srcId="{16B523AF-3052-4BF9-A82F-EE41F7E61E6D}" destId="{BC52F1A9-8B6A-4717-BA5E-45F694822E95}" srcOrd="4" destOrd="0" parTransId="{0B385C6E-6FD4-41CA-AB52-033D3F505EC8}" sibTransId="{AB200B76-0ECB-4A45-BB54-4976BF9E57AC}"/>
    <dgm:cxn modelId="{DC7B16E1-DB91-4775-AF2B-750D47AB72FC}" srcId="{16B523AF-3052-4BF9-A82F-EE41F7E61E6D}" destId="{3DF6BDA7-7819-476E-93B2-249AE6716128}" srcOrd="0" destOrd="0" parTransId="{3530BB1D-E25E-461B-80FA-77893EA6BEA4}" sibTransId="{D818B606-7161-4B7F-9B30-5BC198FCC132}"/>
    <dgm:cxn modelId="{D3682EBB-7287-480F-8A34-3384074F3EE3}" type="presParOf" srcId="{302EA87A-A5BA-4EE3-9AEE-DC213DAAAC16}" destId="{26F80641-A8B3-42F7-93F9-9730E12E1977}" srcOrd="0" destOrd="0" presId="urn:microsoft.com/office/officeart/2018/2/layout/IconLabelList"/>
    <dgm:cxn modelId="{04AF613B-4F27-4AEF-B9F7-A3477DFB0B38}" type="presParOf" srcId="{26F80641-A8B3-42F7-93F9-9730E12E1977}" destId="{9B077429-5E60-409E-B4A0-D4064EB94E67}" srcOrd="0" destOrd="0" presId="urn:microsoft.com/office/officeart/2018/2/layout/IconLabelList"/>
    <dgm:cxn modelId="{18347F15-9CBF-40B1-A008-470DCF16DAD4}" type="presParOf" srcId="{26F80641-A8B3-42F7-93F9-9730E12E1977}" destId="{BDF9A1C6-2533-4DCC-BA1A-C27C2F53A223}" srcOrd="1" destOrd="0" presId="urn:microsoft.com/office/officeart/2018/2/layout/IconLabelList"/>
    <dgm:cxn modelId="{1B24BEE0-4B21-4B9C-ADD1-C3FBC85A5602}" type="presParOf" srcId="{26F80641-A8B3-42F7-93F9-9730E12E1977}" destId="{4F00F9A6-1C76-4310-A3D5-FB9E63BC675D}" srcOrd="2" destOrd="0" presId="urn:microsoft.com/office/officeart/2018/2/layout/IconLabelList"/>
    <dgm:cxn modelId="{2F95C3E4-C52E-4B72-A4AB-46E14642EA2F}" type="presParOf" srcId="{302EA87A-A5BA-4EE3-9AEE-DC213DAAAC16}" destId="{D0FA68D3-CE3F-4153-9A54-46C4BF4D3AF5}" srcOrd="1" destOrd="0" presId="urn:microsoft.com/office/officeart/2018/2/layout/IconLabelList"/>
    <dgm:cxn modelId="{847C983B-D4E9-49D1-B3A7-F0C25686E920}" type="presParOf" srcId="{302EA87A-A5BA-4EE3-9AEE-DC213DAAAC16}" destId="{377A5E17-B2F9-40D3-9886-607AAB167757}" srcOrd="2" destOrd="0" presId="urn:microsoft.com/office/officeart/2018/2/layout/IconLabelList"/>
    <dgm:cxn modelId="{90738B1F-14A7-42F4-A212-BBBFD7CE6E3A}" type="presParOf" srcId="{377A5E17-B2F9-40D3-9886-607AAB167757}" destId="{5D5FF594-521F-4B59-BC40-1D988156DC95}" srcOrd="0" destOrd="0" presId="urn:microsoft.com/office/officeart/2018/2/layout/IconLabelList"/>
    <dgm:cxn modelId="{C2550F6C-5A16-405D-9AB1-959B576349FE}" type="presParOf" srcId="{377A5E17-B2F9-40D3-9886-607AAB167757}" destId="{38073CBA-A427-4548-BD09-0DEF185478D7}" srcOrd="1" destOrd="0" presId="urn:microsoft.com/office/officeart/2018/2/layout/IconLabelList"/>
    <dgm:cxn modelId="{3CC55EBD-1FED-45C1-A8ED-E2D80FAFF1C5}" type="presParOf" srcId="{377A5E17-B2F9-40D3-9886-607AAB167757}" destId="{49CE4CFA-C61B-4CA4-B596-013C25C95AD9}" srcOrd="2" destOrd="0" presId="urn:microsoft.com/office/officeart/2018/2/layout/IconLabelList"/>
    <dgm:cxn modelId="{80F4AC34-DC38-4544-9A03-B18EA7B8670B}" type="presParOf" srcId="{302EA87A-A5BA-4EE3-9AEE-DC213DAAAC16}" destId="{0AD69D2D-4A0F-44AF-AF01-82D844FFBD7B}" srcOrd="3" destOrd="0" presId="urn:microsoft.com/office/officeart/2018/2/layout/IconLabelList"/>
    <dgm:cxn modelId="{E3D0BE45-DF12-4494-A036-E918844B1D0F}" type="presParOf" srcId="{302EA87A-A5BA-4EE3-9AEE-DC213DAAAC16}" destId="{D2554D96-10F2-4D8A-B1B7-11B2B3FD19BD}" srcOrd="4" destOrd="0" presId="urn:microsoft.com/office/officeart/2018/2/layout/IconLabelList"/>
    <dgm:cxn modelId="{62545173-2C52-44C1-87B5-143D8A6ACC9E}" type="presParOf" srcId="{D2554D96-10F2-4D8A-B1B7-11B2B3FD19BD}" destId="{37AB6AB8-3485-4D8F-B8E9-464940D33B35}" srcOrd="0" destOrd="0" presId="urn:microsoft.com/office/officeart/2018/2/layout/IconLabelList"/>
    <dgm:cxn modelId="{52578763-7A0A-45B4-A1EB-1B0BA39EA161}" type="presParOf" srcId="{D2554D96-10F2-4D8A-B1B7-11B2B3FD19BD}" destId="{C099D796-9415-47E0-B44E-5006C9C9FC59}" srcOrd="1" destOrd="0" presId="urn:microsoft.com/office/officeart/2018/2/layout/IconLabelList"/>
    <dgm:cxn modelId="{4351C832-557B-4050-A148-352D80549B64}" type="presParOf" srcId="{D2554D96-10F2-4D8A-B1B7-11B2B3FD19BD}" destId="{56B86B16-9FA5-4749-8F8B-7A1A695508F4}" srcOrd="2" destOrd="0" presId="urn:microsoft.com/office/officeart/2018/2/layout/IconLabelList"/>
    <dgm:cxn modelId="{3E1D94DD-A978-49B5-8FA1-695B59E6BEA1}" type="presParOf" srcId="{302EA87A-A5BA-4EE3-9AEE-DC213DAAAC16}" destId="{8C9FC397-0237-48B8-86DD-504F9291A7FC}" srcOrd="5" destOrd="0" presId="urn:microsoft.com/office/officeart/2018/2/layout/IconLabelList"/>
    <dgm:cxn modelId="{8D86B3B6-B530-4CA4-8A31-C0927DEE8D96}" type="presParOf" srcId="{302EA87A-A5BA-4EE3-9AEE-DC213DAAAC16}" destId="{EF0283C2-A0A0-4344-8642-BF67D3FE4BB5}" srcOrd="6" destOrd="0" presId="urn:microsoft.com/office/officeart/2018/2/layout/IconLabelList"/>
    <dgm:cxn modelId="{C4AEA1DA-099E-43D1-94E6-0B9ABE5BBE33}" type="presParOf" srcId="{EF0283C2-A0A0-4344-8642-BF67D3FE4BB5}" destId="{3F9CCF96-FAD4-4008-9CAD-76044C8F9692}" srcOrd="0" destOrd="0" presId="urn:microsoft.com/office/officeart/2018/2/layout/IconLabelList"/>
    <dgm:cxn modelId="{BD14525F-B867-4FAD-91D8-DBC3F6840953}" type="presParOf" srcId="{EF0283C2-A0A0-4344-8642-BF67D3FE4BB5}" destId="{37BAEEDC-E879-41F5-879F-CD8ECDCC2449}" srcOrd="1" destOrd="0" presId="urn:microsoft.com/office/officeart/2018/2/layout/IconLabelList"/>
    <dgm:cxn modelId="{7F40BF2A-C773-4C5F-A47E-753B1F5CF759}" type="presParOf" srcId="{EF0283C2-A0A0-4344-8642-BF67D3FE4BB5}" destId="{187C5692-6AFD-4CEF-8296-61C19EB5349D}" srcOrd="2" destOrd="0" presId="urn:microsoft.com/office/officeart/2018/2/layout/IconLabelList"/>
    <dgm:cxn modelId="{B0F7EAA8-B466-4CED-A7DB-528FE2FE0A02}" type="presParOf" srcId="{302EA87A-A5BA-4EE3-9AEE-DC213DAAAC16}" destId="{A625AF8E-8A12-4EA9-9BBA-1B655B285BD7}" srcOrd="7" destOrd="0" presId="urn:microsoft.com/office/officeart/2018/2/layout/IconLabelList"/>
    <dgm:cxn modelId="{4017ED6A-76CA-42E1-9B5B-3FDC16EDA369}" type="presParOf" srcId="{302EA87A-A5BA-4EE3-9AEE-DC213DAAAC16}" destId="{71291976-1FBC-4A9D-9B9F-3DF3B033FDD6}" srcOrd="8" destOrd="0" presId="urn:microsoft.com/office/officeart/2018/2/layout/IconLabelList"/>
    <dgm:cxn modelId="{96E1A9FA-AF6C-4059-BE0B-428BAD1FE791}" type="presParOf" srcId="{71291976-1FBC-4A9D-9B9F-3DF3B033FDD6}" destId="{AC94D871-F610-4CBC-94AD-327407B31A41}" srcOrd="0" destOrd="0" presId="urn:microsoft.com/office/officeart/2018/2/layout/IconLabelList"/>
    <dgm:cxn modelId="{67D0F806-7FD4-40A8-B7FD-50EB06A1A2E1}" type="presParOf" srcId="{71291976-1FBC-4A9D-9B9F-3DF3B033FDD6}" destId="{1A8ABA79-7AEE-4982-9188-23F886835A29}" srcOrd="1" destOrd="0" presId="urn:microsoft.com/office/officeart/2018/2/layout/IconLabelList"/>
    <dgm:cxn modelId="{31512FD5-7C0D-4ABE-9BB6-C731AAFED56E}" type="presParOf" srcId="{71291976-1FBC-4A9D-9B9F-3DF3B033FDD6}" destId="{39B4238C-064F-48D2-B9D4-8C16B6EF46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1C8D9-8172-4EEE-82C3-0377BE164F6B}">
      <dsp:nvSpPr>
        <dsp:cNvPr id="0" name=""/>
        <dsp:cNvSpPr/>
      </dsp:nvSpPr>
      <dsp:spPr>
        <a:xfrm>
          <a:off x="1138979" y="922653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E04B6-29F8-4A52-AEF2-29E693C2CD35}">
      <dsp:nvSpPr>
        <dsp:cNvPr id="0" name=""/>
        <dsp:cNvSpPr/>
      </dsp:nvSpPr>
      <dsp:spPr>
        <a:xfrm>
          <a:off x="569079" y="2171222"/>
          <a:ext cx="2072362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As early as possible </a:t>
          </a:r>
          <a:endParaRPr lang="en-US" sz="2000" kern="1200"/>
        </a:p>
      </dsp:txBody>
      <dsp:txXfrm>
        <a:off x="569079" y="2171222"/>
        <a:ext cx="2072362" cy="855000"/>
      </dsp:txXfrm>
    </dsp:sp>
    <dsp:sp modelId="{CD44A027-1B6A-4D40-B63D-C3B5542379F2}">
      <dsp:nvSpPr>
        <dsp:cNvPr id="0" name=""/>
        <dsp:cNvSpPr/>
      </dsp:nvSpPr>
      <dsp:spPr>
        <a:xfrm>
          <a:off x="3574005" y="922653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7808B-E052-4A9D-A90A-1BDD55D2F859}">
      <dsp:nvSpPr>
        <dsp:cNvPr id="0" name=""/>
        <dsp:cNvSpPr/>
      </dsp:nvSpPr>
      <dsp:spPr>
        <a:xfrm>
          <a:off x="3004105" y="2171222"/>
          <a:ext cx="2072362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When you have test data ready </a:t>
          </a:r>
          <a:endParaRPr lang="en-US" sz="2000" kern="1200"/>
        </a:p>
      </dsp:txBody>
      <dsp:txXfrm>
        <a:off x="3004105" y="2171222"/>
        <a:ext cx="2072362" cy="855000"/>
      </dsp:txXfrm>
    </dsp:sp>
    <dsp:sp modelId="{57EB5258-37C8-4C2B-8491-3B95CE83D218}">
      <dsp:nvSpPr>
        <dsp:cNvPr id="0" name=""/>
        <dsp:cNvSpPr/>
      </dsp:nvSpPr>
      <dsp:spPr>
        <a:xfrm>
          <a:off x="6009031" y="922653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EB8B9-A85A-4F7B-9B03-59DCAF871914}">
      <dsp:nvSpPr>
        <dsp:cNvPr id="0" name=""/>
        <dsp:cNvSpPr/>
      </dsp:nvSpPr>
      <dsp:spPr>
        <a:xfrm>
          <a:off x="5439131" y="2171222"/>
          <a:ext cx="2072362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After you obtain a DOI </a:t>
          </a:r>
          <a:endParaRPr lang="en-US" sz="2000" kern="1200"/>
        </a:p>
      </dsp:txBody>
      <dsp:txXfrm>
        <a:off x="5439131" y="2171222"/>
        <a:ext cx="2072362" cy="855000"/>
      </dsp:txXfrm>
    </dsp:sp>
    <dsp:sp modelId="{28FEEB24-60F7-4B6B-8769-ADB8072D3929}">
      <dsp:nvSpPr>
        <dsp:cNvPr id="0" name=""/>
        <dsp:cNvSpPr/>
      </dsp:nvSpPr>
      <dsp:spPr>
        <a:xfrm>
          <a:off x="8444057" y="922653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E706D-46C9-4CD0-A1F2-1E679AC0385F}">
      <dsp:nvSpPr>
        <dsp:cNvPr id="0" name=""/>
        <dsp:cNvSpPr/>
      </dsp:nvSpPr>
      <dsp:spPr>
        <a:xfrm>
          <a:off x="7874157" y="2171222"/>
          <a:ext cx="2072362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When you are ready to release your data </a:t>
          </a:r>
          <a:endParaRPr lang="en-US" sz="2000" kern="1200"/>
        </a:p>
      </dsp:txBody>
      <dsp:txXfrm>
        <a:off x="7874157" y="2171222"/>
        <a:ext cx="2072362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A6E5C-BC42-4CFE-B096-918369142F49}">
      <dsp:nvSpPr>
        <dsp:cNvPr id="0" name=""/>
        <dsp:cNvSpPr/>
      </dsp:nvSpPr>
      <dsp:spPr>
        <a:xfrm>
          <a:off x="1138979" y="805017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A7A82-3D14-4439-815F-516A19AF45C2}">
      <dsp:nvSpPr>
        <dsp:cNvPr id="0" name=""/>
        <dsp:cNvSpPr/>
      </dsp:nvSpPr>
      <dsp:spPr>
        <a:xfrm>
          <a:off x="569079" y="2148859"/>
          <a:ext cx="2072362" cy="139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Develop guidance on privacy and cultural sensitivity of the data </a:t>
          </a:r>
          <a:endParaRPr lang="en-US" sz="2000" kern="1200"/>
        </a:p>
      </dsp:txBody>
      <dsp:txXfrm>
        <a:off x="569079" y="2148859"/>
        <a:ext cx="2072362" cy="1397460"/>
      </dsp:txXfrm>
    </dsp:sp>
    <dsp:sp modelId="{1444E5A2-2717-4286-84D7-95C2CC0FB25C}">
      <dsp:nvSpPr>
        <dsp:cNvPr id="0" name=""/>
        <dsp:cNvSpPr/>
      </dsp:nvSpPr>
      <dsp:spPr>
        <a:xfrm>
          <a:off x="3574005" y="805017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B1196-EC1B-4B72-B789-B790E9327123}">
      <dsp:nvSpPr>
        <dsp:cNvPr id="0" name=""/>
        <dsp:cNvSpPr/>
      </dsp:nvSpPr>
      <dsp:spPr>
        <a:xfrm>
          <a:off x="3004105" y="2148859"/>
          <a:ext cx="2072362" cy="139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Develop the data documentation and metadata </a:t>
          </a:r>
          <a:endParaRPr lang="en-US" sz="2000" kern="1200"/>
        </a:p>
      </dsp:txBody>
      <dsp:txXfrm>
        <a:off x="3004105" y="2148859"/>
        <a:ext cx="2072362" cy="1397460"/>
      </dsp:txXfrm>
    </dsp:sp>
    <dsp:sp modelId="{77869399-46F9-4B05-BBC6-E8A7B25FFC1C}">
      <dsp:nvSpPr>
        <dsp:cNvPr id="0" name=""/>
        <dsp:cNvSpPr/>
      </dsp:nvSpPr>
      <dsp:spPr>
        <a:xfrm>
          <a:off x="6009031" y="805017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0F05C-F42C-407B-B0E1-BDA0B6B113A8}">
      <dsp:nvSpPr>
        <dsp:cNvPr id="0" name=""/>
        <dsp:cNvSpPr/>
      </dsp:nvSpPr>
      <dsp:spPr>
        <a:xfrm>
          <a:off x="5439131" y="2148859"/>
          <a:ext cx="2072362" cy="139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Assign the data a DOI </a:t>
          </a:r>
          <a:endParaRPr lang="en-US" sz="2000" kern="1200"/>
        </a:p>
      </dsp:txBody>
      <dsp:txXfrm>
        <a:off x="5439131" y="2148859"/>
        <a:ext cx="2072362" cy="1397460"/>
      </dsp:txXfrm>
    </dsp:sp>
    <dsp:sp modelId="{8EBCC5F4-2599-4D59-B079-D05582BDF4DD}">
      <dsp:nvSpPr>
        <dsp:cNvPr id="0" name=""/>
        <dsp:cNvSpPr/>
      </dsp:nvSpPr>
      <dsp:spPr>
        <a:xfrm>
          <a:off x="8444057" y="805017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2C245-2422-4AF0-A580-C3A7A837D049}">
      <dsp:nvSpPr>
        <dsp:cNvPr id="0" name=""/>
        <dsp:cNvSpPr/>
      </dsp:nvSpPr>
      <dsp:spPr>
        <a:xfrm>
          <a:off x="7874157" y="2148859"/>
          <a:ext cx="2072362" cy="139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Verify the integrity of the data, metadata, and documentation transfer </a:t>
          </a:r>
          <a:endParaRPr lang="en-US" sz="2000" kern="1200"/>
        </a:p>
      </dsp:txBody>
      <dsp:txXfrm>
        <a:off x="7874157" y="2148859"/>
        <a:ext cx="2072362" cy="1397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77429-5E60-409E-B4A0-D4064EB94E67}">
      <dsp:nvSpPr>
        <dsp:cNvPr id="0" name=""/>
        <dsp:cNvSpPr/>
      </dsp:nvSpPr>
      <dsp:spPr>
        <a:xfrm>
          <a:off x="828914" y="62973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0F9A6-1C76-4310-A3D5-FB9E63BC675D}">
      <dsp:nvSpPr>
        <dsp:cNvPr id="0" name=""/>
        <dsp:cNvSpPr/>
      </dsp:nvSpPr>
      <dsp:spPr>
        <a:xfrm>
          <a:off x="333914" y="1879785"/>
          <a:ext cx="1800000" cy="168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Engage with repositories </a:t>
          </a:r>
        </a:p>
      </dsp:txBody>
      <dsp:txXfrm>
        <a:off x="333914" y="1879785"/>
        <a:ext cx="1800000" cy="1683281"/>
      </dsp:txXfrm>
    </dsp:sp>
    <dsp:sp modelId="{5D5FF594-521F-4B59-BC40-1D988156DC95}">
      <dsp:nvSpPr>
        <dsp:cNvPr id="0" name=""/>
        <dsp:cNvSpPr/>
      </dsp:nvSpPr>
      <dsp:spPr>
        <a:xfrm>
          <a:off x="2943914" y="62973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E4CFA-C61B-4CA4-B596-013C25C95AD9}">
      <dsp:nvSpPr>
        <dsp:cNvPr id="0" name=""/>
        <dsp:cNvSpPr/>
      </dsp:nvSpPr>
      <dsp:spPr>
        <a:xfrm>
          <a:off x="2448914" y="1879785"/>
          <a:ext cx="1800000" cy="168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Join standards committees </a:t>
          </a:r>
        </a:p>
      </dsp:txBody>
      <dsp:txXfrm>
        <a:off x="2448914" y="1879785"/>
        <a:ext cx="1800000" cy="1683281"/>
      </dsp:txXfrm>
    </dsp:sp>
    <dsp:sp modelId="{37AB6AB8-3485-4D8F-B8E9-464940D33B35}">
      <dsp:nvSpPr>
        <dsp:cNvPr id="0" name=""/>
        <dsp:cNvSpPr/>
      </dsp:nvSpPr>
      <dsp:spPr>
        <a:xfrm>
          <a:off x="5058914" y="62973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86B16-9FA5-4749-8F8B-7A1A695508F4}">
      <dsp:nvSpPr>
        <dsp:cNvPr id="0" name=""/>
        <dsp:cNvSpPr/>
      </dsp:nvSpPr>
      <dsp:spPr>
        <a:xfrm>
          <a:off x="4563914" y="1879785"/>
          <a:ext cx="1800000" cy="168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Write a data management plan (DMP) </a:t>
          </a:r>
        </a:p>
      </dsp:txBody>
      <dsp:txXfrm>
        <a:off x="4563914" y="1879785"/>
        <a:ext cx="1800000" cy="1683281"/>
      </dsp:txXfrm>
    </dsp:sp>
    <dsp:sp modelId="{3F9CCF96-FAD4-4008-9CAD-76044C8F9692}">
      <dsp:nvSpPr>
        <dsp:cNvPr id="0" name=""/>
        <dsp:cNvSpPr/>
      </dsp:nvSpPr>
      <dsp:spPr>
        <a:xfrm>
          <a:off x="7173914" y="62973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C5692-6AFD-4CEF-8296-61C19EB5349D}">
      <dsp:nvSpPr>
        <dsp:cNvPr id="0" name=""/>
        <dsp:cNvSpPr/>
      </dsp:nvSpPr>
      <dsp:spPr>
        <a:xfrm>
          <a:off x="6678914" y="1879785"/>
          <a:ext cx="1800000" cy="168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Volunteer and participate in conferences, workshops, and special sessions </a:t>
          </a:r>
        </a:p>
      </dsp:txBody>
      <dsp:txXfrm>
        <a:off x="6678914" y="1879785"/>
        <a:ext cx="1800000" cy="1683281"/>
      </dsp:txXfrm>
    </dsp:sp>
    <dsp:sp modelId="{AC94D871-F610-4CBC-94AD-327407B31A41}">
      <dsp:nvSpPr>
        <dsp:cNvPr id="0" name=""/>
        <dsp:cNvSpPr/>
      </dsp:nvSpPr>
      <dsp:spPr>
        <a:xfrm>
          <a:off x="9288914" y="629738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4238C-064F-48D2-B9D4-8C16B6EF469E}">
      <dsp:nvSpPr>
        <dsp:cNvPr id="0" name=""/>
        <dsp:cNvSpPr/>
      </dsp:nvSpPr>
      <dsp:spPr>
        <a:xfrm>
          <a:off x="8793914" y="1879785"/>
          <a:ext cx="1800000" cy="168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Identify data sharing roles and responsibilities on your team </a:t>
          </a:r>
        </a:p>
      </dsp:txBody>
      <dsp:txXfrm>
        <a:off x="8793914" y="1879785"/>
        <a:ext cx="1800000" cy="1683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4344-63FC-0245-1E95-8B725718F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F97F6-B7AA-E818-32FC-A295664DE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99A2-1E39-242C-6A0D-91D9AB63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D76AA-E8F9-C01F-5361-0DA1592F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7943F-BAE5-71FC-EE13-6B2AF414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0135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A49F-9031-1AB5-A825-362593CD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E14A-DAFE-F074-D039-A8CFD749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00B15-1FBC-34BE-A341-A3B215D8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19E20-2C26-66D2-3E63-AC9DABBD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BE8FF-5FA8-8C0D-7C33-6C4C02A4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112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AAC3-0EF0-E27F-08A1-18C01EE8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0A59A-218C-50F1-4B8A-A275736EE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5D37D-867C-702A-8D55-E5390EF6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18A0-3697-2C82-9E3C-E91650F9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14FD-4FAA-149F-D75F-1B13DD8B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334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054F-1BAF-D917-9C7A-82CF18D8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B84F7-5DC8-A971-0AE4-D866D59B3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5A27B-5760-BA8A-0597-2C5F6D116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51E86-4A9C-2781-A26E-465007F9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F6B88-1228-293A-8CD0-DAD1C475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E4186-A344-8CEF-EF80-801D88A1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3523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80CA-B785-AEBE-2502-47D1EEFE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54282-2AAC-51C0-B7B7-8DAA2A39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DD285-CC52-FA93-31E2-55806B709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6D849-F8F4-FC7D-AF8A-3852C4E54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B37ED-084C-B57A-13CC-D764C1FA7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67E633-F28F-8225-2139-ED24B1D3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D3B6E-8591-D865-9F17-E9290C1C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D109E-27BE-B50F-A447-58D3420A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1416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DCE4-0735-1B0C-6908-D281573A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18C55-029D-802E-8B49-1D3B98A0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D2A8-FE68-4340-846F-044C61A4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29B09-A392-0276-8985-DC38E110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6340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A1656-A281-FDDA-5B5F-70A6DF5B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B7970-EAE9-9D8E-173A-FB7082DF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FB61B-48FA-5891-27A0-FC55CC64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5454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347A-95E2-126B-24A2-C741B0E3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DE40-AFA3-7C1D-9B81-AA895C96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5CC37-CDB6-F9AD-3699-31E614AB4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ABD1A-015D-AFAB-4B32-830C1410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7A272-BB5F-DBDC-984B-4F873C84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4C431-4389-065A-5129-548BEC9C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426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1426-5DE0-E5D4-5C69-CBBA0B18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9CAF6-E42A-402D-16C6-4F8D4C34B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6B705-9BB7-BBC7-82F7-F3C181C9C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5BA99-7340-3314-250E-3460944F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B9112-CE1D-CD99-0FCD-B8D50E47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C91E2-1460-AA22-1B87-4B942160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0075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FD20-079A-47E7-74C1-9F8EBE85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22334-FF74-BD12-2E52-192374718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D1E1F-96A3-2A9B-9642-6438B521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C45EF-027D-C056-BDB5-EF85995F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91B29-C9A3-A7EA-C777-13B34210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4989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4430A-3E42-3007-86A9-C9DB54CFE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34947-FC81-0A33-0C92-3E6D7A346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551C7-B563-D389-2789-75373A17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F2626-5436-DA52-D011-A030231C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245B1-C81F-BCEF-1544-B54BC762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4282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2187-EC90-6897-B78E-D1A40863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6F545-656F-5017-0B35-0FF3B8B2C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1FCC7-EBC2-EC0F-2C11-922FDA57B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10754-E3C6-B144-AD22-0897BFCD7784}" type="datetimeFigureOut">
              <a:rPr lang="en-IT" smtClean="0"/>
              <a:t>17/03/24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0796-B925-448B-0286-2DA871439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AF7A-A2A0-15CD-4654-B18053FF6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4EFF8-C536-D84A-BE3B-7C78B4E7B59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4138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0954E-E654-13BD-0BBA-5CDA8116D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en-IT" sz="6600"/>
              <a:t>Mod 3 Open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C58A9-3487-2861-659B-FE4FDC567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en-IT">
                <a:solidFill>
                  <a:srgbClr val="FFFFFF"/>
                </a:solidFill>
              </a:rPr>
              <a:t>Open Science 101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6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7BC9-0CA2-9779-7FC4-B330C462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are some benefits of open data?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6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D1B41-C280-16F3-0E10-64E2970E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Look at Quiz for Module 3 Lesson 1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C48473BA-8261-8DC2-71F0-3ADD443DB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2577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D0708-3F20-69FA-FC0E-A9C70EF1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 open data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01EE79-4065-7634-F01F-59C89DC8F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98979" y="640080"/>
            <a:ext cx="6325250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12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0CC1-121D-7269-4FC1-B65FC521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567F10-D524-B655-FE1D-9917F53B0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0"/>
            <a:ext cx="1190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63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9D49E-287B-86EB-D8B8-FA83BAC1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Lesson 2 Quiz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721A8CD5-3FE7-AD83-B5F9-C322A70396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946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10CBC8-7837-4750-8EE9-B4C3D5048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9014793-11D4-4A17-9261-1A2E683A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104482" y="-5104482"/>
            <a:ext cx="1983037" cy="12192001"/>
          </a:xfrm>
          <a:custGeom>
            <a:avLst/>
            <a:gdLst>
              <a:gd name="connsiteX0" fmla="*/ 0 w 1983037"/>
              <a:gd name="connsiteY0" fmla="*/ 0 h 12192001"/>
              <a:gd name="connsiteX1" fmla="*/ 0 w 1983037"/>
              <a:gd name="connsiteY1" fmla="*/ 12192001 h 12192001"/>
              <a:gd name="connsiteX2" fmla="*/ 1945626 w 1983037"/>
              <a:gd name="connsiteY2" fmla="*/ 12192001 h 12192001"/>
              <a:gd name="connsiteX3" fmla="*/ 1914883 w 1983037"/>
              <a:gd name="connsiteY3" fmla="*/ 11926947 h 12192001"/>
              <a:gd name="connsiteX4" fmla="*/ 1887405 w 1983037"/>
              <a:gd name="connsiteY4" fmla="*/ 10882179 h 12192001"/>
              <a:gd name="connsiteX5" fmla="*/ 1955094 w 1983037"/>
              <a:gd name="connsiteY5" fmla="*/ 9717835 h 12192001"/>
              <a:gd name="connsiteX6" fmla="*/ 1955094 w 1983037"/>
              <a:gd name="connsiteY6" fmla="*/ 9338013 h 12192001"/>
              <a:gd name="connsiteX7" fmla="*/ 1947423 w 1983037"/>
              <a:gd name="connsiteY7" fmla="*/ 8936699 h 12192001"/>
              <a:gd name="connsiteX8" fmla="*/ 1949002 w 1983037"/>
              <a:gd name="connsiteY8" fmla="*/ 7709920 h 12192001"/>
              <a:gd name="connsiteX9" fmla="*/ 1930276 w 1983037"/>
              <a:gd name="connsiteY9" fmla="*/ 6277504 h 12192001"/>
              <a:gd name="connsiteX10" fmla="*/ 1954643 w 1983037"/>
              <a:gd name="connsiteY10" fmla="*/ 5307481 h 12192001"/>
              <a:gd name="connsiteX11" fmla="*/ 1944941 w 1983037"/>
              <a:gd name="connsiteY11" fmla="*/ 4949831 h 12192001"/>
              <a:gd name="connsiteX12" fmla="*/ 1961187 w 1983037"/>
              <a:gd name="connsiteY12" fmla="*/ 4137481 h 12192001"/>
              <a:gd name="connsiteX13" fmla="*/ 1964118 w 1983037"/>
              <a:gd name="connsiteY13" fmla="*/ 3194148 h 12192001"/>
              <a:gd name="connsiteX14" fmla="*/ 1914708 w 1983037"/>
              <a:gd name="connsiteY14" fmla="*/ 1979808 h 12192001"/>
              <a:gd name="connsiteX15" fmla="*/ 1949679 w 1983037"/>
              <a:gd name="connsiteY15" fmla="*/ 1443897 h 12192001"/>
              <a:gd name="connsiteX16" fmla="*/ 1942685 w 1983037"/>
              <a:gd name="connsiteY16" fmla="*/ 749860 h 12192001"/>
              <a:gd name="connsiteX17" fmla="*/ 1933706 w 1983037"/>
              <a:gd name="connsiteY17" fmla="*/ 168558 h 12192001"/>
              <a:gd name="connsiteX18" fmla="*/ 1950785 w 1983037"/>
              <a:gd name="connsiteY18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83037" h="12192001">
                <a:moveTo>
                  <a:pt x="0" y="0"/>
                </a:moveTo>
                <a:lnTo>
                  <a:pt x="0" y="12192001"/>
                </a:lnTo>
                <a:lnTo>
                  <a:pt x="1945626" y="12192001"/>
                </a:lnTo>
                <a:lnTo>
                  <a:pt x="1914883" y="11926947"/>
                </a:lnTo>
                <a:cubicBezTo>
                  <a:pt x="1884529" y="11579709"/>
                  <a:pt x="1881652" y="11231009"/>
                  <a:pt x="1887405" y="10882179"/>
                </a:cubicBezTo>
                <a:cubicBezTo>
                  <a:pt x="1893725" y="10493309"/>
                  <a:pt x="1911547" y="10104667"/>
                  <a:pt x="1955094" y="9717835"/>
                </a:cubicBezTo>
                <a:cubicBezTo>
                  <a:pt x="1966715" y="9591491"/>
                  <a:pt x="1966715" y="9464357"/>
                  <a:pt x="1955094" y="9338013"/>
                </a:cubicBezTo>
                <a:cubicBezTo>
                  <a:pt x="1945663" y="9204453"/>
                  <a:pt x="1943091" y="9070511"/>
                  <a:pt x="1947423" y="8936699"/>
                </a:cubicBezTo>
                <a:cubicBezTo>
                  <a:pt x="1960283" y="8527701"/>
                  <a:pt x="1930726" y="8118470"/>
                  <a:pt x="1949002" y="7709920"/>
                </a:cubicBezTo>
                <a:cubicBezTo>
                  <a:pt x="1970436" y="7231918"/>
                  <a:pt x="1945393" y="6755049"/>
                  <a:pt x="1930276" y="6277504"/>
                </a:cubicBezTo>
                <a:cubicBezTo>
                  <a:pt x="1920123" y="5954014"/>
                  <a:pt x="1913803" y="5630292"/>
                  <a:pt x="1954643" y="5307481"/>
                </a:cubicBezTo>
                <a:cubicBezTo>
                  <a:pt x="1969761" y="5188718"/>
                  <a:pt x="1956899" y="5068596"/>
                  <a:pt x="1944941" y="4949831"/>
                </a:cubicBezTo>
                <a:cubicBezTo>
                  <a:pt x="1917866" y="4678139"/>
                  <a:pt x="1932758" y="4407584"/>
                  <a:pt x="1961187" y="4137481"/>
                </a:cubicBezTo>
                <a:cubicBezTo>
                  <a:pt x="1994579" y="3823035"/>
                  <a:pt x="1984877" y="3508818"/>
                  <a:pt x="1964118" y="3194148"/>
                </a:cubicBezTo>
                <a:cubicBezTo>
                  <a:pt x="1937270" y="2789895"/>
                  <a:pt x="1903424" y="2387003"/>
                  <a:pt x="1914708" y="1979808"/>
                </a:cubicBezTo>
                <a:cubicBezTo>
                  <a:pt x="1919446" y="1800868"/>
                  <a:pt x="1935466" y="1622384"/>
                  <a:pt x="1949679" y="1443897"/>
                </a:cubicBezTo>
                <a:cubicBezTo>
                  <a:pt x="1964278" y="1212701"/>
                  <a:pt x="1961931" y="980722"/>
                  <a:pt x="1942685" y="749860"/>
                </a:cubicBezTo>
                <a:cubicBezTo>
                  <a:pt x="1929825" y="555933"/>
                  <a:pt x="1921533" y="362007"/>
                  <a:pt x="1933706" y="168558"/>
                </a:cubicBezTo>
                <a:lnTo>
                  <a:pt x="19507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C0863-2248-7A7F-DFF4-DD0BBBE3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 of non-open data formats and open formats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127433-482D-FB3A-D4A3-1274CAA4C261}"/>
              </a:ext>
            </a:extLst>
          </p:cNvPr>
          <p:cNvSpPr>
            <a:spLocks/>
          </p:cNvSpPr>
          <p:nvPr/>
        </p:nvSpPr>
        <p:spPr>
          <a:xfrm>
            <a:off x="1630863" y="2348161"/>
            <a:ext cx="4380202" cy="699699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Non-open</a:t>
            </a:r>
            <a:endParaRPr lang="en-IT" sz="24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12F9F5-5B91-0770-AA5C-52D91BF3AAAB}"/>
              </a:ext>
            </a:extLst>
          </p:cNvPr>
          <p:cNvSpPr>
            <a:spLocks/>
          </p:cNvSpPr>
          <p:nvPr/>
        </p:nvSpPr>
        <p:spPr>
          <a:xfrm>
            <a:off x="1630863" y="3047860"/>
            <a:ext cx="4380202" cy="3129102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endParaRPr lang="en-IT" sz="2400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FA9DC0-A612-41E5-303D-95581FE2269A}"/>
              </a:ext>
            </a:extLst>
          </p:cNvPr>
          <p:cNvSpPr>
            <a:spLocks/>
          </p:cNvSpPr>
          <p:nvPr/>
        </p:nvSpPr>
        <p:spPr>
          <a:xfrm>
            <a:off x="6159364" y="2348161"/>
            <a:ext cx="4401773" cy="699699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endParaRPr lang="en-IT" sz="2400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B7C9D4-4D8D-F184-5FBB-088F2EBD17E8}"/>
              </a:ext>
            </a:extLst>
          </p:cNvPr>
          <p:cNvSpPr>
            <a:spLocks/>
          </p:cNvSpPr>
          <p:nvPr/>
        </p:nvSpPr>
        <p:spPr>
          <a:xfrm>
            <a:off x="6159364" y="3047860"/>
            <a:ext cx="4401773" cy="3129102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endParaRPr lang="en-IT" sz="2400" b="1"/>
          </a:p>
        </p:txBody>
      </p:sp>
    </p:spTree>
    <p:extLst>
      <p:ext uri="{BB962C8B-B14F-4D97-AF65-F5344CB8AC3E}">
        <p14:creationId xmlns:p14="http://schemas.microsoft.com/office/powerpoint/2010/main" val="3848093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10CBC8-7837-4750-8EE9-B4C3D5048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9014793-11D4-4A17-9261-1A2E683A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104482" y="-5104482"/>
            <a:ext cx="1983037" cy="12192001"/>
          </a:xfrm>
          <a:custGeom>
            <a:avLst/>
            <a:gdLst>
              <a:gd name="connsiteX0" fmla="*/ 0 w 1983037"/>
              <a:gd name="connsiteY0" fmla="*/ 0 h 12192001"/>
              <a:gd name="connsiteX1" fmla="*/ 0 w 1983037"/>
              <a:gd name="connsiteY1" fmla="*/ 12192001 h 12192001"/>
              <a:gd name="connsiteX2" fmla="*/ 1945626 w 1983037"/>
              <a:gd name="connsiteY2" fmla="*/ 12192001 h 12192001"/>
              <a:gd name="connsiteX3" fmla="*/ 1914883 w 1983037"/>
              <a:gd name="connsiteY3" fmla="*/ 11926947 h 12192001"/>
              <a:gd name="connsiteX4" fmla="*/ 1887405 w 1983037"/>
              <a:gd name="connsiteY4" fmla="*/ 10882179 h 12192001"/>
              <a:gd name="connsiteX5" fmla="*/ 1955094 w 1983037"/>
              <a:gd name="connsiteY5" fmla="*/ 9717835 h 12192001"/>
              <a:gd name="connsiteX6" fmla="*/ 1955094 w 1983037"/>
              <a:gd name="connsiteY6" fmla="*/ 9338013 h 12192001"/>
              <a:gd name="connsiteX7" fmla="*/ 1947423 w 1983037"/>
              <a:gd name="connsiteY7" fmla="*/ 8936699 h 12192001"/>
              <a:gd name="connsiteX8" fmla="*/ 1949002 w 1983037"/>
              <a:gd name="connsiteY8" fmla="*/ 7709920 h 12192001"/>
              <a:gd name="connsiteX9" fmla="*/ 1930276 w 1983037"/>
              <a:gd name="connsiteY9" fmla="*/ 6277504 h 12192001"/>
              <a:gd name="connsiteX10" fmla="*/ 1954643 w 1983037"/>
              <a:gd name="connsiteY10" fmla="*/ 5307481 h 12192001"/>
              <a:gd name="connsiteX11" fmla="*/ 1944941 w 1983037"/>
              <a:gd name="connsiteY11" fmla="*/ 4949831 h 12192001"/>
              <a:gd name="connsiteX12" fmla="*/ 1961187 w 1983037"/>
              <a:gd name="connsiteY12" fmla="*/ 4137481 h 12192001"/>
              <a:gd name="connsiteX13" fmla="*/ 1964118 w 1983037"/>
              <a:gd name="connsiteY13" fmla="*/ 3194148 h 12192001"/>
              <a:gd name="connsiteX14" fmla="*/ 1914708 w 1983037"/>
              <a:gd name="connsiteY14" fmla="*/ 1979808 h 12192001"/>
              <a:gd name="connsiteX15" fmla="*/ 1949679 w 1983037"/>
              <a:gd name="connsiteY15" fmla="*/ 1443897 h 12192001"/>
              <a:gd name="connsiteX16" fmla="*/ 1942685 w 1983037"/>
              <a:gd name="connsiteY16" fmla="*/ 749860 h 12192001"/>
              <a:gd name="connsiteX17" fmla="*/ 1933706 w 1983037"/>
              <a:gd name="connsiteY17" fmla="*/ 168558 h 12192001"/>
              <a:gd name="connsiteX18" fmla="*/ 1950785 w 1983037"/>
              <a:gd name="connsiteY18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83037" h="12192001">
                <a:moveTo>
                  <a:pt x="0" y="0"/>
                </a:moveTo>
                <a:lnTo>
                  <a:pt x="0" y="12192001"/>
                </a:lnTo>
                <a:lnTo>
                  <a:pt x="1945626" y="12192001"/>
                </a:lnTo>
                <a:lnTo>
                  <a:pt x="1914883" y="11926947"/>
                </a:lnTo>
                <a:cubicBezTo>
                  <a:pt x="1884529" y="11579709"/>
                  <a:pt x="1881652" y="11231009"/>
                  <a:pt x="1887405" y="10882179"/>
                </a:cubicBezTo>
                <a:cubicBezTo>
                  <a:pt x="1893725" y="10493309"/>
                  <a:pt x="1911547" y="10104667"/>
                  <a:pt x="1955094" y="9717835"/>
                </a:cubicBezTo>
                <a:cubicBezTo>
                  <a:pt x="1966715" y="9591491"/>
                  <a:pt x="1966715" y="9464357"/>
                  <a:pt x="1955094" y="9338013"/>
                </a:cubicBezTo>
                <a:cubicBezTo>
                  <a:pt x="1945663" y="9204453"/>
                  <a:pt x="1943091" y="9070511"/>
                  <a:pt x="1947423" y="8936699"/>
                </a:cubicBezTo>
                <a:cubicBezTo>
                  <a:pt x="1960283" y="8527701"/>
                  <a:pt x="1930726" y="8118470"/>
                  <a:pt x="1949002" y="7709920"/>
                </a:cubicBezTo>
                <a:cubicBezTo>
                  <a:pt x="1970436" y="7231918"/>
                  <a:pt x="1945393" y="6755049"/>
                  <a:pt x="1930276" y="6277504"/>
                </a:cubicBezTo>
                <a:cubicBezTo>
                  <a:pt x="1920123" y="5954014"/>
                  <a:pt x="1913803" y="5630292"/>
                  <a:pt x="1954643" y="5307481"/>
                </a:cubicBezTo>
                <a:cubicBezTo>
                  <a:pt x="1969761" y="5188718"/>
                  <a:pt x="1956899" y="5068596"/>
                  <a:pt x="1944941" y="4949831"/>
                </a:cubicBezTo>
                <a:cubicBezTo>
                  <a:pt x="1917866" y="4678139"/>
                  <a:pt x="1932758" y="4407584"/>
                  <a:pt x="1961187" y="4137481"/>
                </a:cubicBezTo>
                <a:cubicBezTo>
                  <a:pt x="1994579" y="3823035"/>
                  <a:pt x="1984877" y="3508818"/>
                  <a:pt x="1964118" y="3194148"/>
                </a:cubicBezTo>
                <a:cubicBezTo>
                  <a:pt x="1937270" y="2789895"/>
                  <a:pt x="1903424" y="2387003"/>
                  <a:pt x="1914708" y="1979808"/>
                </a:cubicBezTo>
                <a:cubicBezTo>
                  <a:pt x="1919446" y="1800868"/>
                  <a:pt x="1935466" y="1622384"/>
                  <a:pt x="1949679" y="1443897"/>
                </a:cubicBezTo>
                <a:cubicBezTo>
                  <a:pt x="1964278" y="1212701"/>
                  <a:pt x="1961931" y="980722"/>
                  <a:pt x="1942685" y="749860"/>
                </a:cubicBezTo>
                <a:cubicBezTo>
                  <a:pt x="1929825" y="555933"/>
                  <a:pt x="1921533" y="362007"/>
                  <a:pt x="1933706" y="168558"/>
                </a:cubicBezTo>
                <a:lnTo>
                  <a:pt x="19507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C0863-2248-7A7F-DFF4-DD0BBBE3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 of non-open data formats and open formats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127433-482D-FB3A-D4A3-1274CAA4C261}"/>
              </a:ext>
            </a:extLst>
          </p:cNvPr>
          <p:cNvSpPr>
            <a:spLocks/>
          </p:cNvSpPr>
          <p:nvPr/>
        </p:nvSpPr>
        <p:spPr>
          <a:xfrm>
            <a:off x="1630863" y="2348161"/>
            <a:ext cx="4380202" cy="699699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Non-open</a:t>
            </a:r>
            <a:endParaRPr lang="en-IT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12F9F5-5B91-0770-AA5C-52D91BF3AAAB}"/>
              </a:ext>
            </a:extLst>
          </p:cNvPr>
          <p:cNvSpPr>
            <a:spLocks/>
          </p:cNvSpPr>
          <p:nvPr/>
        </p:nvSpPr>
        <p:spPr>
          <a:xfrm>
            <a:off x="1630863" y="3047860"/>
            <a:ext cx="4380202" cy="3129102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.doc, .docx</a:t>
            </a:r>
          </a:p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</a:t>
            </a:r>
          </a:p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cad files, other proprietary formats often used in drafting or built environment</a:t>
            </a:r>
          </a:p>
          <a:p>
            <a:pPr>
              <a:spcAft>
                <a:spcPts val="600"/>
              </a:spcAft>
            </a:pPr>
            <a:endParaRPr lang="en-IT" sz="2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FA9DC0-A612-41E5-303D-95581FE2269A}"/>
              </a:ext>
            </a:extLst>
          </p:cNvPr>
          <p:cNvSpPr>
            <a:spLocks/>
          </p:cNvSpPr>
          <p:nvPr/>
        </p:nvSpPr>
        <p:spPr>
          <a:xfrm>
            <a:off x="6159364" y="2348161"/>
            <a:ext cx="4401773" cy="699699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endParaRPr lang="en-IT" sz="24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B7C9D4-4D8D-F184-5FBB-088F2EBD17E8}"/>
              </a:ext>
            </a:extLst>
          </p:cNvPr>
          <p:cNvSpPr>
            <a:spLocks/>
          </p:cNvSpPr>
          <p:nvPr/>
        </p:nvSpPr>
        <p:spPr>
          <a:xfrm>
            <a:off x="6159364" y="3047860"/>
            <a:ext cx="4401773" cy="3129102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csv</a:t>
            </a:r>
          </a:p>
          <a:p>
            <a:pPr defTabSz="768096">
              <a:spcAft>
                <a:spcPts val="600"/>
              </a:spcAft>
            </a:pPr>
            <a:r>
              <a:rPr lang="en-IT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others</a:t>
            </a:r>
          </a:p>
          <a:p>
            <a:pPr marL="384048" lvl="1" defTabSz="768096">
              <a:spcAft>
                <a:spcPts val="600"/>
              </a:spcAft>
            </a:pPr>
            <a:r>
              <a:rPr lang="en-GB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 Data Format (HDF)</a:t>
            </a:r>
            <a:endParaRPr lang="en-IT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4048" lvl="1" defTabSz="768096">
              <a:spcAft>
                <a:spcPts val="600"/>
              </a:spcAft>
            </a:pPr>
            <a:r>
              <a:rPr lang="en-GB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 Common Data Form (</a:t>
            </a:r>
            <a:r>
              <a:rPr lang="en-GB" sz="24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NetCDF</a:t>
            </a:r>
            <a:r>
              <a:rPr lang="en-GB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IT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4048" lvl="1" defTabSz="768096">
              <a:spcAft>
                <a:spcPts val="600"/>
              </a:spcAft>
            </a:pPr>
            <a:r>
              <a:rPr lang="en-GB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Data Format (CDF)</a:t>
            </a:r>
            <a:endParaRPr lang="en-IT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4048" lvl="1" defTabSz="768096">
              <a:spcAft>
                <a:spcPts val="600"/>
              </a:spcAft>
            </a:pPr>
            <a:r>
              <a:rPr lang="en-GB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Flexible Image Transport System (FITS)</a:t>
            </a:r>
            <a:endParaRPr lang="en-IT" sz="2400"/>
          </a:p>
        </p:txBody>
      </p:sp>
    </p:spTree>
    <p:extLst>
      <p:ext uri="{BB962C8B-B14F-4D97-AF65-F5344CB8AC3E}">
        <p14:creationId xmlns:p14="http://schemas.microsoft.com/office/powerpoint/2010/main" val="221518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351-89BD-0CE7-4C4B-416F74DB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D817-4290-CF2C-74C2-106C3CC4C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809734D-0BE4-5F6D-0718-E0FEBBBF4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813"/>
            <a:ext cx="12192000" cy="65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51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Hand holding a pen shading number on a sheet">
            <a:extLst>
              <a:ext uri="{FF2B5EF4-FFF2-40B4-BE49-F238E27FC236}">
                <a16:creationId xmlns:a16="http://schemas.microsoft.com/office/drawing/2014/main" id="{215000BF-8213-B3DB-FDA6-F7DAEF7DA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6DF2E08-CAAA-836A-4BDB-7C6397E3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Quiz: Lesson 3</a:t>
            </a:r>
          </a:p>
        </p:txBody>
      </p:sp>
    </p:spTree>
    <p:extLst>
      <p:ext uri="{BB962C8B-B14F-4D97-AF65-F5344CB8AC3E}">
        <p14:creationId xmlns:p14="http://schemas.microsoft.com/office/powerpoint/2010/main" val="63491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64A36-AAB9-8F38-C268-F51B59F5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2600"/>
              <a:t>Quiz: </a:t>
            </a:r>
            <a:r>
              <a:rPr lang="en-GB" sz="2600"/>
              <a:t>Select the option you think is correct to complete the sentence. It is best practice to start working with a repository_____________. </a:t>
            </a:r>
            <a:endParaRPr lang="en-IT" sz="26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AAED11-980F-F8D4-900E-78E2B74D09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52810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303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727F7-10D9-B362-CCD1-9AA8C4E2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Open data sharing process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4BAC-9A15-FE1B-599F-09581757C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Make sure your data can be shared</a:t>
            </a:r>
          </a:p>
          <a:p>
            <a:r>
              <a:rPr lang="en-GB" sz="2200"/>
              <a:t>Select or identify a repository to host your data</a:t>
            </a:r>
          </a:p>
          <a:p>
            <a:r>
              <a:rPr lang="en-GB" sz="2200"/>
              <a:t>Work with your repository to follow their process and meet their requirements</a:t>
            </a:r>
          </a:p>
          <a:p>
            <a:r>
              <a:rPr lang="en-GB" sz="2200"/>
              <a:t>Make sure your data is findable and accessible through the repository and is maintained and archived</a:t>
            </a:r>
          </a:p>
          <a:p>
            <a:r>
              <a:rPr lang="en-GB" sz="2200"/>
              <a:t>Request a DOI for your data set so that it is easily citable</a:t>
            </a:r>
          </a:p>
          <a:p>
            <a:r>
              <a:rPr lang="en-GB" sz="2200"/>
              <a:t>Choose a data license </a:t>
            </a:r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2059063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6DA0B-231C-E7C0-4685-09C23941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Regulations on data sharing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E71E-B350-D350-6610-D350103DA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000" dirty="0"/>
              <a:t>International Traffic in Arms Regulation (</a:t>
            </a:r>
            <a:r>
              <a:rPr lang="en-GB" sz="2000" b="1" dirty="0"/>
              <a:t>ITAR</a:t>
            </a:r>
            <a:r>
              <a:rPr lang="en-GB" sz="2000" dirty="0"/>
              <a:t>), which regulates the manufacture, sale, distribution, and export of </a:t>
            </a:r>
            <a:r>
              <a:rPr lang="en-GB" sz="2000" dirty="0" err="1"/>
              <a:t>defense</a:t>
            </a:r>
            <a:r>
              <a:rPr lang="en-GB" sz="2000" dirty="0"/>
              <a:t>-related articles and services.</a:t>
            </a:r>
          </a:p>
          <a:p>
            <a:r>
              <a:rPr lang="en-GB" sz="2000" dirty="0"/>
              <a:t>Export Administration Regulations (</a:t>
            </a:r>
            <a:r>
              <a:rPr lang="en-GB" sz="2000" b="1" dirty="0"/>
              <a:t>EAR</a:t>
            </a:r>
            <a:r>
              <a:rPr lang="en-GB" sz="2000" dirty="0"/>
              <a:t>), which regulates the manufacture, sale, distribution, and export of commercial and dual- use items, technology, and information not already covered by ITAR. </a:t>
            </a:r>
          </a:p>
          <a:p>
            <a:r>
              <a:rPr lang="en-GB" sz="2000" dirty="0"/>
              <a:t>Health Insurance Portability and Accountability Act (</a:t>
            </a:r>
            <a:r>
              <a:rPr lang="en-GB" sz="2000" b="1" dirty="0"/>
              <a:t>HIPAA</a:t>
            </a:r>
            <a:r>
              <a:rPr lang="en-GB" sz="2000" dirty="0"/>
              <a:t>), which established standards to protect sensitive patient health information from disclosure. </a:t>
            </a:r>
          </a:p>
          <a:p>
            <a:r>
              <a:rPr lang="en-GB" sz="2000" dirty="0"/>
              <a:t>Controlled Unclassified Information provides standards for handling unclassified information that requires safeguarding or dissemination controls consistent with laws, federal regulations, and policies. </a:t>
            </a:r>
          </a:p>
          <a:p>
            <a:r>
              <a:rPr lang="en-GB" sz="2000" dirty="0"/>
              <a:t>Federal laws and regulations governing classified information or security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67270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D3A61-8A67-BD77-975B-DB1240B3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4200"/>
              <a:t>What other data should not be shared or should be highly protected?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D734-2A6E-20E3-32F0-9FC045CCF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Subject to intellectual property, copyright, and licensing concerns </a:t>
            </a:r>
            <a:endParaRPr lang="en-IT" sz="2200"/>
          </a:p>
          <a:p>
            <a:r>
              <a:rPr lang="en-IT" sz="220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002071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30030-473A-AE6E-1BCF-DEF56D2F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600">
                <a:effectLst/>
              </a:rPr>
              <a:t>In the DMP, answer the following questions: </a:t>
            </a:r>
            <a:endParaRPr lang="en-IT" sz="4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6127-894B-576E-EC2D-5C303F916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What: Data formats and (where relevant)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When: When and if to share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Where: The intended repositories for archived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How: How the plan enables reuse of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Who: Roles and responsibilities of the team members in implementing the DMP.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200"/>
          </a:p>
          <a:p>
            <a:pPr>
              <a:buFont typeface="Arial" panose="020B0604020202020204" pitchFamily="34" charset="0"/>
              <a:buChar char="•"/>
            </a:pPr>
            <a:r>
              <a:rPr lang="en-GB" sz="2200">
                <a:effectLst/>
              </a:rPr>
              <a:t>https://dmptool.org/public_plans</a:t>
            </a:r>
          </a:p>
          <a:p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836763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A6ED8-54D8-4EE4-AF96-C5FA5EDA4A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55E84-E7FD-9EA0-0216-5BD1CC91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4100" dirty="0"/>
              <a:t>Quiz: </a:t>
            </a:r>
            <a:r>
              <a:rPr lang="en-GB" sz="4100" dirty="0"/>
              <a:t>Which of the following are roles to consider when sharing data? Select all that apply. </a:t>
            </a:r>
            <a:endParaRPr lang="en-IT" sz="4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FE4D3B-50F7-D261-E1AC-3E21B63D0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7270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1559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0C112-591D-3600-CEF4-EDC8E093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T" sz="2500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Quiz: What are the three broad categories of getting involved with open data communities discussed in this lesson? Select all that apply.</a:t>
            </a:r>
            <a:endParaRPr lang="en-IT" sz="2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A2D516-9355-F378-D9F5-AB188F370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3777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5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542</Words>
  <Application>Microsoft Macintosh PowerPoint</Application>
  <PresentationFormat>Widescreen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Mod 3 Open Data</vt:lpstr>
      <vt:lpstr>What are some benefits of open data?</vt:lpstr>
      <vt:lpstr>Look at Quiz for Module 3 Lesson 1</vt:lpstr>
      <vt:lpstr>Find open data</vt:lpstr>
      <vt:lpstr>PowerPoint Presentation</vt:lpstr>
      <vt:lpstr>Lesson 2 Quiz</vt:lpstr>
      <vt:lpstr>Examples of non-open data formats and open formats</vt:lpstr>
      <vt:lpstr>Examples of non-open data formats and open formats</vt:lpstr>
      <vt:lpstr>PowerPoint Presentation</vt:lpstr>
      <vt:lpstr>Quiz: Lesson 3</vt:lpstr>
      <vt:lpstr>Quiz: Select the option you think is correct to complete the sentence. It is best practice to start working with a repository_____________. </vt:lpstr>
      <vt:lpstr>Open data sharing process</vt:lpstr>
      <vt:lpstr>Regulations on data sharing</vt:lpstr>
      <vt:lpstr>What other data should not be shared or should be highly protected?</vt:lpstr>
      <vt:lpstr>In the DMP, answer the following questions: </vt:lpstr>
      <vt:lpstr>Quiz: Which of the following are roles to consider when sharing data? Select all that apply. </vt:lpstr>
      <vt:lpstr>Quiz: What are the three broad categories of getting involved with open data communities discussed in this lesson? Select all that apply.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 3 Open Data</dc:title>
  <dc:creator>Morrow, Nathan L</dc:creator>
  <cp:lastModifiedBy>Morrow, Nathan L</cp:lastModifiedBy>
  <cp:revision>3</cp:revision>
  <dcterms:created xsi:type="dcterms:W3CDTF">2024-03-15T01:33:22Z</dcterms:created>
  <dcterms:modified xsi:type="dcterms:W3CDTF">2024-03-17T18:01:49Z</dcterms:modified>
</cp:coreProperties>
</file>